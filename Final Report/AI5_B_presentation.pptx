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3"/>
  </p:notesMasterIdLst>
  <p:sldIdLst>
    <p:sldId id="256" r:id="rId5"/>
    <p:sldId id="257" r:id="rId6"/>
    <p:sldId id="258" r:id="rId7"/>
    <p:sldId id="267" r:id="rId8"/>
    <p:sldId id="273" r:id="rId9"/>
    <p:sldId id="277" r:id="rId10"/>
    <p:sldId id="260" r:id="rId11"/>
    <p:sldId id="261" r:id="rId12"/>
    <p:sldId id="280" r:id="rId13"/>
    <p:sldId id="281" r:id="rId14"/>
    <p:sldId id="275" r:id="rId15"/>
    <p:sldId id="263" r:id="rId16"/>
    <p:sldId id="268" r:id="rId17"/>
    <p:sldId id="270" r:id="rId18"/>
    <p:sldId id="271" r:id="rId19"/>
    <p:sldId id="272" r:id="rId20"/>
    <p:sldId id="264" r:id="rId21"/>
    <p:sldId id="279" r:id="rId22"/>
  </p:sldIdLst>
  <p:sldSz cx="18288000" cy="10287000"/>
  <p:notesSz cx="6858000" cy="9144000"/>
  <p:embeddedFontLst>
    <p:embeddedFont>
      <p:font typeface="Aptos Bold" panose="020B0604020202020204" charset="0"/>
      <p:regular r:id="rId24"/>
      <p:bold r:id="rId25"/>
    </p:embeddedFont>
    <p:embeddedFont>
      <p:font typeface="宋体" panose="02010600030101010101" pitchFamily="2" charset="-122"/>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012CFB-D080-CDFF-1980-CDB6D47D9B03}" name="Yunhao HUANG (student)" initials="Y(" userId="S::3132056h@student.gla.ac.uk::8655c9b7-2b5e-4c61-b6c2-2d793e0e0fa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23A63"/>
    <a:srgbClr val="D25C6D"/>
    <a:srgbClr val="2F7F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90983-9913-46F4-B45A-11E699037A2C}" v="18" dt="2026-03-25T20:02:43.615"/>
    <p1510:client id="{0DBE76ED-DB7B-4CA8-82FF-415B85F7A434}" v="9" dt="2026-03-25T12:37:56.522"/>
    <p1510:client id="{213A656E-64FE-4A15-988B-AC447677929D}" v="36" dt="2026-03-25T23:05:10.537"/>
    <p1510:client id="{2217DA7F-8E72-48DF-BD6C-F9B811C689B1}" v="32" dt="2026-03-25T22:08:53.443"/>
    <p1510:client id="{398CD3A7-03E3-437E-B19D-B7D1689C56E2}" v="16" dt="2026-03-25T14:37:13.642"/>
    <p1510:client id="{472F3016-5F82-421B-97CD-6AB5335C4913}" v="17" dt="2026-03-26T09:33:27.421"/>
    <p1510:client id="{49CD18BE-E589-4279-8D92-C7FF022C6C91}" v="88" dt="2026-03-25T14:36:19.482"/>
    <p1510:client id="{58C333FF-D3EE-4CB9-9BDE-7E7C1357234B}" v="1" dt="2026-03-25T23:13:29.234"/>
    <p1510:client id="{5AC124C7-209E-4462-9AD1-578D2B8C5696}" v="84" dt="2026-03-25T20:16:00.908"/>
    <p1510:client id="{6478D548-1BE8-478C-A82F-0AB88D9E0164}" v="8" dt="2026-03-25T19:26:51.709"/>
    <p1510:client id="{6BF00086-9A74-5F4D-9A16-C16350E092CB}" v="617" dt="2026-03-26T09:34:31.868"/>
    <p1510:client id="{70657F4B-3015-433E-9429-C6E5C569F857}" v="39" dt="2026-03-25T22:03:10.220"/>
    <p1510:client id="{79D8338E-B373-4842-8028-079D310C394B}" v="20" dt="2026-03-26T09:13:08.202"/>
    <p1510:client id="{84EB4FBD-C72E-9902-1122-19EBBA5796B2}" v="541" dt="2026-03-25T11:49:18.760"/>
    <p1510:client id="{8B8DD820-679E-9291-C179-1C1B67C72924}" v="32" dt="2026-03-25T22:04:27.838"/>
    <p1510:client id="{8D34B9E7-BFE0-4F4D-BF76-10C918182A32}" v="13" dt="2026-03-26T08:52:05.080"/>
    <p1510:client id="{95E92253-2BBD-7142-9FCD-C8846C184FBA}" v="78" dt="2026-03-25T15:00:46.615"/>
    <p1510:client id="{9AB25363-BB4C-4825-B5D1-93B17C75F065}" v="17" dt="2026-03-25T14:56:07.635"/>
    <p1510:client id="{9E4B954E-3FE4-E0AD-40FB-EAEB302E7357}" v="26" dt="2026-03-25T22:02:37.223"/>
    <p1510:client id="{A06C5FD0-8E28-4991-82AE-99517FC5589F}" v="2" dt="2026-03-25T21:59:39.773"/>
    <p1510:client id="{A764D92E-DD4E-A94F-8DAA-F52EAE6ACDDF}" v="251" dt="2026-03-25T19:47:43.918"/>
    <p1510:client id="{AA5B0688-F85B-4DF1-98CC-12EC487C34F6}" v="31" dt="2026-03-25T09:48:55.677"/>
    <p1510:client id="{B2EEA85F-A07F-41D7-BC34-95438902B31B}" v="156" dt="2026-03-25T12:36:19.103"/>
    <p1510:client id="{B9AF45DC-52D4-4C28-A488-8C74CC446733}" v="1295" dt="2026-03-25T15:16:49.909"/>
    <p1510:client id="{C8B969E0-88F9-1248-8E43-150B7C1B3949}" v="96" dt="2026-03-25T16:09:44.176"/>
    <p1510:client id="{E8A6593C-209A-AF46-BE12-3F7646CE4174}" v="12" dt="2026-03-25T18:40:56.614"/>
    <p1510:client id="{EE25E4BB-F7D3-6A4E-8592-5E304986D946}" v="124" dt="2026-03-25T22:23:06.521"/>
    <p1510:client id="{FC4ECF06-E3CB-4EC2-BFB0-CC0AEDF32636}" v="2" dt="2026-03-25T19:09:54.368"/>
    <p1510:client id="{FEFF0F3E-3731-4CB3-9B9C-69BB452CB9FD}" v="1" dt="2026-03-25T14:40:17.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nhao HUANG (student)" userId="S::3132056h@student.gla.ac.uk::8655c9b7-2b5e-4c61-b6c2-2d793e0e0faf" providerId="AD" clId="Web-{213A656E-64FE-4A15-988B-AC447677929D}"/>
    <pc:docChg chg="modSld">
      <pc:chgData name="Yunhao HUANG (student)" userId="S::3132056h@student.gla.ac.uk::8655c9b7-2b5e-4c61-b6c2-2d793e0e0faf" providerId="AD" clId="Web-{213A656E-64FE-4A15-988B-AC447677929D}" dt="2026-03-25T23:05:10.537" v="35" actId="1076"/>
      <pc:docMkLst>
        <pc:docMk/>
      </pc:docMkLst>
      <pc:sldChg chg="modSp">
        <pc:chgData name="Yunhao HUANG (student)" userId="S::3132056h@student.gla.ac.uk::8655c9b7-2b5e-4c61-b6c2-2d793e0e0faf" providerId="AD" clId="Web-{213A656E-64FE-4A15-988B-AC447677929D}" dt="2026-03-25T23:05:10.537" v="35" actId="1076"/>
        <pc:sldMkLst>
          <pc:docMk/>
          <pc:sldMk cId="0" sldId="256"/>
        </pc:sldMkLst>
        <pc:spChg chg="mod">
          <ac:chgData name="Yunhao HUANG (student)" userId="S::3132056h@student.gla.ac.uk::8655c9b7-2b5e-4c61-b6c2-2d793e0e0faf" providerId="AD" clId="Web-{213A656E-64FE-4A15-988B-AC447677929D}" dt="2026-03-25T23:04:51.177" v="32" actId="1076"/>
          <ac:spMkLst>
            <pc:docMk/>
            <pc:sldMk cId="0" sldId="256"/>
            <ac:spMk id="22" creationId="{00000000-0000-0000-0000-000000000000}"/>
          </ac:spMkLst>
        </pc:spChg>
        <pc:grpChg chg="mod">
          <ac:chgData name="Yunhao HUANG (student)" userId="S::3132056h@student.gla.ac.uk::8655c9b7-2b5e-4c61-b6c2-2d793e0e0faf" providerId="AD" clId="Web-{213A656E-64FE-4A15-988B-AC447677929D}" dt="2026-03-25T23:05:10.490" v="33" actId="1076"/>
          <ac:grpSpMkLst>
            <pc:docMk/>
            <pc:sldMk cId="0" sldId="256"/>
            <ac:grpSpMk id="14" creationId="{00000000-0000-0000-0000-000000000000}"/>
          </ac:grpSpMkLst>
        </pc:grpChg>
        <pc:grpChg chg="mod">
          <ac:chgData name="Yunhao HUANG (student)" userId="S::3132056h@student.gla.ac.uk::8655c9b7-2b5e-4c61-b6c2-2d793e0e0faf" providerId="AD" clId="Web-{213A656E-64FE-4A15-988B-AC447677929D}" dt="2026-03-25T23:05:10.506" v="34" actId="1076"/>
          <ac:grpSpMkLst>
            <pc:docMk/>
            <pc:sldMk cId="0" sldId="256"/>
            <ac:grpSpMk id="17" creationId="{00000000-0000-0000-0000-000000000000}"/>
          </ac:grpSpMkLst>
        </pc:grpChg>
        <pc:grpChg chg="mod">
          <ac:chgData name="Yunhao HUANG (student)" userId="S::3132056h@student.gla.ac.uk::8655c9b7-2b5e-4c61-b6c2-2d793e0e0faf" providerId="AD" clId="Web-{213A656E-64FE-4A15-988B-AC447677929D}" dt="2026-03-25T23:05:10.537" v="35" actId="1076"/>
          <ac:grpSpMkLst>
            <pc:docMk/>
            <pc:sldMk cId="0" sldId="256"/>
            <ac:grpSpMk id="20" creationId="{00000000-0000-0000-0000-000000000000}"/>
          </ac:grpSpMkLst>
        </pc:grpChg>
      </pc:sldChg>
    </pc:docChg>
  </pc:docChgLst>
  <pc:docChgLst>
    <pc:chgData name="Yunhao HUANG (student)" userId="8655c9b7-2b5e-4c61-b6c2-2d793e0e0faf" providerId="ADAL" clId="{FEF4C3AE-EEBC-5FC3-B886-9E72D42AC22E}"/>
    <pc:docChg chg="undo custSel delSld modSld">
      <pc:chgData name="Yunhao HUANG (student)" userId="8655c9b7-2b5e-4c61-b6c2-2d793e0e0faf" providerId="ADAL" clId="{FEF4C3AE-EEBC-5FC3-B886-9E72D42AC22E}" dt="2026-03-25T22:23:06.521" v="366"/>
      <pc:docMkLst>
        <pc:docMk/>
      </pc:docMkLst>
      <pc:sldChg chg="addSp delSp modSp mod">
        <pc:chgData name="Yunhao HUANG (student)" userId="8655c9b7-2b5e-4c61-b6c2-2d793e0e0faf" providerId="ADAL" clId="{FEF4C3AE-EEBC-5FC3-B886-9E72D42AC22E}" dt="2026-03-25T22:20:08.611" v="246"/>
        <pc:sldMkLst>
          <pc:docMk/>
          <pc:sldMk cId="0" sldId="256"/>
        </pc:sldMkLst>
        <pc:spChg chg="topLvl">
          <ac:chgData name="Yunhao HUANG (student)" userId="8655c9b7-2b5e-4c61-b6c2-2d793e0e0faf" providerId="ADAL" clId="{FEF4C3AE-EEBC-5FC3-B886-9E72D42AC22E}" dt="2026-03-25T22:20:08.245" v="245" actId="478"/>
          <ac:spMkLst>
            <pc:docMk/>
            <pc:sldMk cId="0" sldId="256"/>
            <ac:spMk id="9" creationId="{00000000-0000-0000-0000-000000000000}"/>
          </ac:spMkLst>
        </pc:spChg>
        <pc:spChg chg="del mod topLvl">
          <ac:chgData name="Yunhao HUANG (student)" userId="8655c9b7-2b5e-4c61-b6c2-2d793e0e0faf" providerId="ADAL" clId="{FEF4C3AE-EEBC-5FC3-B886-9E72D42AC22E}" dt="2026-03-25T22:20:08.245" v="245" actId="478"/>
          <ac:spMkLst>
            <pc:docMk/>
            <pc:sldMk cId="0" sldId="256"/>
            <ac:spMk id="10" creationId="{00000000-0000-0000-0000-000000000000}"/>
          </ac:spMkLst>
        </pc:spChg>
        <pc:spChg chg="mod">
          <ac:chgData name="Yunhao HUANG (student)" userId="8655c9b7-2b5e-4c61-b6c2-2d793e0e0faf" providerId="ADAL" clId="{FEF4C3AE-EEBC-5FC3-B886-9E72D42AC22E}" dt="2026-03-25T19:16:30.251" v="29" actId="20577"/>
          <ac:spMkLst>
            <pc:docMk/>
            <pc:sldMk cId="0" sldId="256"/>
            <ac:spMk id="16" creationId="{00000000-0000-0000-0000-000000000000}"/>
          </ac:spMkLst>
        </pc:spChg>
        <pc:spChg chg="mod">
          <ac:chgData name="Yunhao HUANG (student)" userId="8655c9b7-2b5e-4c61-b6c2-2d793e0e0faf" providerId="ADAL" clId="{FEF4C3AE-EEBC-5FC3-B886-9E72D42AC22E}" dt="2026-03-25T19:14:31.893" v="13" actId="108"/>
          <ac:spMkLst>
            <pc:docMk/>
            <pc:sldMk cId="0" sldId="256"/>
            <ac:spMk id="22" creationId="{00000000-0000-0000-0000-000000000000}"/>
          </ac:spMkLst>
        </pc:spChg>
        <pc:spChg chg="add mod">
          <ac:chgData name="Yunhao HUANG (student)" userId="8655c9b7-2b5e-4c61-b6c2-2d793e0e0faf" providerId="ADAL" clId="{FEF4C3AE-EEBC-5FC3-B886-9E72D42AC22E}" dt="2026-03-25T22:20:08.611" v="246"/>
          <ac:spMkLst>
            <pc:docMk/>
            <pc:sldMk cId="0" sldId="256"/>
            <ac:spMk id="30" creationId="{F3274A01-ED73-138C-8C93-0C2B792F586E}"/>
          </ac:spMkLst>
        </pc:spChg>
        <pc:grpChg chg="mod">
          <ac:chgData name="Yunhao HUANG (student)" userId="8655c9b7-2b5e-4c61-b6c2-2d793e0e0faf" providerId="ADAL" clId="{FEF4C3AE-EEBC-5FC3-B886-9E72D42AC22E}" dt="2026-03-25T19:11:44.191" v="1" actId="1076"/>
          <ac:grpSpMkLst>
            <pc:docMk/>
            <pc:sldMk cId="0" sldId="256"/>
            <ac:grpSpMk id="5" creationId="{00000000-0000-0000-0000-000000000000}"/>
          </ac:grpSpMkLst>
        </pc:grpChg>
        <pc:grpChg chg="del">
          <ac:chgData name="Yunhao HUANG (student)" userId="8655c9b7-2b5e-4c61-b6c2-2d793e0e0faf" providerId="ADAL" clId="{FEF4C3AE-EEBC-5FC3-B886-9E72D42AC22E}" dt="2026-03-25T22:20:08.245" v="245" actId="478"/>
          <ac:grpSpMkLst>
            <pc:docMk/>
            <pc:sldMk cId="0" sldId="256"/>
            <ac:grpSpMk id="8" creationId="{00000000-0000-0000-0000-000000000000}"/>
          </ac:grpSpMkLst>
        </pc:grpChg>
        <pc:grpChg chg="mod">
          <ac:chgData name="Yunhao HUANG (student)" userId="8655c9b7-2b5e-4c61-b6c2-2d793e0e0faf" providerId="ADAL" clId="{FEF4C3AE-EEBC-5FC3-B886-9E72D42AC22E}" dt="2026-03-25T19:14:52.973" v="17" actId="14100"/>
          <ac:grpSpMkLst>
            <pc:docMk/>
            <pc:sldMk cId="0" sldId="256"/>
            <ac:grpSpMk id="14" creationId="{00000000-0000-0000-0000-000000000000}"/>
          </ac:grpSpMkLst>
        </pc:grpChg>
        <pc:grpChg chg="mod">
          <ac:chgData name="Yunhao HUANG (student)" userId="8655c9b7-2b5e-4c61-b6c2-2d793e0e0faf" providerId="ADAL" clId="{FEF4C3AE-EEBC-5FC3-B886-9E72D42AC22E}" dt="2026-03-25T19:14:46.730" v="15" actId="1076"/>
          <ac:grpSpMkLst>
            <pc:docMk/>
            <pc:sldMk cId="0" sldId="256"/>
            <ac:grpSpMk id="17" creationId="{00000000-0000-0000-0000-000000000000}"/>
          </ac:grpSpMkLst>
        </pc:grpChg>
        <pc:grpChg chg="mod">
          <ac:chgData name="Yunhao HUANG (student)" userId="8655c9b7-2b5e-4c61-b6c2-2d793e0e0faf" providerId="ADAL" clId="{FEF4C3AE-EEBC-5FC3-B886-9E72D42AC22E}" dt="2026-03-25T19:14:37.481" v="14" actId="1076"/>
          <ac:grpSpMkLst>
            <pc:docMk/>
            <pc:sldMk cId="0" sldId="256"/>
            <ac:grpSpMk id="20" creationId="{00000000-0000-0000-0000-000000000000}"/>
          </ac:grpSpMkLst>
        </pc:grpChg>
      </pc:sldChg>
      <pc:sldChg chg="addSp delSp modSp mod">
        <pc:chgData name="Yunhao HUANG (student)" userId="8655c9b7-2b5e-4c61-b6c2-2d793e0e0faf" providerId="ADAL" clId="{FEF4C3AE-EEBC-5FC3-B886-9E72D42AC22E}" dt="2026-03-25T22:20:13.537" v="249"/>
        <pc:sldMkLst>
          <pc:docMk/>
          <pc:sldMk cId="0" sldId="257"/>
        </pc:sldMkLst>
        <pc:spChg chg="topLvl">
          <ac:chgData name="Yunhao HUANG (student)" userId="8655c9b7-2b5e-4c61-b6c2-2d793e0e0faf" providerId="ADAL" clId="{FEF4C3AE-EEBC-5FC3-B886-9E72D42AC22E}" dt="2026-03-25T22:20:12.827" v="248" actId="478"/>
          <ac:spMkLst>
            <pc:docMk/>
            <pc:sldMk cId="0" sldId="257"/>
            <ac:spMk id="9" creationId="{00000000-0000-0000-0000-000000000000}"/>
          </ac:spMkLst>
        </pc:spChg>
        <pc:spChg chg="del mod topLvl">
          <ac:chgData name="Yunhao HUANG (student)" userId="8655c9b7-2b5e-4c61-b6c2-2d793e0e0faf" providerId="ADAL" clId="{FEF4C3AE-EEBC-5FC3-B886-9E72D42AC22E}" dt="2026-03-25T22:20:12.827" v="248" actId="478"/>
          <ac:spMkLst>
            <pc:docMk/>
            <pc:sldMk cId="0" sldId="257"/>
            <ac:spMk id="10" creationId="{00000000-0000-0000-0000-000000000000}"/>
          </ac:spMkLst>
        </pc:spChg>
        <pc:spChg chg="add mod">
          <ac:chgData name="Yunhao HUANG (student)" userId="8655c9b7-2b5e-4c61-b6c2-2d793e0e0faf" providerId="ADAL" clId="{FEF4C3AE-EEBC-5FC3-B886-9E72D42AC22E}" dt="2026-03-25T22:20:13.537" v="249"/>
          <ac:spMkLst>
            <pc:docMk/>
            <pc:sldMk cId="0" sldId="257"/>
            <ac:spMk id="14" creationId="{8A32D7D9-ECF5-98DF-B5AD-1A78A378295E}"/>
          </ac:spMkLst>
        </pc:spChg>
        <pc:grpChg chg="del">
          <ac:chgData name="Yunhao HUANG (student)" userId="8655c9b7-2b5e-4c61-b6c2-2d793e0e0faf" providerId="ADAL" clId="{FEF4C3AE-EEBC-5FC3-B886-9E72D42AC22E}" dt="2026-03-25T22:20:12.827" v="248" actId="478"/>
          <ac:grpSpMkLst>
            <pc:docMk/>
            <pc:sldMk cId="0" sldId="257"/>
            <ac:grpSpMk id="8" creationId="{00000000-0000-0000-0000-000000000000}"/>
          </ac:grpSpMkLst>
        </pc:grpChg>
      </pc:sldChg>
      <pc:sldChg chg="addSp delSp modSp mod">
        <pc:chgData name="Yunhao HUANG (student)" userId="8655c9b7-2b5e-4c61-b6c2-2d793e0e0faf" providerId="ADAL" clId="{FEF4C3AE-EEBC-5FC3-B886-9E72D42AC22E}" dt="2026-03-25T22:20:18.234" v="252"/>
        <pc:sldMkLst>
          <pc:docMk/>
          <pc:sldMk cId="0" sldId="258"/>
        </pc:sldMkLst>
        <pc:spChg chg="add mod">
          <ac:chgData name="Yunhao HUANG (student)" userId="8655c9b7-2b5e-4c61-b6c2-2d793e0e0faf" providerId="ADAL" clId="{FEF4C3AE-EEBC-5FC3-B886-9E72D42AC22E}" dt="2026-03-25T22:20:18.234" v="252"/>
          <ac:spMkLst>
            <pc:docMk/>
            <pc:sldMk cId="0" sldId="258"/>
            <ac:spMk id="16" creationId="{C3353242-DB76-171B-2382-C29A974FC51A}"/>
          </ac:spMkLst>
        </pc:spChg>
        <pc:grpChg chg="del mod">
          <ac:chgData name="Yunhao HUANG (student)" userId="8655c9b7-2b5e-4c61-b6c2-2d793e0e0faf" providerId="ADAL" clId="{FEF4C3AE-EEBC-5FC3-B886-9E72D42AC22E}" dt="2026-03-25T22:20:17.954" v="251" actId="478"/>
          <ac:grpSpMkLst>
            <pc:docMk/>
            <pc:sldMk cId="0" sldId="258"/>
            <ac:grpSpMk id="8" creationId="{00000000-0000-0000-0000-000000000000}"/>
          </ac:grpSpMkLst>
        </pc:grpChg>
      </pc:sldChg>
      <pc:sldChg chg="addSp delSp modSp mod">
        <pc:chgData name="Yunhao HUANG (student)" userId="8655c9b7-2b5e-4c61-b6c2-2d793e0e0faf" providerId="ADAL" clId="{FEF4C3AE-EEBC-5FC3-B886-9E72D42AC22E}" dt="2026-03-25T22:21:30.224" v="292" actId="20577"/>
        <pc:sldMkLst>
          <pc:docMk/>
          <pc:sldMk cId="0" sldId="260"/>
        </pc:sldMkLst>
        <pc:spChg chg="topLvl">
          <ac:chgData name="Yunhao HUANG (student)" userId="8655c9b7-2b5e-4c61-b6c2-2d793e0e0faf" providerId="ADAL" clId="{FEF4C3AE-EEBC-5FC3-B886-9E72D42AC22E}" dt="2026-03-25T22:21:23.575" v="289" actId="478"/>
          <ac:spMkLst>
            <pc:docMk/>
            <pc:sldMk cId="0" sldId="260"/>
            <ac:spMk id="9" creationId="{00000000-0000-0000-0000-000000000000}"/>
          </ac:spMkLst>
        </pc:spChg>
        <pc:spChg chg="del mod topLvl">
          <ac:chgData name="Yunhao HUANG (student)" userId="8655c9b7-2b5e-4c61-b6c2-2d793e0e0faf" providerId="ADAL" clId="{FEF4C3AE-EEBC-5FC3-B886-9E72D42AC22E}" dt="2026-03-25T22:21:23.575" v="289" actId="478"/>
          <ac:spMkLst>
            <pc:docMk/>
            <pc:sldMk cId="0" sldId="260"/>
            <ac:spMk id="10" creationId="{00000000-0000-0000-0000-000000000000}"/>
          </ac:spMkLst>
        </pc:spChg>
        <pc:spChg chg="add mod">
          <ac:chgData name="Yunhao HUANG (student)" userId="8655c9b7-2b5e-4c61-b6c2-2d793e0e0faf" providerId="ADAL" clId="{FEF4C3AE-EEBC-5FC3-B886-9E72D42AC22E}" dt="2026-03-25T22:21:24.056" v="290"/>
          <ac:spMkLst>
            <pc:docMk/>
            <pc:sldMk cId="0" sldId="260"/>
            <ac:spMk id="14" creationId="{74BF73ED-A689-8F26-C6A1-469F1509E79A}"/>
          </ac:spMkLst>
        </pc:spChg>
        <pc:spChg chg="mod">
          <ac:chgData name="Yunhao HUANG (student)" userId="8655c9b7-2b5e-4c61-b6c2-2d793e0e0faf" providerId="ADAL" clId="{FEF4C3AE-EEBC-5FC3-B886-9E72D42AC22E}" dt="2026-03-25T22:21:30.224" v="292" actId="20577"/>
          <ac:spMkLst>
            <pc:docMk/>
            <pc:sldMk cId="0" sldId="260"/>
            <ac:spMk id="40" creationId="{00000000-0000-0000-0000-000000000000}"/>
          </ac:spMkLst>
        </pc:spChg>
        <pc:grpChg chg="del">
          <ac:chgData name="Yunhao HUANG (student)" userId="8655c9b7-2b5e-4c61-b6c2-2d793e0e0faf" providerId="ADAL" clId="{FEF4C3AE-EEBC-5FC3-B886-9E72D42AC22E}" dt="2026-03-25T22:21:23.575" v="289" actId="478"/>
          <ac:grpSpMkLst>
            <pc:docMk/>
            <pc:sldMk cId="0" sldId="260"/>
            <ac:grpSpMk id="8" creationId="{00000000-0000-0000-0000-000000000000}"/>
          </ac:grpSpMkLst>
        </pc:grpChg>
      </pc:sldChg>
      <pc:sldChg chg="addSp delSp modSp mod">
        <pc:chgData name="Yunhao HUANG (student)" userId="8655c9b7-2b5e-4c61-b6c2-2d793e0e0faf" providerId="ADAL" clId="{FEF4C3AE-EEBC-5FC3-B886-9E72D42AC22E}" dt="2026-03-25T22:21:40.774" v="301" actId="20577"/>
        <pc:sldMkLst>
          <pc:docMk/>
          <pc:sldMk cId="0" sldId="261"/>
        </pc:sldMkLst>
        <pc:spChg chg="topLvl">
          <ac:chgData name="Yunhao HUANG (student)" userId="8655c9b7-2b5e-4c61-b6c2-2d793e0e0faf" providerId="ADAL" clId="{FEF4C3AE-EEBC-5FC3-B886-9E72D42AC22E}" dt="2026-03-25T22:21:34.455" v="294" actId="478"/>
          <ac:spMkLst>
            <pc:docMk/>
            <pc:sldMk cId="0" sldId="261"/>
            <ac:spMk id="9" creationId="{00000000-0000-0000-0000-000000000000}"/>
          </ac:spMkLst>
        </pc:spChg>
        <pc:spChg chg="del mod topLvl">
          <ac:chgData name="Yunhao HUANG (student)" userId="8655c9b7-2b5e-4c61-b6c2-2d793e0e0faf" providerId="ADAL" clId="{FEF4C3AE-EEBC-5FC3-B886-9E72D42AC22E}" dt="2026-03-25T22:21:34.455" v="294" actId="478"/>
          <ac:spMkLst>
            <pc:docMk/>
            <pc:sldMk cId="0" sldId="261"/>
            <ac:spMk id="10" creationId="{00000000-0000-0000-0000-000000000000}"/>
          </ac:spMkLst>
        </pc:spChg>
        <pc:spChg chg="add mod">
          <ac:chgData name="Yunhao HUANG (student)" userId="8655c9b7-2b5e-4c61-b6c2-2d793e0e0faf" providerId="ADAL" clId="{FEF4C3AE-EEBC-5FC3-B886-9E72D42AC22E}" dt="2026-03-25T22:21:34.671" v="295"/>
          <ac:spMkLst>
            <pc:docMk/>
            <pc:sldMk cId="0" sldId="261"/>
            <ac:spMk id="14" creationId="{0B85EDA4-3979-7D74-273B-29757FFAB53E}"/>
          </ac:spMkLst>
        </pc:spChg>
        <pc:spChg chg="mod">
          <ac:chgData name="Yunhao HUANG (student)" userId="8655c9b7-2b5e-4c61-b6c2-2d793e0e0faf" providerId="ADAL" clId="{FEF4C3AE-EEBC-5FC3-B886-9E72D42AC22E}" dt="2026-03-25T22:21:40.774" v="301" actId="20577"/>
          <ac:spMkLst>
            <pc:docMk/>
            <pc:sldMk cId="0" sldId="261"/>
            <ac:spMk id="175" creationId="{00000000-0000-0000-0000-000000000000}"/>
          </ac:spMkLst>
        </pc:spChg>
        <pc:grpChg chg="del">
          <ac:chgData name="Yunhao HUANG (student)" userId="8655c9b7-2b5e-4c61-b6c2-2d793e0e0faf" providerId="ADAL" clId="{FEF4C3AE-EEBC-5FC3-B886-9E72D42AC22E}" dt="2026-03-25T22:21:34.455" v="294" actId="478"/>
          <ac:grpSpMkLst>
            <pc:docMk/>
            <pc:sldMk cId="0" sldId="261"/>
            <ac:grpSpMk id="8" creationId="{00000000-0000-0000-0000-000000000000}"/>
          </ac:grpSpMkLst>
        </pc:grpChg>
      </pc:sldChg>
      <pc:sldChg chg="addSp delSp modSp mod">
        <pc:chgData name="Yunhao HUANG (student)" userId="8655c9b7-2b5e-4c61-b6c2-2d793e0e0faf" providerId="ADAL" clId="{FEF4C3AE-EEBC-5FC3-B886-9E72D42AC22E}" dt="2026-03-25T22:22:14.209" v="325" actId="20577"/>
        <pc:sldMkLst>
          <pc:docMk/>
          <pc:sldMk cId="0" sldId="263"/>
        </pc:sldMkLst>
        <pc:spChg chg="topLvl">
          <ac:chgData name="Yunhao HUANG (student)" userId="8655c9b7-2b5e-4c61-b6c2-2d793e0e0faf" providerId="ADAL" clId="{FEF4C3AE-EEBC-5FC3-B886-9E72D42AC22E}" dt="2026-03-25T22:22:10.329" v="321" actId="478"/>
          <ac:spMkLst>
            <pc:docMk/>
            <pc:sldMk cId="0" sldId="263"/>
            <ac:spMk id="9" creationId="{00000000-0000-0000-0000-000000000000}"/>
          </ac:spMkLst>
        </pc:spChg>
        <pc:spChg chg="del mod topLvl">
          <ac:chgData name="Yunhao HUANG (student)" userId="8655c9b7-2b5e-4c61-b6c2-2d793e0e0faf" providerId="ADAL" clId="{FEF4C3AE-EEBC-5FC3-B886-9E72D42AC22E}" dt="2026-03-25T22:22:10.329" v="321" actId="478"/>
          <ac:spMkLst>
            <pc:docMk/>
            <pc:sldMk cId="0" sldId="263"/>
            <ac:spMk id="10" creationId="{00000000-0000-0000-0000-000000000000}"/>
          </ac:spMkLst>
        </pc:spChg>
        <pc:spChg chg="add mod">
          <ac:chgData name="Yunhao HUANG (student)" userId="8655c9b7-2b5e-4c61-b6c2-2d793e0e0faf" providerId="ADAL" clId="{FEF4C3AE-EEBC-5FC3-B886-9E72D42AC22E}" dt="2026-03-25T22:22:10.558" v="322"/>
          <ac:spMkLst>
            <pc:docMk/>
            <pc:sldMk cId="0" sldId="263"/>
            <ac:spMk id="14" creationId="{B5E40BED-C97D-0735-6D43-F421EB2F2D89}"/>
          </ac:spMkLst>
        </pc:spChg>
        <pc:spChg chg="mod">
          <ac:chgData name="Yunhao HUANG (student)" userId="8655c9b7-2b5e-4c61-b6c2-2d793e0e0faf" providerId="ADAL" clId="{FEF4C3AE-EEBC-5FC3-B886-9E72D42AC22E}" dt="2026-03-25T22:22:14.209" v="325" actId="20577"/>
          <ac:spMkLst>
            <pc:docMk/>
            <pc:sldMk cId="0" sldId="263"/>
            <ac:spMk id="37" creationId="{00000000-0000-0000-0000-000000000000}"/>
          </ac:spMkLst>
        </pc:spChg>
        <pc:grpChg chg="del">
          <ac:chgData name="Yunhao HUANG (student)" userId="8655c9b7-2b5e-4c61-b6c2-2d793e0e0faf" providerId="ADAL" clId="{FEF4C3AE-EEBC-5FC3-B886-9E72D42AC22E}" dt="2026-03-25T22:22:10.329" v="321" actId="478"/>
          <ac:grpSpMkLst>
            <pc:docMk/>
            <pc:sldMk cId="0" sldId="263"/>
            <ac:grpSpMk id="8" creationId="{00000000-0000-0000-0000-000000000000}"/>
          </ac:grpSpMkLst>
        </pc:grpChg>
      </pc:sldChg>
      <pc:sldChg chg="addSp delSp modSp mod">
        <pc:chgData name="Yunhao HUANG (student)" userId="8655c9b7-2b5e-4c61-b6c2-2d793e0e0faf" providerId="ADAL" clId="{FEF4C3AE-EEBC-5FC3-B886-9E72D42AC22E}" dt="2026-03-25T22:22:49.901" v="353"/>
        <pc:sldMkLst>
          <pc:docMk/>
          <pc:sldMk cId="0" sldId="264"/>
        </pc:sldMkLst>
        <pc:spChg chg="topLvl">
          <ac:chgData name="Yunhao HUANG (student)" userId="8655c9b7-2b5e-4c61-b6c2-2d793e0e0faf" providerId="ADAL" clId="{FEF4C3AE-EEBC-5FC3-B886-9E72D42AC22E}" dt="2026-03-25T22:22:49.723" v="352" actId="478"/>
          <ac:spMkLst>
            <pc:docMk/>
            <pc:sldMk cId="0" sldId="264"/>
            <ac:spMk id="9" creationId="{00000000-0000-0000-0000-000000000000}"/>
          </ac:spMkLst>
        </pc:spChg>
        <pc:spChg chg="del mod topLvl">
          <ac:chgData name="Yunhao HUANG (student)" userId="8655c9b7-2b5e-4c61-b6c2-2d793e0e0faf" providerId="ADAL" clId="{FEF4C3AE-EEBC-5FC3-B886-9E72D42AC22E}" dt="2026-03-25T22:22:49.723" v="352" actId="478"/>
          <ac:spMkLst>
            <pc:docMk/>
            <pc:sldMk cId="0" sldId="264"/>
            <ac:spMk id="10" creationId="{00000000-0000-0000-0000-000000000000}"/>
          </ac:spMkLst>
        </pc:spChg>
        <pc:spChg chg="add mod">
          <ac:chgData name="Yunhao HUANG (student)" userId="8655c9b7-2b5e-4c61-b6c2-2d793e0e0faf" providerId="ADAL" clId="{FEF4C3AE-EEBC-5FC3-B886-9E72D42AC22E}" dt="2026-03-25T22:22:49.901" v="353"/>
          <ac:spMkLst>
            <pc:docMk/>
            <pc:sldMk cId="0" sldId="264"/>
            <ac:spMk id="14" creationId="{E5F78CDC-E968-C77F-E7C5-B2DABAFEC454}"/>
          </ac:spMkLst>
        </pc:spChg>
        <pc:spChg chg="mod">
          <ac:chgData name="Yunhao HUANG (student)" userId="8655c9b7-2b5e-4c61-b6c2-2d793e0e0faf" providerId="ADAL" clId="{FEF4C3AE-EEBC-5FC3-B886-9E72D42AC22E}" dt="2026-03-25T22:22:36.737" v="343" actId="20577"/>
          <ac:spMkLst>
            <pc:docMk/>
            <pc:sldMk cId="0" sldId="264"/>
            <ac:spMk id="112" creationId="{00000000-0000-0000-0000-000000000000}"/>
          </ac:spMkLst>
        </pc:spChg>
        <pc:grpChg chg="del">
          <ac:chgData name="Yunhao HUANG (student)" userId="8655c9b7-2b5e-4c61-b6c2-2d793e0e0faf" providerId="ADAL" clId="{FEF4C3AE-EEBC-5FC3-B886-9E72D42AC22E}" dt="2026-03-25T22:22:49.723" v="352" actId="478"/>
          <ac:grpSpMkLst>
            <pc:docMk/>
            <pc:sldMk cId="0" sldId="264"/>
            <ac:grpSpMk id="8" creationId="{00000000-0000-0000-0000-000000000000}"/>
          </ac:grpSpMkLst>
        </pc:grpChg>
      </pc:sldChg>
      <pc:sldChg chg="del">
        <pc:chgData name="Yunhao HUANG (student)" userId="8655c9b7-2b5e-4c61-b6c2-2d793e0e0faf" providerId="ADAL" clId="{FEF4C3AE-EEBC-5FC3-B886-9E72D42AC22E}" dt="2026-03-25T19:46:01.734" v="235" actId="2696"/>
        <pc:sldMkLst>
          <pc:docMk/>
          <pc:sldMk cId="0" sldId="265"/>
        </pc:sldMkLst>
      </pc:sldChg>
      <pc:sldChg chg="addSp delSp modSp mod">
        <pc:chgData name="Yunhao HUANG (student)" userId="8655c9b7-2b5e-4c61-b6c2-2d793e0e0faf" providerId="ADAL" clId="{FEF4C3AE-EEBC-5FC3-B886-9E72D42AC22E}" dt="2026-03-25T22:20:59.564" v="278" actId="20577"/>
        <pc:sldMkLst>
          <pc:docMk/>
          <pc:sldMk cId="1164116599" sldId="267"/>
        </pc:sldMkLst>
        <pc:spChg chg="add mod">
          <ac:chgData name="Yunhao HUANG (student)" userId="8655c9b7-2b5e-4c61-b6c2-2d793e0e0faf" providerId="ADAL" clId="{FEF4C3AE-EEBC-5FC3-B886-9E72D42AC22E}" dt="2026-03-25T22:20:40.325" v="272" actId="1037"/>
          <ac:spMkLst>
            <pc:docMk/>
            <pc:sldMk cId="1164116599" sldId="267"/>
            <ac:spMk id="3" creationId="{F65A0337-A2D7-C4EF-5A25-E73EC537BAB9}"/>
          </ac:spMkLst>
        </pc:spChg>
        <pc:spChg chg="add del mod">
          <ac:chgData name="Yunhao HUANG (student)" userId="8655c9b7-2b5e-4c61-b6c2-2d793e0e0faf" providerId="ADAL" clId="{FEF4C3AE-EEBC-5FC3-B886-9E72D42AC22E}" dt="2026-03-25T22:20:59.564" v="278" actId="20577"/>
          <ac:spMkLst>
            <pc:docMk/>
            <pc:sldMk cId="1164116599" sldId="267"/>
            <ac:spMk id="36" creationId="{00000000-0000-0000-0000-000000000000}"/>
          </ac:spMkLst>
        </pc:spChg>
      </pc:sldChg>
      <pc:sldChg chg="addSp delSp modSp mod">
        <pc:chgData name="Yunhao HUANG (student)" userId="8655c9b7-2b5e-4c61-b6c2-2d793e0e0faf" providerId="ADAL" clId="{FEF4C3AE-EEBC-5FC3-B886-9E72D42AC22E}" dt="2026-03-25T22:23:06.521" v="366"/>
        <pc:sldMkLst>
          <pc:docMk/>
          <pc:sldMk cId="2206133933" sldId="268"/>
        </pc:sldMkLst>
        <pc:spChg chg="add mod">
          <ac:chgData name="Yunhao HUANG (student)" userId="8655c9b7-2b5e-4c61-b6c2-2d793e0e0faf" providerId="ADAL" clId="{FEF4C3AE-EEBC-5FC3-B886-9E72D42AC22E}" dt="2026-03-25T22:23:06.521" v="366"/>
          <ac:spMkLst>
            <pc:docMk/>
            <pc:sldMk cId="2206133933" sldId="268"/>
            <ac:spMk id="14" creationId="{5BF433AB-C4B9-E169-33FF-8DF10886DC36}"/>
          </ac:spMkLst>
        </pc:spChg>
        <pc:spChg chg="mod">
          <ac:chgData name="Yunhao HUANG (student)" userId="8655c9b7-2b5e-4c61-b6c2-2d793e0e0faf" providerId="ADAL" clId="{FEF4C3AE-EEBC-5FC3-B886-9E72D42AC22E}" dt="2026-03-25T22:22:21.539" v="328" actId="20577"/>
          <ac:spMkLst>
            <pc:docMk/>
            <pc:sldMk cId="2206133933" sldId="268"/>
            <ac:spMk id="37" creationId="{DDF47675-EE2C-1151-67CF-F6AB1D3200F7}"/>
          </ac:spMkLst>
        </pc:spChg>
        <pc:grpChg chg="del mod">
          <ac:chgData name="Yunhao HUANG (student)" userId="8655c9b7-2b5e-4c61-b6c2-2d793e0e0faf" providerId="ADAL" clId="{FEF4C3AE-EEBC-5FC3-B886-9E72D42AC22E}" dt="2026-03-25T22:23:06.291" v="365" actId="478"/>
          <ac:grpSpMkLst>
            <pc:docMk/>
            <pc:sldMk cId="2206133933" sldId="268"/>
            <ac:grpSpMk id="8" creationId="{D13DCD03-65A1-9719-A8BE-CE8F9F2D25FF}"/>
          </ac:grpSpMkLst>
        </pc:grpChg>
      </pc:sldChg>
      <pc:sldChg chg="addSp delSp modSp mod">
        <pc:chgData name="Yunhao HUANG (student)" userId="8655c9b7-2b5e-4c61-b6c2-2d793e0e0faf" providerId="ADAL" clId="{FEF4C3AE-EEBC-5FC3-B886-9E72D42AC22E}" dt="2026-03-25T22:23:02.901" v="363"/>
        <pc:sldMkLst>
          <pc:docMk/>
          <pc:sldMk cId="2498989363" sldId="270"/>
        </pc:sldMkLst>
        <pc:spChg chg="add mod">
          <ac:chgData name="Yunhao HUANG (student)" userId="8655c9b7-2b5e-4c61-b6c2-2d793e0e0faf" providerId="ADAL" clId="{FEF4C3AE-EEBC-5FC3-B886-9E72D42AC22E}" dt="2026-03-25T22:23:02.901" v="363"/>
          <ac:spMkLst>
            <pc:docMk/>
            <pc:sldMk cId="2498989363" sldId="270"/>
            <ac:spMk id="14" creationId="{16881EA9-EEBD-A16A-F8AE-1059EBF4D07F}"/>
          </ac:spMkLst>
        </pc:spChg>
        <pc:spChg chg="mod">
          <ac:chgData name="Yunhao HUANG (student)" userId="8655c9b7-2b5e-4c61-b6c2-2d793e0e0faf" providerId="ADAL" clId="{FEF4C3AE-EEBC-5FC3-B886-9E72D42AC22E}" dt="2026-03-25T22:22:24.624" v="331" actId="20577"/>
          <ac:spMkLst>
            <pc:docMk/>
            <pc:sldMk cId="2498989363" sldId="270"/>
            <ac:spMk id="37" creationId="{CB086927-FC62-5266-B62B-E6C290ACD55B}"/>
          </ac:spMkLst>
        </pc:spChg>
        <pc:grpChg chg="del mod">
          <ac:chgData name="Yunhao HUANG (student)" userId="8655c9b7-2b5e-4c61-b6c2-2d793e0e0faf" providerId="ADAL" clId="{FEF4C3AE-EEBC-5FC3-B886-9E72D42AC22E}" dt="2026-03-25T22:23:02.651" v="362" actId="478"/>
          <ac:grpSpMkLst>
            <pc:docMk/>
            <pc:sldMk cId="2498989363" sldId="270"/>
            <ac:grpSpMk id="8" creationId="{37D3DB85-4BAC-1CEC-9024-B794014135D8}"/>
          </ac:grpSpMkLst>
        </pc:grpChg>
      </pc:sldChg>
      <pc:sldChg chg="addSp delSp modSp mod">
        <pc:chgData name="Yunhao HUANG (student)" userId="8655c9b7-2b5e-4c61-b6c2-2d793e0e0faf" providerId="ADAL" clId="{FEF4C3AE-EEBC-5FC3-B886-9E72D42AC22E}" dt="2026-03-25T22:22:59.478" v="360"/>
        <pc:sldMkLst>
          <pc:docMk/>
          <pc:sldMk cId="475974155" sldId="271"/>
        </pc:sldMkLst>
        <pc:spChg chg="add mod">
          <ac:chgData name="Yunhao HUANG (student)" userId="8655c9b7-2b5e-4c61-b6c2-2d793e0e0faf" providerId="ADAL" clId="{FEF4C3AE-EEBC-5FC3-B886-9E72D42AC22E}" dt="2026-03-25T22:22:59.478" v="360"/>
          <ac:spMkLst>
            <pc:docMk/>
            <pc:sldMk cId="475974155" sldId="271"/>
            <ac:spMk id="14" creationId="{3DD8BE93-7018-AD52-72EF-AB001F038F91}"/>
          </ac:spMkLst>
        </pc:spChg>
        <pc:spChg chg="mod">
          <ac:chgData name="Yunhao HUANG (student)" userId="8655c9b7-2b5e-4c61-b6c2-2d793e0e0faf" providerId="ADAL" clId="{FEF4C3AE-EEBC-5FC3-B886-9E72D42AC22E}" dt="2026-03-25T22:22:28.329" v="334" actId="20577"/>
          <ac:spMkLst>
            <pc:docMk/>
            <pc:sldMk cId="475974155" sldId="271"/>
            <ac:spMk id="37" creationId="{CD58AABF-761B-F846-2B58-6DF81CCCDCDD}"/>
          </ac:spMkLst>
        </pc:spChg>
        <pc:grpChg chg="del mod">
          <ac:chgData name="Yunhao HUANG (student)" userId="8655c9b7-2b5e-4c61-b6c2-2d793e0e0faf" providerId="ADAL" clId="{FEF4C3AE-EEBC-5FC3-B886-9E72D42AC22E}" dt="2026-03-25T22:22:59.225" v="359" actId="478"/>
          <ac:grpSpMkLst>
            <pc:docMk/>
            <pc:sldMk cId="475974155" sldId="271"/>
            <ac:grpSpMk id="8" creationId="{F5F9DF5E-07C1-58AF-D52C-0F22F2837E28}"/>
          </ac:grpSpMkLst>
        </pc:grpChg>
      </pc:sldChg>
      <pc:sldChg chg="addSp delSp modSp mod">
        <pc:chgData name="Yunhao HUANG (student)" userId="8655c9b7-2b5e-4c61-b6c2-2d793e0e0faf" providerId="ADAL" clId="{FEF4C3AE-EEBC-5FC3-B886-9E72D42AC22E}" dt="2026-03-25T22:22:53.121" v="356"/>
        <pc:sldMkLst>
          <pc:docMk/>
          <pc:sldMk cId="3001033891" sldId="272"/>
        </pc:sldMkLst>
        <pc:spChg chg="topLvl">
          <ac:chgData name="Yunhao HUANG (student)" userId="8655c9b7-2b5e-4c61-b6c2-2d793e0e0faf" providerId="ADAL" clId="{FEF4C3AE-EEBC-5FC3-B886-9E72D42AC22E}" dt="2026-03-25T22:22:52.927" v="355" actId="478"/>
          <ac:spMkLst>
            <pc:docMk/>
            <pc:sldMk cId="3001033891" sldId="272"/>
            <ac:spMk id="9" creationId="{D9B10CC0-E81B-F22A-8146-995B41373564}"/>
          </ac:spMkLst>
        </pc:spChg>
        <pc:spChg chg="del mod topLvl">
          <ac:chgData name="Yunhao HUANG (student)" userId="8655c9b7-2b5e-4c61-b6c2-2d793e0e0faf" providerId="ADAL" clId="{FEF4C3AE-EEBC-5FC3-B886-9E72D42AC22E}" dt="2026-03-25T22:22:52.927" v="355" actId="478"/>
          <ac:spMkLst>
            <pc:docMk/>
            <pc:sldMk cId="3001033891" sldId="272"/>
            <ac:spMk id="10" creationId="{ACF07868-441D-8F87-E94D-C5DBDC4B14F5}"/>
          </ac:spMkLst>
        </pc:spChg>
        <pc:spChg chg="add mod">
          <ac:chgData name="Yunhao HUANG (student)" userId="8655c9b7-2b5e-4c61-b6c2-2d793e0e0faf" providerId="ADAL" clId="{FEF4C3AE-EEBC-5FC3-B886-9E72D42AC22E}" dt="2026-03-25T22:22:53.121" v="356"/>
          <ac:spMkLst>
            <pc:docMk/>
            <pc:sldMk cId="3001033891" sldId="272"/>
            <ac:spMk id="14" creationId="{0A13CBD4-5DC4-EAE7-1857-269CF3DB3D78}"/>
          </ac:spMkLst>
        </pc:spChg>
        <pc:spChg chg="mod">
          <ac:chgData name="Yunhao HUANG (student)" userId="8655c9b7-2b5e-4c61-b6c2-2d793e0e0faf" providerId="ADAL" clId="{FEF4C3AE-EEBC-5FC3-B886-9E72D42AC22E}" dt="2026-03-25T22:22:32.354" v="339" actId="20577"/>
          <ac:spMkLst>
            <pc:docMk/>
            <pc:sldMk cId="3001033891" sldId="272"/>
            <ac:spMk id="37" creationId="{F04E01B8-437F-473F-96B2-934CC439986A}"/>
          </ac:spMkLst>
        </pc:spChg>
        <pc:grpChg chg="del">
          <ac:chgData name="Yunhao HUANG (student)" userId="8655c9b7-2b5e-4c61-b6c2-2d793e0e0faf" providerId="ADAL" clId="{FEF4C3AE-EEBC-5FC3-B886-9E72D42AC22E}" dt="2026-03-25T22:22:52.927" v="355" actId="478"/>
          <ac:grpSpMkLst>
            <pc:docMk/>
            <pc:sldMk cId="3001033891" sldId="272"/>
            <ac:grpSpMk id="8" creationId="{6D658AE3-52A3-7169-13B2-08FFEEAC1268}"/>
          </ac:grpSpMkLst>
        </pc:grpChg>
      </pc:sldChg>
      <pc:sldChg chg="addSp delSp modSp mod">
        <pc:chgData name="Yunhao HUANG (student)" userId="8655c9b7-2b5e-4c61-b6c2-2d793e0e0faf" providerId="ADAL" clId="{FEF4C3AE-EEBC-5FC3-B886-9E72D42AC22E}" dt="2026-03-25T22:21:07.757" v="282" actId="20577"/>
        <pc:sldMkLst>
          <pc:docMk/>
          <pc:sldMk cId="3578680727" sldId="273"/>
        </pc:sldMkLst>
        <pc:spChg chg="topLvl">
          <ac:chgData name="Yunhao HUANG (student)" userId="8655c9b7-2b5e-4c61-b6c2-2d793e0e0faf" providerId="ADAL" clId="{FEF4C3AE-EEBC-5FC3-B886-9E72D42AC22E}" dt="2026-03-25T22:21:03.605" v="279" actId="478"/>
          <ac:spMkLst>
            <pc:docMk/>
            <pc:sldMk cId="3578680727" sldId="273"/>
            <ac:spMk id="9" creationId="{17AC7FE5-2ABC-5907-9232-63B3F3AA734F}"/>
          </ac:spMkLst>
        </pc:spChg>
        <pc:spChg chg="del topLvl">
          <ac:chgData name="Yunhao HUANG (student)" userId="8655c9b7-2b5e-4c61-b6c2-2d793e0e0faf" providerId="ADAL" clId="{FEF4C3AE-EEBC-5FC3-B886-9E72D42AC22E}" dt="2026-03-25T22:21:03.605" v="279" actId="478"/>
          <ac:spMkLst>
            <pc:docMk/>
            <pc:sldMk cId="3578680727" sldId="273"/>
            <ac:spMk id="10" creationId="{7307D87C-50B8-5702-34D7-72D5027BDF15}"/>
          </ac:spMkLst>
        </pc:spChg>
        <pc:spChg chg="add mod">
          <ac:chgData name="Yunhao HUANG (student)" userId="8655c9b7-2b5e-4c61-b6c2-2d793e0e0faf" providerId="ADAL" clId="{FEF4C3AE-EEBC-5FC3-B886-9E72D42AC22E}" dt="2026-03-25T22:21:04.123" v="280"/>
          <ac:spMkLst>
            <pc:docMk/>
            <pc:sldMk cId="3578680727" sldId="273"/>
            <ac:spMk id="87" creationId="{F67AB641-9227-4D8E-6618-FADD6330CA3F}"/>
          </ac:spMkLst>
        </pc:spChg>
        <pc:spChg chg="mod">
          <ac:chgData name="Yunhao HUANG (student)" userId="8655c9b7-2b5e-4c61-b6c2-2d793e0e0faf" providerId="ADAL" clId="{FEF4C3AE-EEBC-5FC3-B886-9E72D42AC22E}" dt="2026-03-25T22:21:07.757" v="282" actId="20577"/>
          <ac:spMkLst>
            <pc:docMk/>
            <pc:sldMk cId="3578680727" sldId="273"/>
            <ac:spMk id="92" creationId="{0D620410-4EED-6390-1E0B-0DB80E708E68}"/>
          </ac:spMkLst>
        </pc:spChg>
        <pc:spChg chg="mod">
          <ac:chgData name="Yunhao HUANG (student)" userId="8655c9b7-2b5e-4c61-b6c2-2d793e0e0faf" providerId="ADAL" clId="{FEF4C3AE-EEBC-5FC3-B886-9E72D42AC22E}" dt="2026-03-25T19:34:00.907" v="48" actId="1076"/>
          <ac:spMkLst>
            <pc:docMk/>
            <pc:sldMk cId="3578680727" sldId="273"/>
            <ac:spMk id="119" creationId="{6B953750-B2BA-D13D-7E86-237AA5CFDB17}"/>
          </ac:spMkLst>
        </pc:spChg>
        <pc:spChg chg="mod">
          <ac:chgData name="Yunhao HUANG (student)" userId="8655c9b7-2b5e-4c61-b6c2-2d793e0e0faf" providerId="ADAL" clId="{FEF4C3AE-EEBC-5FC3-B886-9E72D42AC22E}" dt="2026-03-25T19:34:04.871" v="49" actId="1076"/>
          <ac:spMkLst>
            <pc:docMk/>
            <pc:sldMk cId="3578680727" sldId="273"/>
            <ac:spMk id="120" creationId="{B942A548-41C0-7A88-A3F1-3FAE8AC663EE}"/>
          </ac:spMkLst>
        </pc:spChg>
        <pc:grpChg chg="del">
          <ac:chgData name="Yunhao HUANG (student)" userId="8655c9b7-2b5e-4c61-b6c2-2d793e0e0faf" providerId="ADAL" clId="{FEF4C3AE-EEBC-5FC3-B886-9E72D42AC22E}" dt="2026-03-25T22:21:03.605" v="279" actId="478"/>
          <ac:grpSpMkLst>
            <pc:docMk/>
            <pc:sldMk cId="3578680727" sldId="273"/>
            <ac:grpSpMk id="8" creationId="{EA759CB1-6205-2366-08CB-F4F5625FC74F}"/>
          </ac:grpSpMkLst>
        </pc:grpChg>
        <pc:grpChg chg="mod">
          <ac:chgData name="Yunhao HUANG (student)" userId="8655c9b7-2b5e-4c61-b6c2-2d793e0e0faf" providerId="ADAL" clId="{FEF4C3AE-EEBC-5FC3-B886-9E72D42AC22E}" dt="2026-03-25T19:33:58.417" v="46" actId="1076"/>
          <ac:grpSpMkLst>
            <pc:docMk/>
            <pc:sldMk cId="3578680727" sldId="273"/>
            <ac:grpSpMk id="36" creationId="{40B71CDE-EE8A-09EF-FE30-6FDF0DED0913}"/>
          </ac:grpSpMkLst>
        </pc:grpChg>
      </pc:sldChg>
      <pc:sldChg chg="addSp delSp modSp mod">
        <pc:chgData name="Yunhao HUANG (student)" userId="8655c9b7-2b5e-4c61-b6c2-2d793e0e0faf" providerId="ADAL" clId="{FEF4C3AE-EEBC-5FC3-B886-9E72D42AC22E}" dt="2026-03-25T22:22:05.926" v="319" actId="20577"/>
        <pc:sldMkLst>
          <pc:docMk/>
          <pc:sldMk cId="1101295079" sldId="275"/>
        </pc:sldMkLst>
        <pc:spChg chg="topLvl">
          <ac:chgData name="Yunhao HUANG (student)" userId="8655c9b7-2b5e-4c61-b6c2-2d793e0e0faf" providerId="ADAL" clId="{FEF4C3AE-EEBC-5FC3-B886-9E72D42AC22E}" dt="2026-03-25T22:22:02.339" v="315" actId="478"/>
          <ac:spMkLst>
            <pc:docMk/>
            <pc:sldMk cId="1101295079" sldId="275"/>
            <ac:spMk id="9" creationId="{789959A1-A848-E9DF-723A-AEC45A8F66D5}"/>
          </ac:spMkLst>
        </pc:spChg>
        <pc:spChg chg="del mod topLvl">
          <ac:chgData name="Yunhao HUANG (student)" userId="8655c9b7-2b5e-4c61-b6c2-2d793e0e0faf" providerId="ADAL" clId="{FEF4C3AE-EEBC-5FC3-B886-9E72D42AC22E}" dt="2026-03-25T22:22:02.339" v="315" actId="478"/>
          <ac:spMkLst>
            <pc:docMk/>
            <pc:sldMk cId="1101295079" sldId="275"/>
            <ac:spMk id="10" creationId="{C5679F8A-7DAD-347C-8CE5-74D1703D5A1C}"/>
          </ac:spMkLst>
        </pc:spChg>
        <pc:spChg chg="add mod">
          <ac:chgData name="Yunhao HUANG (student)" userId="8655c9b7-2b5e-4c61-b6c2-2d793e0e0faf" providerId="ADAL" clId="{FEF4C3AE-EEBC-5FC3-B886-9E72D42AC22E}" dt="2026-03-25T22:22:02.539" v="316"/>
          <ac:spMkLst>
            <pc:docMk/>
            <pc:sldMk cId="1101295079" sldId="275"/>
            <ac:spMk id="14" creationId="{941BD5C7-150E-D71E-A343-E96A9070F3F8}"/>
          </ac:spMkLst>
        </pc:spChg>
        <pc:spChg chg="mod">
          <ac:chgData name="Yunhao HUANG (student)" userId="8655c9b7-2b5e-4c61-b6c2-2d793e0e0faf" providerId="ADAL" clId="{FEF4C3AE-EEBC-5FC3-B886-9E72D42AC22E}" dt="2026-03-25T22:22:05.926" v="319" actId="20577"/>
          <ac:spMkLst>
            <pc:docMk/>
            <pc:sldMk cId="1101295079" sldId="275"/>
            <ac:spMk id="46" creationId="{78A19B4C-708C-5459-EE64-F1B0641B7795}"/>
          </ac:spMkLst>
        </pc:spChg>
        <pc:grpChg chg="del">
          <ac:chgData name="Yunhao HUANG (student)" userId="8655c9b7-2b5e-4c61-b6c2-2d793e0e0faf" providerId="ADAL" clId="{FEF4C3AE-EEBC-5FC3-B886-9E72D42AC22E}" dt="2026-03-25T22:22:02.339" v="315" actId="478"/>
          <ac:grpSpMkLst>
            <pc:docMk/>
            <pc:sldMk cId="1101295079" sldId="275"/>
            <ac:grpSpMk id="8" creationId="{00EA64FB-054A-D5BD-5F4D-94F8014CB8A1}"/>
          </ac:grpSpMkLst>
        </pc:grpChg>
      </pc:sldChg>
      <pc:sldChg chg="addSp delSp modSp mod modNotesTx">
        <pc:chgData name="Yunhao HUANG (student)" userId="8655c9b7-2b5e-4c61-b6c2-2d793e0e0faf" providerId="ADAL" clId="{FEF4C3AE-EEBC-5FC3-B886-9E72D42AC22E}" dt="2026-03-25T22:21:18.537" v="287" actId="20577"/>
        <pc:sldMkLst>
          <pc:docMk/>
          <pc:sldMk cId="4282407964" sldId="277"/>
        </pc:sldMkLst>
        <pc:spChg chg="add mod">
          <ac:chgData name="Yunhao HUANG (student)" userId="8655c9b7-2b5e-4c61-b6c2-2d793e0e0faf" providerId="ADAL" clId="{FEF4C3AE-EEBC-5FC3-B886-9E72D42AC22E}" dt="2026-03-25T22:21:14.242" v="285"/>
          <ac:spMkLst>
            <pc:docMk/>
            <pc:sldMk cId="4282407964" sldId="277"/>
            <ac:spMk id="14" creationId="{B9585E82-C715-ABAA-E7FA-86093A6DB30C}"/>
          </ac:spMkLst>
        </pc:spChg>
        <pc:spChg chg="mod">
          <ac:chgData name="Yunhao HUANG (student)" userId="8655c9b7-2b5e-4c61-b6c2-2d793e0e0faf" providerId="ADAL" clId="{FEF4C3AE-EEBC-5FC3-B886-9E72D42AC22E}" dt="2026-03-25T19:41:26.816" v="178" actId="1076"/>
          <ac:spMkLst>
            <pc:docMk/>
            <pc:sldMk cId="4282407964" sldId="277"/>
            <ac:spMk id="15" creationId="{B381285D-048E-1B01-2802-512846D0B724}"/>
          </ac:spMkLst>
        </pc:spChg>
        <pc:spChg chg="add del mod">
          <ac:chgData name="Yunhao HUANG (student)" userId="8655c9b7-2b5e-4c61-b6c2-2d793e0e0faf" providerId="ADAL" clId="{FEF4C3AE-EEBC-5FC3-B886-9E72D42AC22E}" dt="2026-03-25T19:34:41.716" v="57" actId="478"/>
          <ac:spMkLst>
            <pc:docMk/>
            <pc:sldMk cId="4282407964" sldId="277"/>
            <ac:spMk id="18" creationId="{2CF76D6F-FB51-348F-3EAA-BAA051125886}"/>
          </ac:spMkLst>
        </pc:spChg>
        <pc:spChg chg="mod">
          <ac:chgData name="Yunhao HUANG (student)" userId="8655c9b7-2b5e-4c61-b6c2-2d793e0e0faf" providerId="ADAL" clId="{FEF4C3AE-EEBC-5FC3-B886-9E72D42AC22E}" dt="2026-03-25T19:42:27.781" v="200" actId="14100"/>
          <ac:spMkLst>
            <pc:docMk/>
            <pc:sldMk cId="4282407964" sldId="277"/>
            <ac:spMk id="20" creationId="{AF70CAE0-DCFF-BCF6-D30D-FE4A8058273C}"/>
          </ac:spMkLst>
        </pc:spChg>
        <pc:spChg chg="mod">
          <ac:chgData name="Yunhao HUANG (student)" userId="8655c9b7-2b5e-4c61-b6c2-2d793e0e0faf" providerId="ADAL" clId="{FEF4C3AE-EEBC-5FC3-B886-9E72D42AC22E}" dt="2026-03-25T19:40:26.413" v="156" actId="1076"/>
          <ac:spMkLst>
            <pc:docMk/>
            <pc:sldMk cId="4282407964" sldId="277"/>
            <ac:spMk id="21" creationId="{991B6DEE-C90C-2E72-585E-8AA28D070B25}"/>
          </ac:spMkLst>
        </pc:spChg>
        <pc:spChg chg="mod">
          <ac:chgData name="Yunhao HUANG (student)" userId="8655c9b7-2b5e-4c61-b6c2-2d793e0e0faf" providerId="ADAL" clId="{FEF4C3AE-EEBC-5FC3-B886-9E72D42AC22E}" dt="2026-03-25T19:42:09.147" v="193" actId="1076"/>
          <ac:spMkLst>
            <pc:docMk/>
            <pc:sldMk cId="4282407964" sldId="277"/>
            <ac:spMk id="23" creationId="{D4325E0F-B3A7-9FA3-9F53-70CBA21EDE64}"/>
          </ac:spMkLst>
        </pc:spChg>
        <pc:spChg chg="mod">
          <ac:chgData name="Yunhao HUANG (student)" userId="8655c9b7-2b5e-4c61-b6c2-2d793e0e0faf" providerId="ADAL" clId="{FEF4C3AE-EEBC-5FC3-B886-9E72D42AC22E}" dt="2026-03-25T19:44:37.807" v="233" actId="122"/>
          <ac:spMkLst>
            <pc:docMk/>
            <pc:sldMk cId="4282407964" sldId="277"/>
            <ac:spMk id="24" creationId="{E8EAFDFD-4A6C-E546-7A13-0761E1242002}"/>
          </ac:spMkLst>
        </pc:spChg>
        <pc:spChg chg="add del mod topLvl">
          <ac:chgData name="Yunhao HUANG (student)" userId="8655c9b7-2b5e-4c61-b6c2-2d793e0e0faf" providerId="ADAL" clId="{FEF4C3AE-EEBC-5FC3-B886-9E72D42AC22E}" dt="2026-03-25T19:44:05.786" v="221" actId="12"/>
          <ac:spMkLst>
            <pc:docMk/>
            <pc:sldMk cId="4282407964" sldId="277"/>
            <ac:spMk id="26" creationId="{B95079AB-ED49-AF2C-0A20-6165EA39BCEE}"/>
          </ac:spMkLst>
        </pc:spChg>
        <pc:spChg chg="mod topLvl">
          <ac:chgData name="Yunhao HUANG (student)" userId="8655c9b7-2b5e-4c61-b6c2-2d793e0e0faf" providerId="ADAL" clId="{FEF4C3AE-EEBC-5FC3-B886-9E72D42AC22E}" dt="2026-03-25T19:36:12.601" v="87" actId="478"/>
          <ac:spMkLst>
            <pc:docMk/>
            <pc:sldMk cId="4282407964" sldId="277"/>
            <ac:spMk id="27" creationId="{F369D1D3-110E-B813-942C-29B7E049EB4A}"/>
          </ac:spMkLst>
        </pc:spChg>
        <pc:spChg chg="mod">
          <ac:chgData name="Yunhao HUANG (student)" userId="8655c9b7-2b5e-4c61-b6c2-2d793e0e0faf" providerId="ADAL" clId="{FEF4C3AE-EEBC-5FC3-B886-9E72D42AC22E}" dt="2026-03-25T19:35:16.118" v="72"/>
          <ac:spMkLst>
            <pc:docMk/>
            <pc:sldMk cId="4282407964" sldId="277"/>
            <ac:spMk id="29" creationId="{61A95AC9-BFAA-5DA6-2FD4-2159C58313C8}"/>
          </ac:spMkLst>
        </pc:spChg>
        <pc:spChg chg="mod">
          <ac:chgData name="Yunhao HUANG (student)" userId="8655c9b7-2b5e-4c61-b6c2-2d793e0e0faf" providerId="ADAL" clId="{FEF4C3AE-EEBC-5FC3-B886-9E72D42AC22E}" dt="2026-03-25T19:35:16.118" v="72"/>
          <ac:spMkLst>
            <pc:docMk/>
            <pc:sldMk cId="4282407964" sldId="277"/>
            <ac:spMk id="30" creationId="{B0947253-DA6C-E862-A4F5-EA8C2845BC95}"/>
          </ac:spMkLst>
        </pc:spChg>
        <pc:spChg chg="mod">
          <ac:chgData name="Yunhao HUANG (student)" userId="8655c9b7-2b5e-4c61-b6c2-2d793e0e0faf" providerId="ADAL" clId="{FEF4C3AE-EEBC-5FC3-B886-9E72D42AC22E}" dt="2026-03-25T19:37:32.203" v="109" actId="571"/>
          <ac:spMkLst>
            <pc:docMk/>
            <pc:sldMk cId="4282407964" sldId="277"/>
            <ac:spMk id="33" creationId="{16ABE104-C425-72E3-A6F9-BC0973B91D29}"/>
          </ac:spMkLst>
        </pc:spChg>
        <pc:spChg chg="mod">
          <ac:chgData name="Yunhao HUANG (student)" userId="8655c9b7-2b5e-4c61-b6c2-2d793e0e0faf" providerId="ADAL" clId="{FEF4C3AE-EEBC-5FC3-B886-9E72D42AC22E}" dt="2026-03-25T19:37:32.203" v="109" actId="571"/>
          <ac:spMkLst>
            <pc:docMk/>
            <pc:sldMk cId="4282407964" sldId="277"/>
            <ac:spMk id="34" creationId="{829BA62A-B753-D32D-BBF8-C75063493482}"/>
          </ac:spMkLst>
        </pc:spChg>
        <pc:spChg chg="mod">
          <ac:chgData name="Yunhao HUANG (student)" userId="8655c9b7-2b5e-4c61-b6c2-2d793e0e0faf" providerId="ADAL" clId="{FEF4C3AE-EEBC-5FC3-B886-9E72D42AC22E}" dt="2026-03-25T19:37:32.203" v="109" actId="571"/>
          <ac:spMkLst>
            <pc:docMk/>
            <pc:sldMk cId="4282407964" sldId="277"/>
            <ac:spMk id="36" creationId="{075019DC-DF4F-ED5B-400F-D8B6CD00A22F}"/>
          </ac:spMkLst>
        </pc:spChg>
        <pc:spChg chg="mod">
          <ac:chgData name="Yunhao HUANG (student)" userId="8655c9b7-2b5e-4c61-b6c2-2d793e0e0faf" providerId="ADAL" clId="{FEF4C3AE-EEBC-5FC3-B886-9E72D42AC22E}" dt="2026-03-25T19:37:32.203" v="109" actId="571"/>
          <ac:spMkLst>
            <pc:docMk/>
            <pc:sldMk cId="4282407964" sldId="277"/>
            <ac:spMk id="37" creationId="{C62BDA06-7F22-244A-2976-EE4B7FEAFE88}"/>
          </ac:spMkLst>
        </pc:spChg>
        <pc:spChg chg="mod">
          <ac:chgData name="Yunhao HUANG (student)" userId="8655c9b7-2b5e-4c61-b6c2-2d793e0e0faf" providerId="ADAL" clId="{FEF4C3AE-EEBC-5FC3-B886-9E72D42AC22E}" dt="2026-03-25T22:21:18.537" v="287" actId="20577"/>
          <ac:spMkLst>
            <pc:docMk/>
            <pc:sldMk cId="4282407964" sldId="277"/>
            <ac:spMk id="40" creationId="{BC6DB358-6707-257A-7A41-15B8200EAFDE}"/>
          </ac:spMkLst>
        </pc:spChg>
        <pc:spChg chg="mod">
          <ac:chgData name="Yunhao HUANG (student)" userId="8655c9b7-2b5e-4c61-b6c2-2d793e0e0faf" providerId="ADAL" clId="{FEF4C3AE-EEBC-5FC3-B886-9E72D42AC22E}" dt="2026-03-25T19:37:32.203" v="109" actId="571"/>
          <ac:spMkLst>
            <pc:docMk/>
            <pc:sldMk cId="4282407964" sldId="277"/>
            <ac:spMk id="42" creationId="{A9DFF1CA-0EDC-2640-43EA-BA8A145B1F70}"/>
          </ac:spMkLst>
        </pc:spChg>
        <pc:spChg chg="mod">
          <ac:chgData name="Yunhao HUANG (student)" userId="8655c9b7-2b5e-4c61-b6c2-2d793e0e0faf" providerId="ADAL" clId="{FEF4C3AE-EEBC-5FC3-B886-9E72D42AC22E}" dt="2026-03-25T19:37:32.203" v="109" actId="571"/>
          <ac:spMkLst>
            <pc:docMk/>
            <pc:sldMk cId="4282407964" sldId="277"/>
            <ac:spMk id="43" creationId="{378C5290-0303-0BC5-10F5-0E2B7A9B13D4}"/>
          </ac:spMkLst>
        </pc:spChg>
        <pc:spChg chg="mod">
          <ac:chgData name="Yunhao HUANG (student)" userId="8655c9b7-2b5e-4c61-b6c2-2d793e0e0faf" providerId="ADAL" clId="{FEF4C3AE-EEBC-5FC3-B886-9E72D42AC22E}" dt="2026-03-25T19:37:36.026" v="111" actId="571"/>
          <ac:spMkLst>
            <pc:docMk/>
            <pc:sldMk cId="4282407964" sldId="277"/>
            <ac:spMk id="45" creationId="{45A6792F-FA82-EE12-4B36-CB69D5B0ACEF}"/>
          </ac:spMkLst>
        </pc:spChg>
        <pc:spChg chg="mod">
          <ac:chgData name="Yunhao HUANG (student)" userId="8655c9b7-2b5e-4c61-b6c2-2d793e0e0faf" providerId="ADAL" clId="{FEF4C3AE-EEBC-5FC3-B886-9E72D42AC22E}" dt="2026-03-25T19:37:36.026" v="111" actId="571"/>
          <ac:spMkLst>
            <pc:docMk/>
            <pc:sldMk cId="4282407964" sldId="277"/>
            <ac:spMk id="46" creationId="{A42785A6-D0F8-23F2-95BC-200F64EF170C}"/>
          </ac:spMkLst>
        </pc:spChg>
        <pc:spChg chg="mod">
          <ac:chgData name="Yunhao HUANG (student)" userId="8655c9b7-2b5e-4c61-b6c2-2d793e0e0faf" providerId="ADAL" clId="{FEF4C3AE-EEBC-5FC3-B886-9E72D42AC22E}" dt="2026-03-25T19:37:36.026" v="111" actId="571"/>
          <ac:spMkLst>
            <pc:docMk/>
            <pc:sldMk cId="4282407964" sldId="277"/>
            <ac:spMk id="48" creationId="{F5B1216B-8CEB-6F6D-6A6B-43A1272EFF2B}"/>
          </ac:spMkLst>
        </pc:spChg>
        <pc:spChg chg="mod">
          <ac:chgData name="Yunhao HUANG (student)" userId="8655c9b7-2b5e-4c61-b6c2-2d793e0e0faf" providerId="ADAL" clId="{FEF4C3AE-EEBC-5FC3-B886-9E72D42AC22E}" dt="2026-03-25T19:37:36.026" v="111" actId="571"/>
          <ac:spMkLst>
            <pc:docMk/>
            <pc:sldMk cId="4282407964" sldId="277"/>
            <ac:spMk id="49" creationId="{B6B2ECCC-7204-2BAE-EF68-AE1AAB11F932}"/>
          </ac:spMkLst>
        </pc:spChg>
        <pc:spChg chg="mod">
          <ac:chgData name="Yunhao HUANG (student)" userId="8655c9b7-2b5e-4c61-b6c2-2d793e0e0faf" providerId="ADAL" clId="{FEF4C3AE-EEBC-5FC3-B886-9E72D42AC22E}" dt="2026-03-25T19:37:36.026" v="111" actId="571"/>
          <ac:spMkLst>
            <pc:docMk/>
            <pc:sldMk cId="4282407964" sldId="277"/>
            <ac:spMk id="51" creationId="{F1F71317-B7DF-2DE5-3DB0-D1B8CC791F2A}"/>
          </ac:spMkLst>
        </pc:spChg>
        <pc:spChg chg="mod">
          <ac:chgData name="Yunhao HUANG (student)" userId="8655c9b7-2b5e-4c61-b6c2-2d793e0e0faf" providerId="ADAL" clId="{FEF4C3AE-EEBC-5FC3-B886-9E72D42AC22E}" dt="2026-03-25T19:37:36.026" v="111" actId="571"/>
          <ac:spMkLst>
            <pc:docMk/>
            <pc:sldMk cId="4282407964" sldId="277"/>
            <ac:spMk id="52" creationId="{4AB8DDE1-6174-CD4C-36F9-4AD7580B9897}"/>
          </ac:spMkLst>
        </pc:spChg>
        <pc:spChg chg="mod">
          <ac:chgData name="Yunhao HUANG (student)" userId="8655c9b7-2b5e-4c61-b6c2-2d793e0e0faf" providerId="ADAL" clId="{FEF4C3AE-EEBC-5FC3-B886-9E72D42AC22E}" dt="2026-03-25T19:39:16.116" v="134"/>
          <ac:spMkLst>
            <pc:docMk/>
            <pc:sldMk cId="4282407964" sldId="277"/>
            <ac:spMk id="54" creationId="{5BC52CB9-A50C-8D55-899F-0691F8A69D64}"/>
          </ac:spMkLst>
        </pc:spChg>
        <pc:spChg chg="mod">
          <ac:chgData name="Yunhao HUANG (student)" userId="8655c9b7-2b5e-4c61-b6c2-2d793e0e0faf" providerId="ADAL" clId="{FEF4C3AE-EEBC-5FC3-B886-9E72D42AC22E}" dt="2026-03-25T19:39:16.116" v="134"/>
          <ac:spMkLst>
            <pc:docMk/>
            <pc:sldMk cId="4282407964" sldId="277"/>
            <ac:spMk id="55" creationId="{385EA7F6-EA1F-81A7-43A8-7478C6348E10}"/>
          </ac:spMkLst>
        </pc:spChg>
        <pc:spChg chg="mod">
          <ac:chgData name="Yunhao HUANG (student)" userId="8655c9b7-2b5e-4c61-b6c2-2d793e0e0faf" providerId="ADAL" clId="{FEF4C3AE-EEBC-5FC3-B886-9E72D42AC22E}" dt="2026-03-25T19:39:22.372" v="135"/>
          <ac:spMkLst>
            <pc:docMk/>
            <pc:sldMk cId="4282407964" sldId="277"/>
            <ac:spMk id="57" creationId="{04E27194-D547-1F6A-EF36-EC47B2E28B9C}"/>
          </ac:spMkLst>
        </pc:spChg>
        <pc:spChg chg="mod">
          <ac:chgData name="Yunhao HUANG (student)" userId="8655c9b7-2b5e-4c61-b6c2-2d793e0e0faf" providerId="ADAL" clId="{FEF4C3AE-EEBC-5FC3-B886-9E72D42AC22E}" dt="2026-03-25T19:39:22.372" v="135"/>
          <ac:spMkLst>
            <pc:docMk/>
            <pc:sldMk cId="4282407964" sldId="277"/>
            <ac:spMk id="58" creationId="{D8D84874-1B74-B812-79D4-46636D45894D}"/>
          </ac:spMkLst>
        </pc:spChg>
        <pc:spChg chg="mod">
          <ac:chgData name="Yunhao HUANG (student)" userId="8655c9b7-2b5e-4c61-b6c2-2d793e0e0faf" providerId="ADAL" clId="{FEF4C3AE-EEBC-5FC3-B886-9E72D42AC22E}" dt="2026-03-25T19:39:22.372" v="135"/>
          <ac:spMkLst>
            <pc:docMk/>
            <pc:sldMk cId="4282407964" sldId="277"/>
            <ac:spMk id="60" creationId="{2839D552-CCE0-40C5-501E-C0C8BA008AF9}"/>
          </ac:spMkLst>
        </pc:spChg>
        <pc:spChg chg="mod">
          <ac:chgData name="Yunhao HUANG (student)" userId="8655c9b7-2b5e-4c61-b6c2-2d793e0e0faf" providerId="ADAL" clId="{FEF4C3AE-EEBC-5FC3-B886-9E72D42AC22E}" dt="2026-03-25T19:39:22.372" v="135"/>
          <ac:spMkLst>
            <pc:docMk/>
            <pc:sldMk cId="4282407964" sldId="277"/>
            <ac:spMk id="61" creationId="{B3AD63CD-5409-51D8-3673-DD1FF32BF9C3}"/>
          </ac:spMkLst>
        </pc:spChg>
        <pc:spChg chg="mod">
          <ac:chgData name="Yunhao HUANG (student)" userId="8655c9b7-2b5e-4c61-b6c2-2d793e0e0faf" providerId="ADAL" clId="{FEF4C3AE-EEBC-5FC3-B886-9E72D42AC22E}" dt="2026-03-25T19:39:22.372" v="135"/>
          <ac:spMkLst>
            <pc:docMk/>
            <pc:sldMk cId="4282407964" sldId="277"/>
            <ac:spMk id="63" creationId="{3B7A08FC-1216-FF41-E2AE-6C643589FDB2}"/>
          </ac:spMkLst>
        </pc:spChg>
        <pc:spChg chg="mod">
          <ac:chgData name="Yunhao HUANG (student)" userId="8655c9b7-2b5e-4c61-b6c2-2d793e0e0faf" providerId="ADAL" clId="{FEF4C3AE-EEBC-5FC3-B886-9E72D42AC22E}" dt="2026-03-25T19:39:22.372" v="135"/>
          <ac:spMkLst>
            <pc:docMk/>
            <pc:sldMk cId="4282407964" sldId="277"/>
            <ac:spMk id="64" creationId="{14D742A3-BFB0-4CD5-27DC-ADD741BABA8D}"/>
          </ac:spMkLst>
        </pc:spChg>
        <pc:spChg chg="mod">
          <ac:chgData name="Yunhao HUANG (student)" userId="8655c9b7-2b5e-4c61-b6c2-2d793e0e0faf" providerId="ADAL" clId="{FEF4C3AE-EEBC-5FC3-B886-9E72D42AC22E}" dt="2026-03-25T19:39:38.813" v="137"/>
          <ac:spMkLst>
            <pc:docMk/>
            <pc:sldMk cId="4282407964" sldId="277"/>
            <ac:spMk id="66" creationId="{8BBBA0B4-FE5F-DA0D-8BBD-CE25400CC21A}"/>
          </ac:spMkLst>
        </pc:spChg>
        <pc:spChg chg="mod">
          <ac:chgData name="Yunhao HUANG (student)" userId="8655c9b7-2b5e-4c61-b6c2-2d793e0e0faf" providerId="ADAL" clId="{FEF4C3AE-EEBC-5FC3-B886-9E72D42AC22E}" dt="2026-03-25T19:43:16.992" v="214" actId="1076"/>
          <ac:spMkLst>
            <pc:docMk/>
            <pc:sldMk cId="4282407964" sldId="277"/>
            <ac:spMk id="67" creationId="{C16C92BF-DDF7-FBE3-570F-2C886FC9E32F}"/>
          </ac:spMkLst>
        </pc:spChg>
        <pc:spChg chg="mod">
          <ac:chgData name="Yunhao HUANG (student)" userId="8655c9b7-2b5e-4c61-b6c2-2d793e0e0faf" providerId="ADAL" clId="{FEF4C3AE-EEBC-5FC3-B886-9E72D42AC22E}" dt="2026-03-25T19:39:38.813" v="137"/>
          <ac:spMkLst>
            <pc:docMk/>
            <pc:sldMk cId="4282407964" sldId="277"/>
            <ac:spMk id="69" creationId="{F81A8DA5-BA52-2F22-D02C-13A02FCB6F4F}"/>
          </ac:spMkLst>
        </pc:spChg>
        <pc:spChg chg="mod">
          <ac:chgData name="Yunhao HUANG (student)" userId="8655c9b7-2b5e-4c61-b6c2-2d793e0e0faf" providerId="ADAL" clId="{FEF4C3AE-EEBC-5FC3-B886-9E72D42AC22E}" dt="2026-03-25T19:42:58.650" v="210"/>
          <ac:spMkLst>
            <pc:docMk/>
            <pc:sldMk cId="4282407964" sldId="277"/>
            <ac:spMk id="70" creationId="{12A646A4-0F72-D3A2-9EFE-1768DA820AEF}"/>
          </ac:spMkLst>
        </pc:spChg>
        <pc:spChg chg="mod">
          <ac:chgData name="Yunhao HUANG (student)" userId="8655c9b7-2b5e-4c61-b6c2-2d793e0e0faf" providerId="ADAL" clId="{FEF4C3AE-EEBC-5FC3-B886-9E72D42AC22E}" dt="2026-03-25T19:43:55.118" v="220" actId="20577"/>
          <ac:spMkLst>
            <pc:docMk/>
            <pc:sldMk cId="4282407964" sldId="277"/>
            <ac:spMk id="72" creationId="{F319FBF7-F49F-44EF-38EA-D116C2207C87}"/>
          </ac:spMkLst>
        </pc:spChg>
        <pc:spChg chg="mod">
          <ac:chgData name="Yunhao HUANG (student)" userId="8655c9b7-2b5e-4c61-b6c2-2d793e0e0faf" providerId="ADAL" clId="{FEF4C3AE-EEBC-5FC3-B886-9E72D42AC22E}" dt="2026-03-25T19:39:38.813" v="137"/>
          <ac:spMkLst>
            <pc:docMk/>
            <pc:sldMk cId="4282407964" sldId="277"/>
            <ac:spMk id="73" creationId="{CC733831-DEAD-EB82-EBA9-A80922D53529}"/>
          </ac:spMkLst>
        </pc:spChg>
        <pc:spChg chg="add mod">
          <ac:chgData name="Yunhao HUANG (student)" userId="8655c9b7-2b5e-4c61-b6c2-2d793e0e0faf" providerId="ADAL" clId="{FEF4C3AE-EEBC-5FC3-B886-9E72D42AC22E}" dt="2026-03-25T19:40:21" v="154" actId="1076"/>
          <ac:spMkLst>
            <pc:docMk/>
            <pc:sldMk cId="4282407964" sldId="277"/>
            <ac:spMk id="74" creationId="{3235DCEE-39CC-CBE1-F76E-B2656084886B}"/>
          </ac:spMkLst>
        </pc:spChg>
        <pc:spChg chg="add mod">
          <ac:chgData name="Yunhao HUANG (student)" userId="8655c9b7-2b5e-4c61-b6c2-2d793e0e0faf" providerId="ADAL" clId="{FEF4C3AE-EEBC-5FC3-B886-9E72D42AC22E}" dt="2026-03-25T19:43:31.006" v="216" actId="1076"/>
          <ac:spMkLst>
            <pc:docMk/>
            <pc:sldMk cId="4282407964" sldId="277"/>
            <ac:spMk id="75" creationId="{54628B07-7B83-D6FA-3791-608517C1CA31}"/>
          </ac:spMkLst>
        </pc:spChg>
        <pc:grpChg chg="del mod">
          <ac:chgData name="Yunhao HUANG (student)" userId="8655c9b7-2b5e-4c61-b6c2-2d793e0e0faf" providerId="ADAL" clId="{FEF4C3AE-EEBC-5FC3-B886-9E72D42AC22E}" dt="2026-03-25T22:21:13.976" v="284" actId="478"/>
          <ac:grpSpMkLst>
            <pc:docMk/>
            <pc:sldMk cId="4282407964" sldId="277"/>
            <ac:grpSpMk id="8" creationId="{41AC7F6F-E0E6-6148-2298-0CCBE610CEFC}"/>
          </ac:grpSpMkLst>
        </pc:grpChg>
        <pc:grpChg chg="mod">
          <ac:chgData name="Yunhao HUANG (student)" userId="8655c9b7-2b5e-4c61-b6c2-2d793e0e0faf" providerId="ADAL" clId="{FEF4C3AE-EEBC-5FC3-B886-9E72D42AC22E}" dt="2026-03-25T19:41:24.015" v="176" actId="1076"/>
          <ac:grpSpMkLst>
            <pc:docMk/>
            <pc:sldMk cId="4282407964" sldId="277"/>
            <ac:grpSpMk id="11" creationId="{A85CF577-E8F3-B296-7CA3-D29A931B5158}"/>
          </ac:grpSpMkLst>
        </pc:grpChg>
        <pc:grpChg chg="add mod">
          <ac:chgData name="Yunhao HUANG (student)" userId="8655c9b7-2b5e-4c61-b6c2-2d793e0e0faf" providerId="ADAL" clId="{FEF4C3AE-EEBC-5FC3-B886-9E72D42AC22E}" dt="2026-03-25T19:42:45.211" v="208" actId="14100"/>
          <ac:grpSpMkLst>
            <pc:docMk/>
            <pc:sldMk cId="4282407964" sldId="277"/>
            <ac:grpSpMk id="19" creationId="{ABA4FCAB-AA57-2C71-E24A-48E85BB95FE5}"/>
          </ac:grpSpMkLst>
        </pc:grpChg>
        <pc:grpChg chg="add mod">
          <ac:chgData name="Yunhao HUANG (student)" userId="8655c9b7-2b5e-4c61-b6c2-2d793e0e0faf" providerId="ADAL" clId="{FEF4C3AE-EEBC-5FC3-B886-9E72D42AC22E}" dt="2026-03-25T19:44:31.178" v="231" actId="14100"/>
          <ac:grpSpMkLst>
            <pc:docMk/>
            <pc:sldMk cId="4282407964" sldId="277"/>
            <ac:grpSpMk id="22" creationId="{EF4ABDDC-7FE6-D5F3-4FB9-741996CDB931}"/>
          </ac:grpSpMkLst>
        </pc:grpChg>
        <pc:grpChg chg="add del mod">
          <ac:chgData name="Yunhao HUANG (student)" userId="8655c9b7-2b5e-4c61-b6c2-2d793e0e0faf" providerId="ADAL" clId="{FEF4C3AE-EEBC-5FC3-B886-9E72D42AC22E}" dt="2026-03-25T19:41:45.219" v="183" actId="1076"/>
          <ac:grpSpMkLst>
            <pc:docMk/>
            <pc:sldMk cId="4282407964" sldId="277"/>
            <ac:grpSpMk id="25" creationId="{9EB110DB-9977-BD09-005D-F2C4338A18FE}"/>
          </ac:grpSpMkLst>
        </pc:grpChg>
        <pc:grpChg chg="add mod">
          <ac:chgData name="Yunhao HUANG (student)" userId="8655c9b7-2b5e-4c61-b6c2-2d793e0e0faf" providerId="ADAL" clId="{FEF4C3AE-EEBC-5FC3-B886-9E72D42AC22E}" dt="2026-03-25T19:35:16.118" v="72"/>
          <ac:grpSpMkLst>
            <pc:docMk/>
            <pc:sldMk cId="4282407964" sldId="277"/>
            <ac:grpSpMk id="28" creationId="{C4470A35-7977-A469-A7FB-CD2FAE8D394F}"/>
          </ac:grpSpMkLst>
        </pc:grpChg>
        <pc:grpChg chg="add mod">
          <ac:chgData name="Yunhao HUANG (student)" userId="8655c9b7-2b5e-4c61-b6c2-2d793e0e0faf" providerId="ADAL" clId="{FEF4C3AE-EEBC-5FC3-B886-9E72D42AC22E}" dt="2026-03-25T19:37:32.203" v="109" actId="571"/>
          <ac:grpSpMkLst>
            <pc:docMk/>
            <pc:sldMk cId="4282407964" sldId="277"/>
            <ac:grpSpMk id="32" creationId="{174FBAF9-EE8E-E931-6BB3-D02E88C36AAA}"/>
          </ac:grpSpMkLst>
        </pc:grpChg>
        <pc:grpChg chg="add mod">
          <ac:chgData name="Yunhao HUANG (student)" userId="8655c9b7-2b5e-4c61-b6c2-2d793e0e0faf" providerId="ADAL" clId="{FEF4C3AE-EEBC-5FC3-B886-9E72D42AC22E}" dt="2026-03-25T19:37:32.203" v="109" actId="571"/>
          <ac:grpSpMkLst>
            <pc:docMk/>
            <pc:sldMk cId="4282407964" sldId="277"/>
            <ac:grpSpMk id="35" creationId="{8BDD807A-033A-A612-7DC8-A859E50B48F6}"/>
          </ac:grpSpMkLst>
        </pc:grpChg>
        <pc:grpChg chg="add mod">
          <ac:chgData name="Yunhao HUANG (student)" userId="8655c9b7-2b5e-4c61-b6c2-2d793e0e0faf" providerId="ADAL" clId="{FEF4C3AE-EEBC-5FC3-B886-9E72D42AC22E}" dt="2026-03-25T19:37:32.203" v="109" actId="571"/>
          <ac:grpSpMkLst>
            <pc:docMk/>
            <pc:sldMk cId="4282407964" sldId="277"/>
            <ac:grpSpMk id="41" creationId="{28E30DD6-CE01-3284-618B-B4BB15FB180B}"/>
          </ac:grpSpMkLst>
        </pc:grpChg>
        <pc:grpChg chg="add mod">
          <ac:chgData name="Yunhao HUANG (student)" userId="8655c9b7-2b5e-4c61-b6c2-2d793e0e0faf" providerId="ADAL" clId="{FEF4C3AE-EEBC-5FC3-B886-9E72D42AC22E}" dt="2026-03-25T19:37:36.026" v="111" actId="571"/>
          <ac:grpSpMkLst>
            <pc:docMk/>
            <pc:sldMk cId="4282407964" sldId="277"/>
            <ac:grpSpMk id="44" creationId="{3474751D-F93D-0708-F1AA-F20072A33774}"/>
          </ac:grpSpMkLst>
        </pc:grpChg>
        <pc:grpChg chg="add mod">
          <ac:chgData name="Yunhao HUANG (student)" userId="8655c9b7-2b5e-4c61-b6c2-2d793e0e0faf" providerId="ADAL" clId="{FEF4C3AE-EEBC-5FC3-B886-9E72D42AC22E}" dt="2026-03-25T19:37:36.026" v="111" actId="571"/>
          <ac:grpSpMkLst>
            <pc:docMk/>
            <pc:sldMk cId="4282407964" sldId="277"/>
            <ac:grpSpMk id="47" creationId="{EF451A3C-641B-544E-5A2D-0E234B2FAB59}"/>
          </ac:grpSpMkLst>
        </pc:grpChg>
        <pc:grpChg chg="add mod">
          <ac:chgData name="Yunhao HUANG (student)" userId="8655c9b7-2b5e-4c61-b6c2-2d793e0e0faf" providerId="ADAL" clId="{FEF4C3AE-EEBC-5FC3-B886-9E72D42AC22E}" dt="2026-03-25T19:37:36.026" v="111" actId="571"/>
          <ac:grpSpMkLst>
            <pc:docMk/>
            <pc:sldMk cId="4282407964" sldId="277"/>
            <ac:grpSpMk id="50" creationId="{DBB12578-544C-91C3-14D1-35B0672DB81B}"/>
          </ac:grpSpMkLst>
        </pc:grpChg>
        <pc:grpChg chg="add mod">
          <ac:chgData name="Yunhao HUANG (student)" userId="8655c9b7-2b5e-4c61-b6c2-2d793e0e0faf" providerId="ADAL" clId="{FEF4C3AE-EEBC-5FC3-B886-9E72D42AC22E}" dt="2026-03-25T19:39:16.116" v="134"/>
          <ac:grpSpMkLst>
            <pc:docMk/>
            <pc:sldMk cId="4282407964" sldId="277"/>
            <ac:grpSpMk id="53" creationId="{DBB0D4F9-EB32-4056-4EF9-F181C1A50303}"/>
          </ac:grpSpMkLst>
        </pc:grpChg>
        <pc:grpChg chg="add del mod">
          <ac:chgData name="Yunhao HUANG (student)" userId="8655c9b7-2b5e-4c61-b6c2-2d793e0e0faf" providerId="ADAL" clId="{FEF4C3AE-EEBC-5FC3-B886-9E72D42AC22E}" dt="2026-03-25T19:40:07.705" v="149" actId="478"/>
          <ac:grpSpMkLst>
            <pc:docMk/>
            <pc:sldMk cId="4282407964" sldId="277"/>
            <ac:grpSpMk id="56" creationId="{A3CAB656-B69D-62EC-A4B7-FE4D0B594C51}"/>
          </ac:grpSpMkLst>
        </pc:grpChg>
        <pc:grpChg chg="add del mod">
          <ac:chgData name="Yunhao HUANG (student)" userId="8655c9b7-2b5e-4c61-b6c2-2d793e0e0faf" providerId="ADAL" clId="{FEF4C3AE-EEBC-5FC3-B886-9E72D42AC22E}" dt="2026-03-25T19:40:07.705" v="149" actId="478"/>
          <ac:grpSpMkLst>
            <pc:docMk/>
            <pc:sldMk cId="4282407964" sldId="277"/>
            <ac:grpSpMk id="59" creationId="{EB156B38-88D4-9153-3E5B-B2C1786229FC}"/>
          </ac:grpSpMkLst>
        </pc:grpChg>
        <pc:grpChg chg="add del mod">
          <ac:chgData name="Yunhao HUANG (student)" userId="8655c9b7-2b5e-4c61-b6c2-2d793e0e0faf" providerId="ADAL" clId="{FEF4C3AE-EEBC-5FC3-B886-9E72D42AC22E}" dt="2026-03-25T19:40:07.705" v="149" actId="478"/>
          <ac:grpSpMkLst>
            <pc:docMk/>
            <pc:sldMk cId="4282407964" sldId="277"/>
            <ac:grpSpMk id="62" creationId="{85567AF6-D223-7916-C3CB-BD512FE422CC}"/>
          </ac:grpSpMkLst>
        </pc:grpChg>
        <pc:grpChg chg="add mod">
          <ac:chgData name="Yunhao HUANG (student)" userId="8655c9b7-2b5e-4c61-b6c2-2d793e0e0faf" providerId="ADAL" clId="{FEF4C3AE-EEBC-5FC3-B886-9E72D42AC22E}" dt="2026-03-25T19:43:09.526" v="212" actId="1076"/>
          <ac:grpSpMkLst>
            <pc:docMk/>
            <pc:sldMk cId="4282407964" sldId="277"/>
            <ac:grpSpMk id="65" creationId="{5EEE9019-09FF-2676-8921-5E4C8D02F595}"/>
          </ac:grpSpMkLst>
        </pc:grpChg>
        <pc:grpChg chg="add mod">
          <ac:chgData name="Yunhao HUANG (student)" userId="8655c9b7-2b5e-4c61-b6c2-2d793e0e0faf" providerId="ADAL" clId="{FEF4C3AE-EEBC-5FC3-B886-9E72D42AC22E}" dt="2026-03-25T19:44:42.677" v="234" actId="1076"/>
          <ac:grpSpMkLst>
            <pc:docMk/>
            <pc:sldMk cId="4282407964" sldId="277"/>
            <ac:grpSpMk id="68" creationId="{8D1D2D52-FC7F-BE84-BFE5-032FF2BBD8CE}"/>
          </ac:grpSpMkLst>
        </pc:grpChg>
        <pc:grpChg chg="add mod">
          <ac:chgData name="Yunhao HUANG (student)" userId="8655c9b7-2b5e-4c61-b6c2-2d793e0e0faf" providerId="ADAL" clId="{FEF4C3AE-EEBC-5FC3-B886-9E72D42AC22E}" dt="2026-03-25T19:44:42.677" v="234" actId="1076"/>
          <ac:grpSpMkLst>
            <pc:docMk/>
            <pc:sldMk cId="4282407964" sldId="277"/>
            <ac:grpSpMk id="71" creationId="{7E1FB0F1-9CA7-0B7E-49C2-CFD3365E627F}"/>
          </ac:grpSpMkLst>
        </pc:grpChg>
        <pc:picChg chg="mod">
          <ac:chgData name="Yunhao HUANG (student)" userId="8655c9b7-2b5e-4c61-b6c2-2d793e0e0faf" providerId="ADAL" clId="{FEF4C3AE-EEBC-5FC3-B886-9E72D42AC22E}" dt="2026-03-25T19:24:16.611" v="32" actId="1076"/>
          <ac:picMkLst>
            <pc:docMk/>
            <pc:sldMk cId="4282407964" sldId="277"/>
            <ac:picMk id="14" creationId="{E4257B80-15BA-8861-7807-BDDBB04A94DB}"/>
          </ac:picMkLst>
        </pc:picChg>
        <pc:picChg chg="del mod">
          <ac:chgData name="Yunhao HUANG (student)" userId="8655c9b7-2b5e-4c61-b6c2-2d793e0e0faf" providerId="ADAL" clId="{FEF4C3AE-EEBC-5FC3-B886-9E72D42AC22E}" dt="2026-03-25T19:37:10.487" v="100" actId="478"/>
          <ac:picMkLst>
            <pc:docMk/>
            <pc:sldMk cId="4282407964" sldId="277"/>
            <ac:picMk id="16" creationId="{901A6182-2F4F-9642-B2A8-44300301312C}"/>
          </ac:picMkLst>
        </pc:picChg>
        <pc:picChg chg="add mod">
          <ac:chgData name="Yunhao HUANG (student)" userId="8655c9b7-2b5e-4c61-b6c2-2d793e0e0faf" providerId="ADAL" clId="{FEF4C3AE-EEBC-5FC3-B886-9E72D42AC22E}" dt="2026-03-25T19:43:31.006" v="216" actId="1076"/>
          <ac:picMkLst>
            <pc:docMk/>
            <pc:sldMk cId="4282407964" sldId="277"/>
            <ac:picMk id="31" creationId="{69A58188-32F9-0C62-CD35-5C6D6169FBAC}"/>
          </ac:picMkLst>
        </pc:picChg>
      </pc:sldChg>
      <pc:sldChg chg="addSp delSp modSp mod">
        <pc:chgData name="Yunhao HUANG (student)" userId="8655c9b7-2b5e-4c61-b6c2-2d793e0e0faf" providerId="ADAL" clId="{FEF4C3AE-EEBC-5FC3-B886-9E72D42AC22E}" dt="2026-03-25T22:22:45.515" v="350"/>
        <pc:sldMkLst>
          <pc:docMk/>
          <pc:sldMk cId="2712722484" sldId="279"/>
        </pc:sldMkLst>
        <pc:spChg chg="add mod">
          <ac:chgData name="Yunhao HUANG (student)" userId="8655c9b7-2b5e-4c61-b6c2-2d793e0e0faf" providerId="ADAL" clId="{FEF4C3AE-EEBC-5FC3-B886-9E72D42AC22E}" dt="2026-03-25T22:22:45.515" v="350"/>
          <ac:spMkLst>
            <pc:docMk/>
            <pc:sldMk cId="2712722484" sldId="279"/>
            <ac:spMk id="14" creationId="{67813E60-F6A3-062D-F2F3-096374F114AC}"/>
          </ac:spMkLst>
        </pc:spChg>
        <pc:spChg chg="mod">
          <ac:chgData name="Yunhao HUANG (student)" userId="8655c9b7-2b5e-4c61-b6c2-2d793e0e0faf" providerId="ADAL" clId="{FEF4C3AE-EEBC-5FC3-B886-9E72D42AC22E}" dt="2026-03-25T22:22:41.711" v="347" actId="20577"/>
          <ac:spMkLst>
            <pc:docMk/>
            <pc:sldMk cId="2712722484" sldId="279"/>
            <ac:spMk id="48" creationId="{AB4E72A9-9A42-8CB0-BDFE-6D0F38D7F091}"/>
          </ac:spMkLst>
        </pc:spChg>
        <pc:grpChg chg="del mod">
          <ac:chgData name="Yunhao HUANG (student)" userId="8655c9b7-2b5e-4c61-b6c2-2d793e0e0faf" providerId="ADAL" clId="{FEF4C3AE-EEBC-5FC3-B886-9E72D42AC22E}" dt="2026-03-25T22:22:45.279" v="349" actId="478"/>
          <ac:grpSpMkLst>
            <pc:docMk/>
            <pc:sldMk cId="2712722484" sldId="279"/>
            <ac:grpSpMk id="8" creationId="{D3952062-DF68-0F22-FCBD-62F4FD7969F1}"/>
          </ac:grpSpMkLst>
        </pc:grpChg>
      </pc:sldChg>
      <pc:sldChg chg="addSp delSp modSp mod">
        <pc:chgData name="Yunhao HUANG (student)" userId="8655c9b7-2b5e-4c61-b6c2-2d793e0e0faf" providerId="ADAL" clId="{FEF4C3AE-EEBC-5FC3-B886-9E72D42AC22E}" dt="2026-03-25T22:21:50.861" v="307" actId="20577"/>
        <pc:sldMkLst>
          <pc:docMk/>
          <pc:sldMk cId="3774628975" sldId="280"/>
        </pc:sldMkLst>
        <pc:spChg chg="topLvl">
          <ac:chgData name="Yunhao HUANG (student)" userId="8655c9b7-2b5e-4c61-b6c2-2d793e0e0faf" providerId="ADAL" clId="{FEF4C3AE-EEBC-5FC3-B886-9E72D42AC22E}" dt="2026-03-25T22:21:47.228" v="304" actId="478"/>
          <ac:spMkLst>
            <pc:docMk/>
            <pc:sldMk cId="3774628975" sldId="280"/>
            <ac:spMk id="9" creationId="{5071F36C-B412-F7C5-2507-38A56B441C68}"/>
          </ac:spMkLst>
        </pc:spChg>
        <pc:spChg chg="del mod topLvl">
          <ac:chgData name="Yunhao HUANG (student)" userId="8655c9b7-2b5e-4c61-b6c2-2d793e0e0faf" providerId="ADAL" clId="{FEF4C3AE-EEBC-5FC3-B886-9E72D42AC22E}" dt="2026-03-25T22:21:47.228" v="304" actId="478"/>
          <ac:spMkLst>
            <pc:docMk/>
            <pc:sldMk cId="3774628975" sldId="280"/>
            <ac:spMk id="10" creationId="{74A39D1A-0DE0-A4A3-012C-EF71B37F1A12}"/>
          </ac:spMkLst>
        </pc:spChg>
        <pc:spChg chg="add mod">
          <ac:chgData name="Yunhao HUANG (student)" userId="8655c9b7-2b5e-4c61-b6c2-2d793e0e0faf" providerId="ADAL" clId="{FEF4C3AE-EEBC-5FC3-B886-9E72D42AC22E}" dt="2026-03-25T22:21:45.875" v="303"/>
          <ac:spMkLst>
            <pc:docMk/>
            <pc:sldMk cId="3774628975" sldId="280"/>
            <ac:spMk id="32" creationId="{2F0FB035-D5D0-CD0B-B224-8E091F554389}"/>
          </ac:spMkLst>
        </pc:spChg>
        <pc:spChg chg="add mod">
          <ac:chgData name="Yunhao HUANG (student)" userId="8655c9b7-2b5e-4c61-b6c2-2d793e0e0faf" providerId="ADAL" clId="{FEF4C3AE-EEBC-5FC3-B886-9E72D42AC22E}" dt="2026-03-25T22:21:47.439" v="305"/>
          <ac:spMkLst>
            <pc:docMk/>
            <pc:sldMk cId="3774628975" sldId="280"/>
            <ac:spMk id="33" creationId="{671620B7-29A2-1AEC-5408-89F3DC9CC865}"/>
          </ac:spMkLst>
        </pc:spChg>
        <pc:spChg chg="mod">
          <ac:chgData name="Yunhao HUANG (student)" userId="8655c9b7-2b5e-4c61-b6c2-2d793e0e0faf" providerId="ADAL" clId="{FEF4C3AE-EEBC-5FC3-B886-9E72D42AC22E}" dt="2026-03-25T22:21:50.861" v="307" actId="20577"/>
          <ac:spMkLst>
            <pc:docMk/>
            <pc:sldMk cId="3774628975" sldId="280"/>
            <ac:spMk id="46" creationId="{88514F9B-E1DC-2264-7BF5-E78923503808}"/>
          </ac:spMkLst>
        </pc:spChg>
        <pc:grpChg chg="del">
          <ac:chgData name="Yunhao HUANG (student)" userId="8655c9b7-2b5e-4c61-b6c2-2d793e0e0faf" providerId="ADAL" clId="{FEF4C3AE-EEBC-5FC3-B886-9E72D42AC22E}" dt="2026-03-25T22:21:47.228" v="304" actId="478"/>
          <ac:grpSpMkLst>
            <pc:docMk/>
            <pc:sldMk cId="3774628975" sldId="280"/>
            <ac:grpSpMk id="8" creationId="{037401EE-1926-3747-2A43-7B6AE38E1FFF}"/>
          </ac:grpSpMkLst>
        </pc:grpChg>
      </pc:sldChg>
      <pc:sldChg chg="addSp delSp modSp mod">
        <pc:chgData name="Yunhao HUANG (student)" userId="8655c9b7-2b5e-4c61-b6c2-2d793e0e0faf" providerId="ADAL" clId="{FEF4C3AE-EEBC-5FC3-B886-9E72D42AC22E}" dt="2026-03-25T22:21:58.573" v="313" actId="20577"/>
        <pc:sldMkLst>
          <pc:docMk/>
          <pc:sldMk cId="3475506307" sldId="281"/>
        </pc:sldMkLst>
        <pc:spChg chg="topLvl">
          <ac:chgData name="Yunhao HUANG (student)" userId="8655c9b7-2b5e-4c61-b6c2-2d793e0e0faf" providerId="ADAL" clId="{FEF4C3AE-EEBC-5FC3-B886-9E72D42AC22E}" dt="2026-03-25T22:21:54.986" v="309" actId="478"/>
          <ac:spMkLst>
            <pc:docMk/>
            <pc:sldMk cId="3475506307" sldId="281"/>
            <ac:spMk id="9" creationId="{D47C9EC1-AA7C-3C4C-2FAA-85DDB2E3B67B}"/>
          </ac:spMkLst>
        </pc:spChg>
        <pc:spChg chg="del mod topLvl">
          <ac:chgData name="Yunhao HUANG (student)" userId="8655c9b7-2b5e-4c61-b6c2-2d793e0e0faf" providerId="ADAL" clId="{FEF4C3AE-EEBC-5FC3-B886-9E72D42AC22E}" dt="2026-03-25T22:21:54.986" v="309" actId="478"/>
          <ac:spMkLst>
            <pc:docMk/>
            <pc:sldMk cId="3475506307" sldId="281"/>
            <ac:spMk id="10" creationId="{C751553F-4FD2-8F3F-F985-547D43727F87}"/>
          </ac:spMkLst>
        </pc:spChg>
        <pc:spChg chg="add mod">
          <ac:chgData name="Yunhao HUANG (student)" userId="8655c9b7-2b5e-4c61-b6c2-2d793e0e0faf" providerId="ADAL" clId="{FEF4C3AE-EEBC-5FC3-B886-9E72D42AC22E}" dt="2026-03-25T22:21:55.150" v="310"/>
          <ac:spMkLst>
            <pc:docMk/>
            <pc:sldMk cId="3475506307" sldId="281"/>
            <ac:spMk id="14" creationId="{CA5DC961-C7D7-ACEE-F073-ACD4023510BE}"/>
          </ac:spMkLst>
        </pc:spChg>
        <pc:spChg chg="mod">
          <ac:chgData name="Yunhao HUANG (student)" userId="8655c9b7-2b5e-4c61-b6c2-2d793e0e0faf" providerId="ADAL" clId="{FEF4C3AE-EEBC-5FC3-B886-9E72D42AC22E}" dt="2026-03-25T22:21:58.573" v="313" actId="20577"/>
          <ac:spMkLst>
            <pc:docMk/>
            <pc:sldMk cId="3475506307" sldId="281"/>
            <ac:spMk id="46" creationId="{5C0AEF0E-AAA5-1009-75E2-4C13806DAD2B}"/>
          </ac:spMkLst>
        </pc:spChg>
        <pc:grpChg chg="del">
          <ac:chgData name="Yunhao HUANG (student)" userId="8655c9b7-2b5e-4c61-b6c2-2d793e0e0faf" providerId="ADAL" clId="{FEF4C3AE-EEBC-5FC3-B886-9E72D42AC22E}" dt="2026-03-25T22:21:54.986" v="309" actId="478"/>
          <ac:grpSpMkLst>
            <pc:docMk/>
            <pc:sldMk cId="3475506307" sldId="281"/>
            <ac:grpSpMk id="8" creationId="{97777082-66D2-C712-F52F-9E33101E9A24}"/>
          </ac:grpSpMkLst>
        </pc:grpChg>
      </pc:sldChg>
    </pc:docChg>
  </pc:docChgLst>
  <pc:docChgLst>
    <pc:chgData name="Yunhao HUANG (student)" userId="S::3132056h@student.gla.ac.uk::8655c9b7-2b5e-4c61-b6c2-2d793e0e0faf" providerId="AD" clId="Web-{FC4ECF06-E3CB-4EC2-BFB0-CC0AEDF32636}"/>
    <pc:docChg chg="modSld">
      <pc:chgData name="Yunhao HUANG (student)" userId="S::3132056h@student.gla.ac.uk::8655c9b7-2b5e-4c61-b6c2-2d793e0e0faf" providerId="AD" clId="Web-{FC4ECF06-E3CB-4EC2-BFB0-CC0AEDF32636}" dt="2026-03-25T19:09:54.368" v="1" actId="14100"/>
      <pc:docMkLst>
        <pc:docMk/>
      </pc:docMkLst>
      <pc:sldChg chg="modSp">
        <pc:chgData name="Yunhao HUANG (student)" userId="S::3132056h@student.gla.ac.uk::8655c9b7-2b5e-4c61-b6c2-2d793e0e0faf" providerId="AD" clId="Web-{FC4ECF06-E3CB-4EC2-BFB0-CC0AEDF32636}" dt="2026-03-25T19:09:54.368" v="1" actId="14100"/>
        <pc:sldMkLst>
          <pc:docMk/>
          <pc:sldMk cId="4282407964" sldId="277"/>
        </pc:sldMkLst>
        <pc:picChg chg="mod">
          <ac:chgData name="Yunhao HUANG (student)" userId="S::3132056h@student.gla.ac.uk::8655c9b7-2b5e-4c61-b6c2-2d793e0e0faf" providerId="AD" clId="Web-{FC4ECF06-E3CB-4EC2-BFB0-CC0AEDF32636}" dt="2026-03-25T19:09:54.368" v="1" actId="14100"/>
          <ac:picMkLst>
            <pc:docMk/>
            <pc:sldMk cId="4282407964" sldId="277"/>
            <ac:picMk id="14" creationId="{E4257B80-15BA-8861-7807-BDDBB04A94DB}"/>
          </ac:picMkLst>
        </pc:picChg>
      </pc:sldChg>
    </pc:docChg>
  </pc:docChgLst>
  <pc:docChgLst>
    <pc:chgData name="Karthik Mandigiri (student)" userId="S::3155271m@student.gla.ac.uk::9a53d180-4f88-4bea-813b-724a2045f822" providerId="AD" clId="Web-{472F3016-5F82-421B-97CD-6AB5335C4913}"/>
    <pc:docChg chg="modSld">
      <pc:chgData name="Karthik Mandigiri (student)" userId="S::3155271m@student.gla.ac.uk::9a53d180-4f88-4bea-813b-724a2045f822" providerId="AD" clId="Web-{472F3016-5F82-421B-97CD-6AB5335C4913}" dt="2026-03-26T09:33:27.421" v="15" actId="1076"/>
      <pc:docMkLst>
        <pc:docMk/>
      </pc:docMkLst>
      <pc:sldChg chg="addSp delSp modSp">
        <pc:chgData name="Karthik Mandigiri (student)" userId="S::3155271m@student.gla.ac.uk::9a53d180-4f88-4bea-813b-724a2045f822" providerId="AD" clId="Web-{472F3016-5F82-421B-97CD-6AB5335C4913}" dt="2026-03-26T09:33:27.421" v="15" actId="1076"/>
        <pc:sldMkLst>
          <pc:docMk/>
          <pc:sldMk cId="0" sldId="260"/>
        </pc:sldMkLst>
        <pc:picChg chg="add mod">
          <ac:chgData name="Karthik Mandigiri (student)" userId="S::3155271m@student.gla.ac.uk::9a53d180-4f88-4bea-813b-724a2045f822" providerId="AD" clId="Web-{472F3016-5F82-421B-97CD-6AB5335C4913}" dt="2026-03-26T09:30:53.505" v="6" actId="1076"/>
          <ac:picMkLst>
            <pc:docMk/>
            <pc:sldMk cId="0" sldId="260"/>
            <ac:picMk id="8" creationId="{172B0C29-8879-D920-B6E8-7ABE593B7D7C}"/>
          </ac:picMkLst>
        </pc:picChg>
        <pc:picChg chg="add mod">
          <ac:chgData name="Karthik Mandigiri (student)" userId="S::3155271m@student.gla.ac.uk::9a53d180-4f88-4bea-813b-724a2045f822" providerId="AD" clId="Web-{472F3016-5F82-421B-97CD-6AB5335C4913}" dt="2026-03-26T09:33:27.421" v="15" actId="1076"/>
          <ac:picMkLst>
            <pc:docMk/>
            <pc:sldMk cId="0" sldId="260"/>
            <ac:picMk id="10" creationId="{16309A95-872B-AB7B-55E3-8E6C2F375A6C}"/>
          </ac:picMkLst>
        </pc:picChg>
        <pc:picChg chg="del">
          <ac:chgData name="Karthik Mandigiri (student)" userId="S::3155271m@student.gla.ac.uk::9a53d180-4f88-4bea-813b-724a2045f822" providerId="AD" clId="Web-{472F3016-5F82-421B-97CD-6AB5335C4913}" dt="2026-03-26T09:30:34.237" v="0"/>
          <ac:picMkLst>
            <pc:docMk/>
            <pc:sldMk cId="0" sldId="260"/>
            <ac:picMk id="15" creationId="{6476DC39-FBCB-4ACC-9A92-88F74E8AB4D3}"/>
          </ac:picMkLst>
        </pc:picChg>
        <pc:picChg chg="mod">
          <ac:chgData name="Karthik Mandigiri (student)" userId="S::3155271m@student.gla.ac.uk::9a53d180-4f88-4bea-813b-724a2045f822" providerId="AD" clId="Web-{472F3016-5F82-421B-97CD-6AB5335C4913}" dt="2026-03-26T09:33:00.482" v="7" actId="1076"/>
          <ac:picMkLst>
            <pc:docMk/>
            <pc:sldMk cId="0" sldId="260"/>
            <ac:picMk id="17" creationId="{60FABD89-729B-156D-D79E-47E154FEFE89}"/>
          </ac:picMkLst>
        </pc:picChg>
      </pc:sldChg>
    </pc:docChg>
  </pc:docChgLst>
  <pc:docChgLst>
    <pc:chgData name="Sheng Ruan (student)" userId="2354264d-0602-45bc-94d1-0c24578cce23" providerId="ADAL" clId="{05989462-89DA-57B5-8414-96FD5EB7728E}"/>
    <pc:docChg chg="undo custSel addSld delSld modSld">
      <pc:chgData name="Sheng Ruan (student)" userId="2354264d-0602-45bc-94d1-0c24578cce23" providerId="ADAL" clId="{05989462-89DA-57B5-8414-96FD5EB7728E}" dt="2026-03-26T09:34:31.868" v="1354" actId="20577"/>
      <pc:docMkLst>
        <pc:docMk/>
      </pc:docMkLst>
      <pc:sldChg chg="modSp mod">
        <pc:chgData name="Sheng Ruan (student)" userId="2354264d-0602-45bc-94d1-0c24578cce23" providerId="ADAL" clId="{05989462-89DA-57B5-8414-96FD5EB7728E}" dt="2026-03-25T22:01:05.983" v="1323" actId="20577"/>
        <pc:sldMkLst>
          <pc:docMk/>
          <pc:sldMk cId="0" sldId="256"/>
        </pc:sldMkLst>
        <pc:spChg chg="mod">
          <ac:chgData name="Sheng Ruan (student)" userId="2354264d-0602-45bc-94d1-0c24578cce23" providerId="ADAL" clId="{05989462-89DA-57B5-8414-96FD5EB7728E}" dt="2026-03-25T22:01:05.983" v="1323" actId="20577"/>
          <ac:spMkLst>
            <pc:docMk/>
            <pc:sldMk cId="0" sldId="256"/>
            <ac:spMk id="22" creationId="{00000000-0000-0000-0000-000000000000}"/>
          </ac:spMkLst>
        </pc:spChg>
      </pc:sldChg>
      <pc:sldChg chg="modSp del mod">
        <pc:chgData name="Sheng Ruan (student)" userId="2354264d-0602-45bc-94d1-0c24578cce23" providerId="ADAL" clId="{05989462-89DA-57B5-8414-96FD5EB7728E}" dt="2026-03-25T21:44:53.508" v="1281" actId="2696"/>
        <pc:sldMkLst>
          <pc:docMk/>
          <pc:sldMk cId="171605799" sldId="266"/>
        </pc:sldMkLst>
        <pc:spChg chg="mod">
          <ac:chgData name="Sheng Ruan (student)" userId="2354264d-0602-45bc-94d1-0c24578cce23" providerId="ADAL" clId="{05989462-89DA-57B5-8414-96FD5EB7728E}" dt="2026-03-25T00:57:40.408" v="381" actId="1076"/>
          <ac:spMkLst>
            <pc:docMk/>
            <pc:sldMk cId="171605799" sldId="266"/>
            <ac:spMk id="47" creationId="{1F6BF58F-4286-CEB9-D2DE-E075034B2459}"/>
          </ac:spMkLst>
        </pc:spChg>
        <pc:spChg chg="mod">
          <ac:chgData name="Sheng Ruan (student)" userId="2354264d-0602-45bc-94d1-0c24578cce23" providerId="ADAL" clId="{05989462-89DA-57B5-8414-96FD5EB7728E}" dt="2026-03-25T01:47:31.420" v="471" actId="1076"/>
          <ac:spMkLst>
            <pc:docMk/>
            <pc:sldMk cId="171605799" sldId="266"/>
            <ac:spMk id="48" creationId="{F89FCA38-F2A5-5894-F946-7731330D0642}"/>
          </ac:spMkLst>
        </pc:spChg>
        <pc:spChg chg="mod">
          <ac:chgData name="Sheng Ruan (student)" userId="2354264d-0602-45bc-94d1-0c24578cce23" providerId="ADAL" clId="{05989462-89DA-57B5-8414-96FD5EB7728E}" dt="2026-03-25T02:00:32.077" v="713"/>
          <ac:spMkLst>
            <pc:docMk/>
            <pc:sldMk cId="171605799" sldId="266"/>
            <ac:spMk id="49" creationId="{4EE2BE2C-4715-693D-688B-D010A9270F4C}"/>
          </ac:spMkLst>
        </pc:spChg>
      </pc:sldChg>
      <pc:sldChg chg="addSp delSp modSp add mod setBg">
        <pc:chgData name="Sheng Ruan (student)" userId="2354264d-0602-45bc-94d1-0c24578cce23" providerId="ADAL" clId="{05989462-89DA-57B5-8414-96FD5EB7728E}" dt="2026-03-25T16:34:50.722" v="1167" actId="1076"/>
        <pc:sldMkLst>
          <pc:docMk/>
          <pc:sldMk cId="3578680727" sldId="273"/>
        </pc:sldMkLst>
        <pc:spChg chg="mod">
          <ac:chgData name="Sheng Ruan (student)" userId="2354264d-0602-45bc-94d1-0c24578cce23" providerId="ADAL" clId="{05989462-89DA-57B5-8414-96FD5EB7728E}" dt="2026-03-23T02:49:42.695" v="43" actId="14100"/>
          <ac:spMkLst>
            <pc:docMk/>
            <pc:sldMk cId="3578680727" sldId="273"/>
            <ac:spMk id="18" creationId="{8306983A-03C2-0B3D-0E64-774D37806783}"/>
          </ac:spMkLst>
        </pc:spChg>
        <pc:spChg chg="mod topLvl">
          <ac:chgData name="Sheng Ruan (student)" userId="2354264d-0602-45bc-94d1-0c24578cce23" providerId="ADAL" clId="{05989462-89DA-57B5-8414-96FD5EB7728E}" dt="2026-03-23T02:50:25.265" v="51" actId="478"/>
          <ac:spMkLst>
            <pc:docMk/>
            <pc:sldMk cId="3578680727" sldId="273"/>
            <ac:spMk id="34" creationId="{37727545-2D0A-710F-FA56-07AD1C7B533B}"/>
          </ac:spMkLst>
        </pc:spChg>
        <pc:spChg chg="add del mod topLvl">
          <ac:chgData name="Sheng Ruan (student)" userId="2354264d-0602-45bc-94d1-0c24578cce23" providerId="ADAL" clId="{05989462-89DA-57B5-8414-96FD5EB7728E}" dt="2026-03-23T02:51:03.916" v="72" actId="1076"/>
          <ac:spMkLst>
            <pc:docMk/>
            <pc:sldMk cId="3578680727" sldId="273"/>
            <ac:spMk id="35" creationId="{8AEDE302-30F4-C44E-119A-F7887667638A}"/>
          </ac:spMkLst>
        </pc:spChg>
        <pc:spChg chg="mod">
          <ac:chgData name="Sheng Ruan (student)" userId="2354264d-0602-45bc-94d1-0c24578cce23" providerId="ADAL" clId="{05989462-89DA-57B5-8414-96FD5EB7728E}" dt="2026-03-25T01:07:07.381" v="383" actId="207"/>
          <ac:spMkLst>
            <pc:docMk/>
            <pc:sldMk cId="3578680727" sldId="273"/>
            <ac:spMk id="41" creationId="{5DCBA480-0AD4-F394-0304-0D8AA52027D3}"/>
          </ac:spMkLst>
        </pc:spChg>
        <pc:spChg chg="mod">
          <ac:chgData name="Sheng Ruan (student)" userId="2354264d-0602-45bc-94d1-0c24578cce23" providerId="ADAL" clId="{05989462-89DA-57B5-8414-96FD5EB7728E}" dt="2026-03-23T03:15:45.290" v="319" actId="1076"/>
          <ac:spMkLst>
            <pc:docMk/>
            <pc:sldMk cId="3578680727" sldId="273"/>
            <ac:spMk id="50" creationId="{FA647E22-419F-960A-17D0-206FED184CD7}"/>
          </ac:spMkLst>
        </pc:spChg>
        <pc:spChg chg="mod">
          <ac:chgData name="Sheng Ruan (student)" userId="2354264d-0602-45bc-94d1-0c24578cce23" providerId="ADAL" clId="{05989462-89DA-57B5-8414-96FD5EB7728E}" dt="2026-03-23T03:15:42.468" v="318" actId="1076"/>
          <ac:spMkLst>
            <pc:docMk/>
            <pc:sldMk cId="3578680727" sldId="273"/>
            <ac:spMk id="59" creationId="{E95A6835-DBB0-6895-5921-8958DB97515F}"/>
          </ac:spMkLst>
        </pc:spChg>
        <pc:spChg chg="mod">
          <ac:chgData name="Sheng Ruan (student)" userId="2354264d-0602-45bc-94d1-0c24578cce23" providerId="ADAL" clId="{05989462-89DA-57B5-8414-96FD5EB7728E}" dt="2026-03-23T03:15:20.571" v="311" actId="478"/>
          <ac:spMkLst>
            <pc:docMk/>
            <pc:sldMk cId="3578680727" sldId="273"/>
            <ac:spMk id="67" creationId="{165951F7-17BD-6C82-52B0-CDB9B3E9A714}"/>
          </ac:spMkLst>
        </pc:spChg>
        <pc:spChg chg="add del mod">
          <ac:chgData name="Sheng Ruan (student)" userId="2354264d-0602-45bc-94d1-0c24578cce23" providerId="ADAL" clId="{05989462-89DA-57B5-8414-96FD5EB7728E}" dt="2026-03-23T03:15:38.314" v="317" actId="1076"/>
          <ac:spMkLst>
            <pc:docMk/>
            <pc:sldMk cId="3578680727" sldId="273"/>
            <ac:spMk id="68" creationId="{B46F4E9C-CF4B-DD4C-756A-80662F248B85}"/>
          </ac:spMkLst>
        </pc:spChg>
        <pc:spChg chg="mod">
          <ac:chgData name="Sheng Ruan (student)" userId="2354264d-0602-45bc-94d1-0c24578cce23" providerId="ADAL" clId="{05989462-89DA-57B5-8414-96FD5EB7728E}" dt="2026-03-25T15:40:10.233" v="969" actId="1037"/>
          <ac:spMkLst>
            <pc:docMk/>
            <pc:sldMk cId="3578680727" sldId="273"/>
            <ac:spMk id="73" creationId="{CFD73C32-B38D-2F34-FC8F-A413331E1BAA}"/>
          </ac:spMkLst>
        </pc:spChg>
        <pc:spChg chg="mod">
          <ac:chgData name="Sheng Ruan (student)" userId="2354264d-0602-45bc-94d1-0c24578cce23" providerId="ADAL" clId="{05989462-89DA-57B5-8414-96FD5EB7728E}" dt="2026-03-25T15:40:26.603" v="976" actId="207"/>
          <ac:spMkLst>
            <pc:docMk/>
            <pc:sldMk cId="3578680727" sldId="273"/>
            <ac:spMk id="74" creationId="{CD7495B2-EA05-A0FD-2A25-3BA9D2B7EACC}"/>
          </ac:spMkLst>
        </pc:spChg>
        <pc:spChg chg="mod">
          <ac:chgData name="Sheng Ruan (student)" userId="2354264d-0602-45bc-94d1-0c24578cce23" providerId="ADAL" clId="{05989462-89DA-57B5-8414-96FD5EB7728E}" dt="2026-03-23T03:15:48.666" v="320" actId="1076"/>
          <ac:spMkLst>
            <pc:docMk/>
            <pc:sldMk cId="3578680727" sldId="273"/>
            <ac:spMk id="77" creationId="{EFEDC9D0-0D51-4293-44E3-FDF05CC86EBC}"/>
          </ac:spMkLst>
        </pc:spChg>
        <pc:spChg chg="mod">
          <ac:chgData name="Sheng Ruan (student)" userId="2354264d-0602-45bc-94d1-0c24578cce23" providerId="ADAL" clId="{05989462-89DA-57B5-8414-96FD5EB7728E}" dt="2026-03-25T15:40:35.524" v="982" actId="20577"/>
          <ac:spMkLst>
            <pc:docMk/>
            <pc:sldMk cId="3578680727" sldId="273"/>
            <ac:spMk id="83" creationId="{7602ED45-C3C0-D86F-F5E1-FA549BB33E8A}"/>
          </ac:spMkLst>
        </pc:spChg>
        <pc:spChg chg="mod">
          <ac:chgData name="Sheng Ruan (student)" userId="2354264d-0602-45bc-94d1-0c24578cce23" providerId="ADAL" clId="{05989462-89DA-57B5-8414-96FD5EB7728E}" dt="2026-03-23T03:15:56.539" v="322" actId="1076"/>
          <ac:spMkLst>
            <pc:docMk/>
            <pc:sldMk cId="3578680727" sldId="273"/>
            <ac:spMk id="86" creationId="{5247C132-0187-0CB6-FF1D-578323CE8E03}"/>
          </ac:spMkLst>
        </pc:spChg>
        <pc:spChg chg="mod topLvl">
          <ac:chgData name="Sheng Ruan (student)" userId="2354264d-0602-45bc-94d1-0c24578cce23" providerId="ADAL" clId="{05989462-89DA-57B5-8414-96FD5EB7728E}" dt="2026-03-25T16:34:39.551" v="1163" actId="1076"/>
          <ac:spMkLst>
            <pc:docMk/>
            <pc:sldMk cId="3578680727" sldId="273"/>
            <ac:spMk id="88" creationId="{91548605-F2FB-C496-8E95-AEB73A0F1FFC}"/>
          </ac:spMkLst>
        </pc:spChg>
        <pc:spChg chg="del mod topLvl">
          <ac:chgData name="Sheng Ruan (student)" userId="2354264d-0602-45bc-94d1-0c24578cce23" providerId="ADAL" clId="{05989462-89DA-57B5-8414-96FD5EB7728E}" dt="2026-03-25T15:40:53.620" v="1001" actId="478"/>
          <ac:spMkLst>
            <pc:docMk/>
            <pc:sldMk cId="3578680727" sldId="273"/>
            <ac:spMk id="89" creationId="{F965A670-2390-43F7-74B4-EA40B662AF3E}"/>
          </ac:spMkLst>
        </pc:spChg>
        <pc:spChg chg="mod">
          <ac:chgData name="Sheng Ruan (student)" userId="2354264d-0602-45bc-94d1-0c24578cce23" providerId="ADAL" clId="{05989462-89DA-57B5-8414-96FD5EB7728E}" dt="2026-03-23T02:53:54.540" v="87"/>
          <ac:spMkLst>
            <pc:docMk/>
            <pc:sldMk cId="3578680727" sldId="273"/>
            <ac:spMk id="96" creationId="{AE008061-DE09-FA64-6271-8568BA06AD68}"/>
          </ac:spMkLst>
        </pc:spChg>
        <pc:spChg chg="mod">
          <ac:chgData name="Sheng Ruan (student)" userId="2354264d-0602-45bc-94d1-0c24578cce23" providerId="ADAL" clId="{05989462-89DA-57B5-8414-96FD5EB7728E}" dt="2026-03-23T02:53:54.540" v="87"/>
          <ac:spMkLst>
            <pc:docMk/>
            <pc:sldMk cId="3578680727" sldId="273"/>
            <ac:spMk id="97" creationId="{7FC794B9-F82E-7E52-1CB9-904763BF6D6A}"/>
          </ac:spMkLst>
        </pc:spChg>
        <pc:spChg chg="mod">
          <ac:chgData name="Sheng Ruan (student)" userId="2354264d-0602-45bc-94d1-0c24578cce23" providerId="ADAL" clId="{05989462-89DA-57B5-8414-96FD5EB7728E}" dt="2026-03-23T02:53:54.540" v="87"/>
          <ac:spMkLst>
            <pc:docMk/>
            <pc:sldMk cId="3578680727" sldId="273"/>
            <ac:spMk id="100" creationId="{3ECD5683-82A3-EAF0-4CEA-645FC26977FE}"/>
          </ac:spMkLst>
        </pc:spChg>
        <pc:spChg chg="mod">
          <ac:chgData name="Sheng Ruan (student)" userId="2354264d-0602-45bc-94d1-0c24578cce23" providerId="ADAL" clId="{05989462-89DA-57B5-8414-96FD5EB7728E}" dt="2026-03-23T02:53:54.540" v="87"/>
          <ac:spMkLst>
            <pc:docMk/>
            <pc:sldMk cId="3578680727" sldId="273"/>
            <ac:spMk id="101" creationId="{D2FAB809-7A0B-4D93-9146-73443340E101}"/>
          </ac:spMkLst>
        </pc:spChg>
        <pc:spChg chg="add mod">
          <ac:chgData name="Sheng Ruan (student)" userId="2354264d-0602-45bc-94d1-0c24578cce23" providerId="ADAL" clId="{05989462-89DA-57B5-8414-96FD5EB7728E}" dt="2026-03-23T03:03:39.665" v="158" actId="1076"/>
          <ac:spMkLst>
            <pc:docMk/>
            <pc:sldMk cId="3578680727" sldId="273"/>
            <ac:spMk id="110" creationId="{97FD6FEE-DF5E-2DD1-9A26-3637390E49B0}"/>
          </ac:spMkLst>
        </pc:spChg>
        <pc:spChg chg="add mod">
          <ac:chgData name="Sheng Ruan (student)" userId="2354264d-0602-45bc-94d1-0c24578cce23" providerId="ADAL" clId="{05989462-89DA-57B5-8414-96FD5EB7728E}" dt="2026-03-23T03:04:51.058" v="184" actId="20577"/>
          <ac:spMkLst>
            <pc:docMk/>
            <pc:sldMk cId="3578680727" sldId="273"/>
            <ac:spMk id="111" creationId="{EACFEDCB-913A-7683-E65B-E53046D39429}"/>
          </ac:spMkLst>
        </pc:spChg>
        <pc:spChg chg="add mod">
          <ac:chgData name="Sheng Ruan (student)" userId="2354264d-0602-45bc-94d1-0c24578cce23" providerId="ADAL" clId="{05989462-89DA-57B5-8414-96FD5EB7728E}" dt="2026-03-23T03:05:07.928" v="208" actId="20577"/>
          <ac:spMkLst>
            <pc:docMk/>
            <pc:sldMk cId="3578680727" sldId="273"/>
            <ac:spMk id="112" creationId="{B21E1107-8C7B-29CE-DE7E-7928340BFCC4}"/>
          </ac:spMkLst>
        </pc:spChg>
        <pc:spChg chg="add mod">
          <ac:chgData name="Sheng Ruan (student)" userId="2354264d-0602-45bc-94d1-0c24578cce23" providerId="ADAL" clId="{05989462-89DA-57B5-8414-96FD5EB7728E}" dt="2026-03-23T03:05:27.591" v="233" actId="20577"/>
          <ac:spMkLst>
            <pc:docMk/>
            <pc:sldMk cId="3578680727" sldId="273"/>
            <ac:spMk id="113" creationId="{5BC6D6B8-0E82-E70C-D0B2-C3F59EA87671}"/>
          </ac:spMkLst>
        </pc:spChg>
        <pc:spChg chg="add mod">
          <ac:chgData name="Sheng Ruan (student)" userId="2354264d-0602-45bc-94d1-0c24578cce23" providerId="ADAL" clId="{05989462-89DA-57B5-8414-96FD5EB7728E}" dt="2026-03-23T03:09:49.264" v="298" actId="1076"/>
          <ac:spMkLst>
            <pc:docMk/>
            <pc:sldMk cId="3578680727" sldId="273"/>
            <ac:spMk id="116" creationId="{9179EFAA-30C8-9C3F-5E6E-A4159DC928E9}"/>
          </ac:spMkLst>
        </pc:spChg>
        <pc:spChg chg="add mod">
          <ac:chgData name="Sheng Ruan (student)" userId="2354264d-0602-45bc-94d1-0c24578cce23" providerId="ADAL" clId="{05989462-89DA-57B5-8414-96FD5EB7728E}" dt="2026-03-23T03:09:52.416" v="299" actId="1076"/>
          <ac:spMkLst>
            <pc:docMk/>
            <pc:sldMk cId="3578680727" sldId="273"/>
            <ac:spMk id="117" creationId="{7E3BB8A7-5608-9E22-024A-4A8BD7626FAF}"/>
          </ac:spMkLst>
        </pc:spChg>
        <pc:spChg chg="mod">
          <ac:chgData name="Sheng Ruan (student)" userId="2354264d-0602-45bc-94d1-0c24578cce23" providerId="ADAL" clId="{05989462-89DA-57B5-8414-96FD5EB7728E}" dt="2026-03-25T16:34:35.401" v="1162" actId="1076"/>
          <ac:spMkLst>
            <pc:docMk/>
            <pc:sldMk cId="3578680727" sldId="273"/>
            <ac:spMk id="119" creationId="{6B953750-B2BA-D13D-7E86-237AA5CFDB17}"/>
          </ac:spMkLst>
        </pc:spChg>
        <pc:spChg chg="mod">
          <ac:chgData name="Sheng Ruan (student)" userId="2354264d-0602-45bc-94d1-0c24578cce23" providerId="ADAL" clId="{05989462-89DA-57B5-8414-96FD5EB7728E}" dt="2026-03-25T16:34:43.023" v="1164" actId="1076"/>
          <ac:spMkLst>
            <pc:docMk/>
            <pc:sldMk cId="3578680727" sldId="273"/>
            <ac:spMk id="120" creationId="{B942A548-41C0-7A88-A3F1-3FAE8AC663EE}"/>
          </ac:spMkLst>
        </pc:spChg>
        <pc:spChg chg="mod">
          <ac:chgData name="Sheng Ruan (student)" userId="2354264d-0602-45bc-94d1-0c24578cce23" providerId="ADAL" clId="{05989462-89DA-57B5-8414-96FD5EB7728E}" dt="2026-03-25T16:34:50.722" v="1167" actId="1076"/>
          <ac:spMkLst>
            <pc:docMk/>
            <pc:sldMk cId="3578680727" sldId="273"/>
            <ac:spMk id="121" creationId="{711D80B2-3CF0-BAB5-470D-2BA1E9D1BE31}"/>
          </ac:spMkLst>
        </pc:spChg>
        <pc:grpChg chg="mod">
          <ac:chgData name="Sheng Ruan (student)" userId="2354264d-0602-45bc-94d1-0c24578cce23" providerId="ADAL" clId="{05989462-89DA-57B5-8414-96FD5EB7728E}" dt="2026-03-23T03:07:27.742" v="273" actId="14100"/>
          <ac:grpSpMkLst>
            <pc:docMk/>
            <pc:sldMk cId="3578680727" sldId="273"/>
            <ac:grpSpMk id="17" creationId="{C0CA17A8-5BDE-573F-C0B3-DABB5AE931F8}"/>
          </ac:grpSpMkLst>
        </pc:grpChg>
        <pc:grpChg chg="mod">
          <ac:chgData name="Sheng Ruan (student)" userId="2354264d-0602-45bc-94d1-0c24578cce23" providerId="ADAL" clId="{05989462-89DA-57B5-8414-96FD5EB7728E}" dt="2026-03-23T03:06:01.266" v="235" actId="1076"/>
          <ac:grpSpMkLst>
            <pc:docMk/>
            <pc:sldMk cId="3578680727" sldId="273"/>
            <ac:grpSpMk id="20" creationId="{012977C5-3F28-56EF-63C0-458D8C5A4491}"/>
          </ac:grpSpMkLst>
        </pc:grpChg>
        <pc:grpChg chg="mod">
          <ac:chgData name="Sheng Ruan (student)" userId="2354264d-0602-45bc-94d1-0c24578cce23" providerId="ADAL" clId="{05989462-89DA-57B5-8414-96FD5EB7728E}" dt="2026-03-23T03:06:01.266" v="235" actId="1076"/>
          <ac:grpSpMkLst>
            <pc:docMk/>
            <pc:sldMk cId="3578680727" sldId="273"/>
            <ac:grpSpMk id="23" creationId="{C3A2228F-D9E4-0726-D00C-EB7C6C7F40F5}"/>
          </ac:grpSpMkLst>
        </pc:grpChg>
        <pc:grpChg chg="add mod">
          <ac:chgData name="Sheng Ruan (student)" userId="2354264d-0602-45bc-94d1-0c24578cce23" providerId="ADAL" clId="{05989462-89DA-57B5-8414-96FD5EB7728E}" dt="2026-03-23T03:04:33.804" v="168" actId="1076"/>
          <ac:grpSpMkLst>
            <pc:docMk/>
            <pc:sldMk cId="3578680727" sldId="273"/>
            <ac:grpSpMk id="26" creationId="{AA6C780F-4DCE-771F-8428-ABAF5C981781}"/>
          </ac:grpSpMkLst>
        </pc:grpChg>
        <pc:grpChg chg="mod">
          <ac:chgData name="Sheng Ruan (student)" userId="2354264d-0602-45bc-94d1-0c24578cce23" providerId="ADAL" clId="{05989462-89DA-57B5-8414-96FD5EB7728E}" dt="2026-03-23T03:07:11.286" v="245" actId="14100"/>
          <ac:grpSpMkLst>
            <pc:docMk/>
            <pc:sldMk cId="3578680727" sldId="273"/>
            <ac:grpSpMk id="27" creationId="{569D826F-3755-9BBB-5AF9-9D7EC9C78E78}"/>
          </ac:grpSpMkLst>
        </pc:grpChg>
        <pc:grpChg chg="mod">
          <ac:chgData name="Sheng Ruan (student)" userId="2354264d-0602-45bc-94d1-0c24578cce23" providerId="ADAL" clId="{05989462-89DA-57B5-8414-96FD5EB7728E}" dt="2026-03-23T03:07:04.220" v="244" actId="1076"/>
          <ac:grpSpMkLst>
            <pc:docMk/>
            <pc:sldMk cId="3578680727" sldId="273"/>
            <ac:grpSpMk id="30" creationId="{7465C58A-970E-2A03-A255-C9024E72D0D8}"/>
          </ac:grpSpMkLst>
        </pc:grpChg>
        <pc:grpChg chg="add del mod">
          <ac:chgData name="Sheng Ruan (student)" userId="2354264d-0602-45bc-94d1-0c24578cce23" providerId="ADAL" clId="{05989462-89DA-57B5-8414-96FD5EB7728E}" dt="2026-03-23T03:07:04.220" v="244" actId="1076"/>
          <ac:grpSpMkLst>
            <pc:docMk/>
            <pc:sldMk cId="3578680727" sldId="273"/>
            <ac:grpSpMk id="33" creationId="{5094140E-40D3-DF1B-87A7-BB4362CF866A}"/>
          </ac:grpSpMkLst>
        </pc:grpChg>
        <pc:grpChg chg="mod">
          <ac:chgData name="Sheng Ruan (student)" userId="2354264d-0602-45bc-94d1-0c24578cce23" providerId="ADAL" clId="{05989462-89DA-57B5-8414-96FD5EB7728E}" dt="2026-03-23T02:54:33.472" v="94" actId="14100"/>
          <ac:grpSpMkLst>
            <pc:docMk/>
            <pc:sldMk cId="3578680727" sldId="273"/>
            <ac:grpSpMk id="36" creationId="{40B71CDE-EE8A-09EF-FE30-6FDF0DED0913}"/>
          </ac:grpSpMkLst>
        </pc:grpChg>
        <pc:grpChg chg="mod">
          <ac:chgData name="Sheng Ruan (student)" userId="2354264d-0602-45bc-94d1-0c24578cce23" providerId="ADAL" clId="{05989462-89DA-57B5-8414-96FD5EB7728E}" dt="2026-03-23T03:15:08.238" v="309" actId="1076"/>
          <ac:grpSpMkLst>
            <pc:docMk/>
            <pc:sldMk cId="3578680727" sldId="273"/>
            <ac:grpSpMk id="39" creationId="{0766BF64-D5E9-D8DE-0EB7-6242E3DCA864}"/>
          </ac:grpSpMkLst>
        </pc:grpChg>
        <pc:grpChg chg="mod">
          <ac:chgData name="Sheng Ruan (student)" userId="2354264d-0602-45bc-94d1-0c24578cce23" providerId="ADAL" clId="{05989462-89DA-57B5-8414-96FD5EB7728E}" dt="2026-03-23T02:55:00.776" v="97" actId="1076"/>
          <ac:grpSpMkLst>
            <pc:docMk/>
            <pc:sldMk cId="3578680727" sldId="273"/>
            <ac:grpSpMk id="42" creationId="{7951BFFF-F527-3CB4-A177-2B5B10C0F48F}"/>
          </ac:grpSpMkLst>
        </pc:grpChg>
        <pc:grpChg chg="mod">
          <ac:chgData name="Sheng Ruan (student)" userId="2354264d-0602-45bc-94d1-0c24578cce23" providerId="ADAL" clId="{05989462-89DA-57B5-8414-96FD5EB7728E}" dt="2026-03-23T03:14:40.933" v="305" actId="1076"/>
          <ac:grpSpMkLst>
            <pc:docMk/>
            <pc:sldMk cId="3578680727" sldId="273"/>
            <ac:grpSpMk id="45" creationId="{73056149-B9AD-44C5-3536-080EB7A89865}"/>
          </ac:grpSpMkLst>
        </pc:grpChg>
        <pc:grpChg chg="mod">
          <ac:chgData name="Sheng Ruan (student)" userId="2354264d-0602-45bc-94d1-0c24578cce23" providerId="ADAL" clId="{05989462-89DA-57B5-8414-96FD5EB7728E}" dt="2026-03-23T03:14:40.933" v="305" actId="1076"/>
          <ac:grpSpMkLst>
            <pc:docMk/>
            <pc:sldMk cId="3578680727" sldId="273"/>
            <ac:grpSpMk id="48" creationId="{56D13B40-F355-71D6-1670-0077D4799C32}"/>
          </ac:grpSpMkLst>
        </pc:grpChg>
        <pc:grpChg chg="mod">
          <ac:chgData name="Sheng Ruan (student)" userId="2354264d-0602-45bc-94d1-0c24578cce23" providerId="ADAL" clId="{05989462-89DA-57B5-8414-96FD5EB7728E}" dt="2026-03-23T03:14:40.933" v="305" actId="1076"/>
          <ac:grpSpMkLst>
            <pc:docMk/>
            <pc:sldMk cId="3578680727" sldId="273"/>
            <ac:grpSpMk id="51" creationId="{242F0D18-B974-9F82-C93F-DF2C3BF7B5D0}"/>
          </ac:grpSpMkLst>
        </pc:grpChg>
        <pc:grpChg chg="mod">
          <ac:chgData name="Sheng Ruan (student)" userId="2354264d-0602-45bc-94d1-0c24578cce23" providerId="ADAL" clId="{05989462-89DA-57B5-8414-96FD5EB7728E}" dt="2026-03-23T03:14:40.933" v="305" actId="1076"/>
          <ac:grpSpMkLst>
            <pc:docMk/>
            <pc:sldMk cId="3578680727" sldId="273"/>
            <ac:grpSpMk id="54" creationId="{AA84CABD-2762-E948-0729-1288E37F5997}"/>
          </ac:grpSpMkLst>
        </pc:grpChg>
        <pc:grpChg chg="mod">
          <ac:chgData name="Sheng Ruan (student)" userId="2354264d-0602-45bc-94d1-0c24578cce23" providerId="ADAL" clId="{05989462-89DA-57B5-8414-96FD5EB7728E}" dt="2026-03-23T03:14:40.933" v="305" actId="1076"/>
          <ac:grpSpMkLst>
            <pc:docMk/>
            <pc:sldMk cId="3578680727" sldId="273"/>
            <ac:grpSpMk id="57" creationId="{7E465E50-36C8-7220-4164-96CFAFB7CB08}"/>
          </ac:grpSpMkLst>
        </pc:grpChg>
        <pc:grpChg chg="mod">
          <ac:chgData name="Sheng Ruan (student)" userId="2354264d-0602-45bc-94d1-0c24578cce23" providerId="ADAL" clId="{05989462-89DA-57B5-8414-96FD5EB7728E}" dt="2026-03-23T03:14:40.933" v="305" actId="1076"/>
          <ac:grpSpMkLst>
            <pc:docMk/>
            <pc:sldMk cId="3578680727" sldId="273"/>
            <ac:grpSpMk id="60" creationId="{05FCAD95-5192-8657-492D-B82E8ABE0E65}"/>
          </ac:grpSpMkLst>
        </pc:grpChg>
        <pc:grpChg chg="add del">
          <ac:chgData name="Sheng Ruan (student)" userId="2354264d-0602-45bc-94d1-0c24578cce23" providerId="ADAL" clId="{05989462-89DA-57B5-8414-96FD5EB7728E}" dt="2026-03-23T03:15:20.571" v="311" actId="478"/>
          <ac:grpSpMkLst>
            <pc:docMk/>
            <pc:sldMk cId="3578680727" sldId="273"/>
            <ac:grpSpMk id="66" creationId="{7079199E-D261-932D-4ECA-F7499DEA4039}"/>
          </ac:grpSpMkLst>
        </pc:grpChg>
        <pc:grpChg chg="mod">
          <ac:chgData name="Sheng Ruan (student)" userId="2354264d-0602-45bc-94d1-0c24578cce23" providerId="ADAL" clId="{05989462-89DA-57B5-8414-96FD5EB7728E}" dt="2026-03-23T02:55:00.776" v="97" actId="1076"/>
          <ac:grpSpMkLst>
            <pc:docMk/>
            <pc:sldMk cId="3578680727" sldId="273"/>
            <ac:grpSpMk id="69" creationId="{707B0813-D4F9-60C1-53CA-1951EA2D037C}"/>
          </ac:grpSpMkLst>
        </pc:grpChg>
        <pc:grpChg chg="mod">
          <ac:chgData name="Sheng Ruan (student)" userId="2354264d-0602-45bc-94d1-0c24578cce23" providerId="ADAL" clId="{05989462-89DA-57B5-8414-96FD5EB7728E}" dt="2026-03-23T03:14:40.933" v="305" actId="1076"/>
          <ac:grpSpMkLst>
            <pc:docMk/>
            <pc:sldMk cId="3578680727" sldId="273"/>
            <ac:grpSpMk id="72" creationId="{28DDBE12-24B1-0A9B-E6AB-17F06B78CEF8}"/>
          </ac:grpSpMkLst>
        </pc:grpChg>
        <pc:grpChg chg="mod">
          <ac:chgData name="Sheng Ruan (student)" userId="2354264d-0602-45bc-94d1-0c24578cce23" providerId="ADAL" clId="{05989462-89DA-57B5-8414-96FD5EB7728E}" dt="2026-03-23T02:55:00.776" v="97" actId="1076"/>
          <ac:grpSpMkLst>
            <pc:docMk/>
            <pc:sldMk cId="3578680727" sldId="273"/>
            <ac:grpSpMk id="75" creationId="{32273ED6-9F9C-C18A-AF67-19B353D4573B}"/>
          </ac:grpSpMkLst>
        </pc:grpChg>
        <pc:grpChg chg="mod">
          <ac:chgData name="Sheng Ruan (student)" userId="2354264d-0602-45bc-94d1-0c24578cce23" providerId="ADAL" clId="{05989462-89DA-57B5-8414-96FD5EB7728E}" dt="2026-03-23T03:14:40.933" v="305" actId="1076"/>
          <ac:grpSpMkLst>
            <pc:docMk/>
            <pc:sldMk cId="3578680727" sldId="273"/>
            <ac:grpSpMk id="78" creationId="{C793606C-EA40-AFA2-C85B-9FD039C90156}"/>
          </ac:grpSpMkLst>
        </pc:grpChg>
        <pc:grpChg chg="mod">
          <ac:chgData name="Sheng Ruan (student)" userId="2354264d-0602-45bc-94d1-0c24578cce23" providerId="ADAL" clId="{05989462-89DA-57B5-8414-96FD5EB7728E}" dt="2026-03-23T03:14:40.933" v="305" actId="1076"/>
          <ac:grpSpMkLst>
            <pc:docMk/>
            <pc:sldMk cId="3578680727" sldId="273"/>
            <ac:grpSpMk id="81" creationId="{946AFF32-E060-4558-12FC-AD776854A3E3}"/>
          </ac:grpSpMkLst>
        </pc:grpChg>
        <pc:grpChg chg="mod">
          <ac:chgData name="Sheng Ruan (student)" userId="2354264d-0602-45bc-94d1-0c24578cce23" providerId="ADAL" clId="{05989462-89DA-57B5-8414-96FD5EB7728E}" dt="2026-03-23T03:14:40.933" v="305" actId="1076"/>
          <ac:grpSpMkLst>
            <pc:docMk/>
            <pc:sldMk cId="3578680727" sldId="273"/>
            <ac:grpSpMk id="84" creationId="{46379D98-F209-2288-9AF4-23B36DC1FAD8}"/>
          </ac:grpSpMkLst>
        </pc:grpChg>
        <pc:grpChg chg="del mod">
          <ac:chgData name="Sheng Ruan (student)" userId="2354264d-0602-45bc-94d1-0c24578cce23" providerId="ADAL" clId="{05989462-89DA-57B5-8414-96FD5EB7728E}" dt="2026-03-25T15:40:53.620" v="1001" actId="478"/>
          <ac:grpSpMkLst>
            <pc:docMk/>
            <pc:sldMk cId="3578680727" sldId="273"/>
            <ac:grpSpMk id="87" creationId="{245F6B09-A165-EDC6-5AE4-6814CEBE0E24}"/>
          </ac:grpSpMkLst>
        </pc:grpChg>
        <pc:grpChg chg="add mod">
          <ac:chgData name="Sheng Ruan (student)" userId="2354264d-0602-45bc-94d1-0c24578cce23" providerId="ADAL" clId="{05989462-89DA-57B5-8414-96FD5EB7728E}" dt="2026-03-23T02:54:22.316" v="93" actId="14100"/>
          <ac:grpSpMkLst>
            <pc:docMk/>
            <pc:sldMk cId="3578680727" sldId="273"/>
            <ac:grpSpMk id="99" creationId="{A8625040-86D5-193A-F5E8-BA3550076C37}"/>
          </ac:grpSpMkLst>
        </pc:grpChg>
        <pc:grpChg chg="add mod">
          <ac:chgData name="Sheng Ruan (student)" userId="2354264d-0602-45bc-94d1-0c24578cce23" providerId="ADAL" clId="{05989462-89DA-57B5-8414-96FD5EB7728E}" dt="2026-03-23T03:08:40.519" v="278" actId="1076"/>
          <ac:grpSpMkLst>
            <pc:docMk/>
            <pc:sldMk cId="3578680727" sldId="273"/>
            <ac:grpSpMk id="118" creationId="{07E9C7AB-102F-93CC-9ED5-812CD62DB649}"/>
          </ac:grpSpMkLst>
        </pc:grpChg>
        <pc:grpChg chg="add mod">
          <ac:chgData name="Sheng Ruan (student)" userId="2354264d-0602-45bc-94d1-0c24578cce23" providerId="ADAL" clId="{05989462-89DA-57B5-8414-96FD5EB7728E}" dt="2026-03-23T03:14:52.881" v="307" actId="1076"/>
          <ac:grpSpMkLst>
            <pc:docMk/>
            <pc:sldMk cId="3578680727" sldId="273"/>
            <ac:grpSpMk id="122" creationId="{4127E36D-4502-15A1-9F3D-B0097DD0E3D4}"/>
          </ac:grpSpMkLst>
        </pc:grpChg>
        <pc:picChg chg="mod">
          <ac:chgData name="Sheng Ruan (student)" userId="2354264d-0602-45bc-94d1-0c24578cce23" providerId="ADAL" clId="{05989462-89DA-57B5-8414-96FD5EB7728E}" dt="2026-03-23T03:07:22.970" v="272" actId="1036"/>
          <ac:picMkLst>
            <pc:docMk/>
            <pc:sldMk cId="3578680727" sldId="273"/>
            <ac:picMk id="94" creationId="{443EA7BD-4982-E630-0650-E283589E48FF}"/>
          </ac:picMkLst>
        </pc:picChg>
        <pc:picChg chg="add mod">
          <ac:chgData name="Sheng Ruan (student)" userId="2354264d-0602-45bc-94d1-0c24578cce23" providerId="ADAL" clId="{05989462-89DA-57B5-8414-96FD5EB7728E}" dt="2026-03-23T03:02:13.790" v="132" actId="1076"/>
          <ac:picMkLst>
            <pc:docMk/>
            <pc:sldMk cId="3578680727" sldId="273"/>
            <ac:picMk id="103" creationId="{E5594EDB-E123-778D-AC59-2BB8904AEEC6}"/>
          </ac:picMkLst>
        </pc:picChg>
        <pc:picChg chg="add mod">
          <ac:chgData name="Sheng Ruan (student)" userId="2354264d-0602-45bc-94d1-0c24578cce23" providerId="ADAL" clId="{05989462-89DA-57B5-8414-96FD5EB7728E}" dt="2026-03-23T03:02:24.457" v="135" actId="1076"/>
          <ac:picMkLst>
            <pc:docMk/>
            <pc:sldMk cId="3578680727" sldId="273"/>
            <ac:picMk id="105" creationId="{23B9A926-0F5A-9D23-D122-0A5A05041477}"/>
          </ac:picMkLst>
        </pc:picChg>
        <pc:picChg chg="add mod">
          <ac:chgData name="Sheng Ruan (student)" userId="2354264d-0602-45bc-94d1-0c24578cce23" providerId="ADAL" clId="{05989462-89DA-57B5-8414-96FD5EB7728E}" dt="2026-03-23T03:02:20.120" v="134" actId="1076"/>
          <ac:picMkLst>
            <pc:docMk/>
            <pc:sldMk cId="3578680727" sldId="273"/>
            <ac:picMk id="107" creationId="{5E0F2000-DD7D-EF8D-4D9B-4745A9713678}"/>
          </ac:picMkLst>
        </pc:picChg>
        <pc:cxnChg chg="add mod">
          <ac:chgData name="Sheng Ruan (student)" userId="2354264d-0602-45bc-94d1-0c24578cce23" providerId="ADAL" clId="{05989462-89DA-57B5-8414-96FD5EB7728E}" dt="2026-03-23T03:09:40.835" v="296" actId="14100"/>
          <ac:cxnSpMkLst>
            <pc:docMk/>
            <pc:sldMk cId="3578680727" sldId="273"/>
            <ac:cxnSpMk id="114" creationId="{55750D4E-1D5D-65C9-496B-5919B789C25B}"/>
          </ac:cxnSpMkLst>
        </pc:cxnChg>
        <pc:cxnChg chg="add mod">
          <ac:chgData name="Sheng Ruan (student)" userId="2354264d-0602-45bc-94d1-0c24578cce23" providerId="ADAL" clId="{05989462-89DA-57B5-8414-96FD5EB7728E}" dt="2026-03-23T03:09:45.981" v="297" actId="14100"/>
          <ac:cxnSpMkLst>
            <pc:docMk/>
            <pc:sldMk cId="3578680727" sldId="273"/>
            <ac:cxnSpMk id="115" creationId="{94B927CC-F5B5-C9DA-B309-5F7C3525DC03}"/>
          </ac:cxnSpMkLst>
        </pc:cxnChg>
      </pc:sldChg>
      <pc:sldChg chg="addSp delSp modSp add mod setBg modNotesTx">
        <pc:chgData name="Sheng Ruan (student)" userId="2354264d-0602-45bc-94d1-0c24578cce23" providerId="ADAL" clId="{05989462-89DA-57B5-8414-96FD5EB7728E}" dt="2026-03-26T09:34:31.868" v="1354" actId="20577"/>
        <pc:sldMkLst>
          <pc:docMk/>
          <pc:sldMk cId="1101295079" sldId="275"/>
        </pc:sldMkLst>
        <pc:spChg chg="mod">
          <ac:chgData name="Sheng Ruan (student)" userId="2354264d-0602-45bc-94d1-0c24578cce23" providerId="ADAL" clId="{05989462-89DA-57B5-8414-96FD5EB7728E}" dt="2026-03-25T15:09:35.529" v="930" actId="1076"/>
          <ac:spMkLst>
            <pc:docMk/>
            <pc:sldMk cId="1101295079" sldId="275"/>
            <ac:spMk id="15" creationId="{5F111AD2-C21D-6070-437C-303E604E7DB4}"/>
          </ac:spMkLst>
        </pc:spChg>
        <pc:spChg chg="mod">
          <ac:chgData name="Sheng Ruan (student)" userId="2354264d-0602-45bc-94d1-0c24578cce23" providerId="ADAL" clId="{05989462-89DA-57B5-8414-96FD5EB7728E}" dt="2026-03-25T14:56:49.197" v="811" actId="1076"/>
          <ac:spMkLst>
            <pc:docMk/>
            <pc:sldMk cId="1101295079" sldId="275"/>
            <ac:spMk id="33" creationId="{813EEC57-FBD7-0EAA-00A4-789234F2701D}"/>
          </ac:spMkLst>
        </pc:spChg>
        <pc:spChg chg="del">
          <ac:chgData name="Sheng Ruan (student)" userId="2354264d-0602-45bc-94d1-0c24578cce23" providerId="ADAL" clId="{05989462-89DA-57B5-8414-96FD5EB7728E}" dt="2026-03-25T02:11:56.750" v="715" actId="478"/>
          <ac:spMkLst>
            <pc:docMk/>
            <pc:sldMk cId="1101295079" sldId="275"/>
            <ac:spMk id="47" creationId="{058D2DB2-9CE1-9D58-33DB-63DA3AEA9816}"/>
          </ac:spMkLst>
        </pc:spChg>
        <pc:spChg chg="del mod">
          <ac:chgData name="Sheng Ruan (student)" userId="2354264d-0602-45bc-94d1-0c24578cce23" providerId="ADAL" clId="{05989462-89DA-57B5-8414-96FD5EB7728E}" dt="2026-03-25T02:11:59.579" v="718" actId="478"/>
          <ac:spMkLst>
            <pc:docMk/>
            <pc:sldMk cId="1101295079" sldId="275"/>
            <ac:spMk id="48" creationId="{9A0D680E-07DF-C941-C2EF-83A611B8F760}"/>
          </ac:spMkLst>
        </pc:spChg>
        <pc:spChg chg="mod">
          <ac:chgData name="Sheng Ruan (student)" userId="2354264d-0602-45bc-94d1-0c24578cce23" providerId="ADAL" clId="{05989462-89DA-57B5-8414-96FD5EB7728E}" dt="2026-03-25T21:47:13.133" v="1311" actId="1076"/>
          <ac:spMkLst>
            <pc:docMk/>
            <pc:sldMk cId="1101295079" sldId="275"/>
            <ac:spMk id="49" creationId="{40B7305B-94D2-AABA-FCD1-7114C5429325}"/>
          </ac:spMkLst>
        </pc:spChg>
        <pc:spChg chg="add del mod">
          <ac:chgData name="Sheng Ruan (student)" userId="2354264d-0602-45bc-94d1-0c24578cce23" providerId="ADAL" clId="{05989462-89DA-57B5-8414-96FD5EB7728E}" dt="2026-03-25T14:58:48.310" v="818" actId="478"/>
          <ac:spMkLst>
            <pc:docMk/>
            <pc:sldMk cId="1101295079" sldId="275"/>
            <ac:spMk id="50" creationId="{B589B158-0DAA-2E7E-229B-1A76CB28DB18}"/>
          </ac:spMkLst>
        </pc:spChg>
        <pc:spChg chg="add del mod">
          <ac:chgData name="Sheng Ruan (student)" userId="2354264d-0602-45bc-94d1-0c24578cce23" providerId="ADAL" clId="{05989462-89DA-57B5-8414-96FD5EB7728E}" dt="2026-03-25T15:00:23.430" v="821" actId="478"/>
          <ac:spMkLst>
            <pc:docMk/>
            <pc:sldMk cId="1101295079" sldId="275"/>
            <ac:spMk id="51" creationId="{C7DC33FC-107B-1080-9CE4-BD35FBFF6156}"/>
          </ac:spMkLst>
        </pc:spChg>
        <pc:spChg chg="add del mod">
          <ac:chgData name="Sheng Ruan (student)" userId="2354264d-0602-45bc-94d1-0c24578cce23" providerId="ADAL" clId="{05989462-89DA-57B5-8414-96FD5EB7728E}" dt="2026-03-25T15:01:15.240" v="829" actId="478"/>
          <ac:spMkLst>
            <pc:docMk/>
            <pc:sldMk cId="1101295079" sldId="275"/>
            <ac:spMk id="52" creationId="{F835BFC4-8D4F-BAE4-F861-223512CACAD2}"/>
          </ac:spMkLst>
        </pc:spChg>
        <pc:spChg chg="add mod topLvl">
          <ac:chgData name="Sheng Ruan (student)" userId="2354264d-0602-45bc-94d1-0c24578cce23" providerId="ADAL" clId="{05989462-89DA-57B5-8414-96FD5EB7728E}" dt="2026-03-25T15:07:35.351" v="915" actId="1076"/>
          <ac:spMkLst>
            <pc:docMk/>
            <pc:sldMk cId="1101295079" sldId="275"/>
            <ac:spMk id="53" creationId="{CD6385C9-EB1F-3AD8-A910-0D8158BE6AF6}"/>
          </ac:spMkLst>
        </pc:spChg>
        <pc:spChg chg="mod">
          <ac:chgData name="Sheng Ruan (student)" userId="2354264d-0602-45bc-94d1-0c24578cce23" providerId="ADAL" clId="{05989462-89DA-57B5-8414-96FD5EB7728E}" dt="2026-03-25T15:07:24.481" v="910" actId="167"/>
          <ac:spMkLst>
            <pc:docMk/>
            <pc:sldMk cId="1101295079" sldId="275"/>
            <ac:spMk id="54" creationId="{A9F44342-53F5-0D18-1BFD-D83F87EF6D0B}"/>
          </ac:spMkLst>
        </pc:spChg>
        <pc:spChg chg="mod">
          <ac:chgData name="Sheng Ruan (student)" userId="2354264d-0602-45bc-94d1-0c24578cce23" providerId="ADAL" clId="{05989462-89DA-57B5-8414-96FD5EB7728E}" dt="2026-03-25T15:07:08.267" v="909" actId="166"/>
          <ac:spMkLst>
            <pc:docMk/>
            <pc:sldMk cId="1101295079" sldId="275"/>
            <ac:spMk id="56" creationId="{FA2F755F-BC91-AE8C-5401-29BE96B4C2B0}"/>
          </ac:spMkLst>
        </pc:spChg>
        <pc:spChg chg="mod">
          <ac:chgData name="Sheng Ruan (student)" userId="2354264d-0602-45bc-94d1-0c24578cce23" providerId="ADAL" clId="{05989462-89DA-57B5-8414-96FD5EB7728E}" dt="2026-03-25T15:07:24.481" v="910" actId="167"/>
          <ac:spMkLst>
            <pc:docMk/>
            <pc:sldMk cId="1101295079" sldId="275"/>
            <ac:spMk id="59" creationId="{2C3AD830-CBE9-F2A8-93BD-3B7361BB62E6}"/>
          </ac:spMkLst>
        </pc:spChg>
        <pc:spChg chg="add mod topLvl">
          <ac:chgData name="Sheng Ruan (student)" userId="2354264d-0602-45bc-94d1-0c24578cce23" providerId="ADAL" clId="{05989462-89DA-57B5-8414-96FD5EB7728E}" dt="2026-03-25T15:07:08.267" v="909" actId="166"/>
          <ac:spMkLst>
            <pc:docMk/>
            <pc:sldMk cId="1101295079" sldId="275"/>
            <ac:spMk id="61" creationId="{12894B80-7D1A-2398-AEBB-BCA5368C6E87}"/>
          </ac:spMkLst>
        </pc:spChg>
        <pc:spChg chg="add mod">
          <ac:chgData name="Sheng Ruan (student)" userId="2354264d-0602-45bc-94d1-0c24578cce23" providerId="ADAL" clId="{05989462-89DA-57B5-8414-96FD5EB7728E}" dt="2026-03-25T15:01:29.845" v="831" actId="1076"/>
          <ac:spMkLst>
            <pc:docMk/>
            <pc:sldMk cId="1101295079" sldId="275"/>
            <ac:spMk id="63" creationId="{C05187AD-6A0E-4DA0-82AF-9BC68E6F822C}"/>
          </ac:spMkLst>
        </pc:spChg>
        <pc:spChg chg="add mod topLvl">
          <ac:chgData name="Sheng Ruan (student)" userId="2354264d-0602-45bc-94d1-0c24578cce23" providerId="ADAL" clId="{05989462-89DA-57B5-8414-96FD5EB7728E}" dt="2026-03-25T15:07:24.481" v="910" actId="167"/>
          <ac:spMkLst>
            <pc:docMk/>
            <pc:sldMk cId="1101295079" sldId="275"/>
            <ac:spMk id="64" creationId="{C2E7C0AA-7576-2BA7-6530-421EA5708761}"/>
          </ac:spMkLst>
        </pc:spChg>
        <pc:spChg chg="mod">
          <ac:chgData name="Sheng Ruan (student)" userId="2354264d-0602-45bc-94d1-0c24578cce23" providerId="ADAL" clId="{05989462-89DA-57B5-8414-96FD5EB7728E}" dt="2026-03-25T15:07:08.267" v="909" actId="166"/>
          <ac:spMkLst>
            <pc:docMk/>
            <pc:sldMk cId="1101295079" sldId="275"/>
            <ac:spMk id="66" creationId="{2237E565-2A7F-AADB-D009-DC6A09FB5CC9}"/>
          </ac:spMkLst>
        </pc:spChg>
        <pc:spChg chg="add mod topLvl">
          <ac:chgData name="Sheng Ruan (student)" userId="2354264d-0602-45bc-94d1-0c24578cce23" providerId="ADAL" clId="{05989462-89DA-57B5-8414-96FD5EB7728E}" dt="2026-03-25T15:06:13.775" v="893" actId="164"/>
          <ac:spMkLst>
            <pc:docMk/>
            <pc:sldMk cId="1101295079" sldId="275"/>
            <ac:spMk id="67" creationId="{FADE924C-7964-F906-8838-D2F74E5092A9}"/>
          </ac:spMkLst>
        </pc:spChg>
        <pc:spChg chg="add mod topLvl">
          <ac:chgData name="Sheng Ruan (student)" userId="2354264d-0602-45bc-94d1-0c24578cce23" providerId="ADAL" clId="{05989462-89DA-57B5-8414-96FD5EB7728E}" dt="2026-03-25T15:07:24.481" v="910" actId="167"/>
          <ac:spMkLst>
            <pc:docMk/>
            <pc:sldMk cId="1101295079" sldId="275"/>
            <ac:spMk id="69" creationId="{F3994592-E690-757B-FD28-6338AC9BAB03}"/>
          </ac:spMkLst>
        </pc:spChg>
        <pc:spChg chg="mod">
          <ac:chgData name="Sheng Ruan (student)" userId="2354264d-0602-45bc-94d1-0c24578cce23" providerId="ADAL" clId="{05989462-89DA-57B5-8414-96FD5EB7728E}" dt="2026-03-25T15:07:08.267" v="909" actId="166"/>
          <ac:spMkLst>
            <pc:docMk/>
            <pc:sldMk cId="1101295079" sldId="275"/>
            <ac:spMk id="71" creationId="{FC8F3BF2-941B-1A66-698C-615945CF162C}"/>
          </ac:spMkLst>
        </pc:spChg>
        <pc:spChg chg="add mod topLvl">
          <ac:chgData name="Sheng Ruan (student)" userId="2354264d-0602-45bc-94d1-0c24578cce23" providerId="ADAL" clId="{05989462-89DA-57B5-8414-96FD5EB7728E}" dt="2026-03-25T15:07:24.481" v="910" actId="167"/>
          <ac:spMkLst>
            <pc:docMk/>
            <pc:sldMk cId="1101295079" sldId="275"/>
            <ac:spMk id="74" creationId="{2E63EDC9-BD03-0A41-1015-F0B3A260C3CB}"/>
          </ac:spMkLst>
        </pc:spChg>
        <pc:spChg chg="mod">
          <ac:chgData name="Sheng Ruan (student)" userId="2354264d-0602-45bc-94d1-0c24578cce23" providerId="ADAL" clId="{05989462-89DA-57B5-8414-96FD5EB7728E}" dt="2026-03-25T15:07:08.267" v="909" actId="166"/>
          <ac:spMkLst>
            <pc:docMk/>
            <pc:sldMk cId="1101295079" sldId="275"/>
            <ac:spMk id="76" creationId="{0A73B4DA-2981-99CD-B9F2-CA76A785C5D0}"/>
          </ac:spMkLst>
        </pc:spChg>
        <pc:spChg chg="topLvl">
          <ac:chgData name="Sheng Ruan (student)" userId="2354264d-0602-45bc-94d1-0c24578cce23" providerId="ADAL" clId="{05989462-89DA-57B5-8414-96FD5EB7728E}" dt="2026-03-25T15:06:13.775" v="893" actId="164"/>
          <ac:spMkLst>
            <pc:docMk/>
            <pc:sldMk cId="1101295079" sldId="275"/>
            <ac:spMk id="77" creationId="{8095C472-206E-51DF-2502-9C7628322CE9}"/>
          </ac:spMkLst>
        </pc:spChg>
        <pc:spChg chg="add mod">
          <ac:chgData name="Sheng Ruan (student)" userId="2354264d-0602-45bc-94d1-0c24578cce23" providerId="ADAL" clId="{05989462-89DA-57B5-8414-96FD5EB7728E}" dt="2026-03-25T15:01:29.845" v="831" actId="1076"/>
          <ac:spMkLst>
            <pc:docMk/>
            <pc:sldMk cId="1101295079" sldId="275"/>
            <ac:spMk id="78" creationId="{880901EA-0359-F880-0B7E-1FDCF85E5B14}"/>
          </ac:spMkLst>
        </pc:spChg>
        <pc:spChg chg="mod">
          <ac:chgData name="Sheng Ruan (student)" userId="2354264d-0602-45bc-94d1-0c24578cce23" providerId="ADAL" clId="{05989462-89DA-57B5-8414-96FD5EB7728E}" dt="2026-03-25T15:07:24.481" v="910" actId="167"/>
          <ac:spMkLst>
            <pc:docMk/>
            <pc:sldMk cId="1101295079" sldId="275"/>
            <ac:spMk id="79" creationId="{38AA5B05-1CC1-97B0-4D87-A5DD9553A1F1}"/>
          </ac:spMkLst>
        </pc:spChg>
        <pc:spChg chg="add mod topLvl">
          <ac:chgData name="Sheng Ruan (student)" userId="2354264d-0602-45bc-94d1-0c24578cce23" providerId="ADAL" clId="{05989462-89DA-57B5-8414-96FD5EB7728E}" dt="2026-03-25T15:07:08.267" v="909" actId="166"/>
          <ac:spMkLst>
            <pc:docMk/>
            <pc:sldMk cId="1101295079" sldId="275"/>
            <ac:spMk id="81" creationId="{D81288B5-DFC3-E9AF-25B3-16DE2C9B977A}"/>
          </ac:spMkLst>
        </pc:spChg>
        <pc:spChg chg="add mod topLvl">
          <ac:chgData name="Sheng Ruan (student)" userId="2354264d-0602-45bc-94d1-0c24578cce23" providerId="ADAL" clId="{05989462-89DA-57B5-8414-96FD5EB7728E}" dt="2026-03-25T15:06:13.775" v="893" actId="164"/>
          <ac:spMkLst>
            <pc:docMk/>
            <pc:sldMk cId="1101295079" sldId="275"/>
            <ac:spMk id="82" creationId="{5683E736-350D-1522-5553-F7FDEBAB3FED}"/>
          </ac:spMkLst>
        </pc:spChg>
        <pc:spChg chg="del">
          <ac:chgData name="Sheng Ruan (student)" userId="2354264d-0602-45bc-94d1-0c24578cce23" providerId="ADAL" clId="{05989462-89DA-57B5-8414-96FD5EB7728E}" dt="2026-03-25T15:03:41.085" v="866" actId="478"/>
          <ac:spMkLst>
            <pc:docMk/>
            <pc:sldMk cId="1101295079" sldId="275"/>
            <ac:spMk id="83" creationId="{9D26E749-8C0D-5529-8BF4-ACAEC04B16D8}"/>
          </ac:spMkLst>
        </pc:spChg>
        <pc:spChg chg="del mod">
          <ac:chgData name="Sheng Ruan (student)" userId="2354264d-0602-45bc-94d1-0c24578cce23" providerId="ADAL" clId="{05989462-89DA-57B5-8414-96FD5EB7728E}" dt="2026-03-25T15:01:43.413" v="834" actId="478"/>
          <ac:spMkLst>
            <pc:docMk/>
            <pc:sldMk cId="1101295079" sldId="275"/>
            <ac:spMk id="84" creationId="{05C75BBB-6C49-15B5-43E8-9BD9D7F7CC5E}"/>
          </ac:spMkLst>
        </pc:spChg>
        <pc:spChg chg="add del mod">
          <ac:chgData name="Sheng Ruan (student)" userId="2354264d-0602-45bc-94d1-0c24578cce23" providerId="ADAL" clId="{05989462-89DA-57B5-8414-96FD5EB7728E}" dt="2026-03-25T15:02:18.165" v="836" actId="478"/>
          <ac:spMkLst>
            <pc:docMk/>
            <pc:sldMk cId="1101295079" sldId="275"/>
            <ac:spMk id="86" creationId="{03557C3E-69A0-6D20-D2F3-27BBB6F3AAA1}"/>
          </ac:spMkLst>
        </pc:spChg>
        <pc:spChg chg="add del mod">
          <ac:chgData name="Sheng Ruan (student)" userId="2354264d-0602-45bc-94d1-0c24578cce23" providerId="ADAL" clId="{05989462-89DA-57B5-8414-96FD5EB7728E}" dt="2026-03-25T15:02:18.165" v="836" actId="478"/>
          <ac:spMkLst>
            <pc:docMk/>
            <pc:sldMk cId="1101295079" sldId="275"/>
            <ac:spMk id="97" creationId="{E0392D93-9DE8-E787-2F14-2419FBC14DFA}"/>
          </ac:spMkLst>
        </pc:spChg>
        <pc:spChg chg="add del mod">
          <ac:chgData name="Sheng Ruan (student)" userId="2354264d-0602-45bc-94d1-0c24578cce23" providerId="ADAL" clId="{05989462-89DA-57B5-8414-96FD5EB7728E}" dt="2026-03-25T15:02:18.165" v="836" actId="478"/>
          <ac:spMkLst>
            <pc:docMk/>
            <pc:sldMk cId="1101295079" sldId="275"/>
            <ac:spMk id="98" creationId="{312C011C-70A7-21C9-3801-6D2270874402}"/>
          </ac:spMkLst>
        </pc:spChg>
        <pc:spChg chg="add del mod">
          <ac:chgData name="Sheng Ruan (student)" userId="2354264d-0602-45bc-94d1-0c24578cce23" providerId="ADAL" clId="{05989462-89DA-57B5-8414-96FD5EB7728E}" dt="2026-03-25T15:02:18.165" v="836" actId="478"/>
          <ac:spMkLst>
            <pc:docMk/>
            <pc:sldMk cId="1101295079" sldId="275"/>
            <ac:spMk id="99" creationId="{72F0AEF1-0E03-F02D-41AE-419FFEF5F44F}"/>
          </ac:spMkLst>
        </pc:spChg>
        <pc:spChg chg="add del mod">
          <ac:chgData name="Sheng Ruan (student)" userId="2354264d-0602-45bc-94d1-0c24578cce23" providerId="ADAL" clId="{05989462-89DA-57B5-8414-96FD5EB7728E}" dt="2026-03-25T15:02:18.165" v="836" actId="478"/>
          <ac:spMkLst>
            <pc:docMk/>
            <pc:sldMk cId="1101295079" sldId="275"/>
            <ac:spMk id="103" creationId="{B266105E-6132-5B7D-1901-C14128F0B98C}"/>
          </ac:spMkLst>
        </pc:spChg>
        <pc:spChg chg="add del mod">
          <ac:chgData name="Sheng Ruan (student)" userId="2354264d-0602-45bc-94d1-0c24578cce23" providerId="ADAL" clId="{05989462-89DA-57B5-8414-96FD5EB7728E}" dt="2026-03-25T15:02:18.165" v="836" actId="478"/>
          <ac:spMkLst>
            <pc:docMk/>
            <pc:sldMk cId="1101295079" sldId="275"/>
            <ac:spMk id="106" creationId="{B569AD51-55D9-3B02-76B7-E9CEA80A3A36}"/>
          </ac:spMkLst>
        </pc:spChg>
        <pc:spChg chg="add del mod">
          <ac:chgData name="Sheng Ruan (student)" userId="2354264d-0602-45bc-94d1-0c24578cce23" providerId="ADAL" clId="{05989462-89DA-57B5-8414-96FD5EB7728E}" dt="2026-03-25T15:02:18.165" v="836" actId="478"/>
          <ac:spMkLst>
            <pc:docMk/>
            <pc:sldMk cId="1101295079" sldId="275"/>
            <ac:spMk id="109" creationId="{9204A015-5F50-7952-E9EF-F8B48A76ED21}"/>
          </ac:spMkLst>
        </pc:spChg>
        <pc:spChg chg="add del mod">
          <ac:chgData name="Sheng Ruan (student)" userId="2354264d-0602-45bc-94d1-0c24578cce23" providerId="ADAL" clId="{05989462-89DA-57B5-8414-96FD5EB7728E}" dt="2026-03-25T15:02:18.165" v="836" actId="478"/>
          <ac:spMkLst>
            <pc:docMk/>
            <pc:sldMk cId="1101295079" sldId="275"/>
            <ac:spMk id="110" creationId="{7BC22B91-2717-82CD-CF90-F663589AE803}"/>
          </ac:spMkLst>
        </pc:spChg>
        <pc:spChg chg="add del mod">
          <ac:chgData name="Sheng Ruan (student)" userId="2354264d-0602-45bc-94d1-0c24578cce23" providerId="ADAL" clId="{05989462-89DA-57B5-8414-96FD5EB7728E}" dt="2026-03-25T15:02:18.165" v="836" actId="478"/>
          <ac:spMkLst>
            <pc:docMk/>
            <pc:sldMk cId="1101295079" sldId="275"/>
            <ac:spMk id="111" creationId="{BA7E0540-58D8-89DB-62B4-A70D21419C8E}"/>
          </ac:spMkLst>
        </pc:spChg>
        <pc:spChg chg="add del mod">
          <ac:chgData name="Sheng Ruan (student)" userId="2354264d-0602-45bc-94d1-0c24578cce23" providerId="ADAL" clId="{05989462-89DA-57B5-8414-96FD5EB7728E}" dt="2026-03-25T15:02:18.165" v="836" actId="478"/>
          <ac:spMkLst>
            <pc:docMk/>
            <pc:sldMk cId="1101295079" sldId="275"/>
            <ac:spMk id="113" creationId="{D9FD72B1-E252-7F7B-8FAE-468CEA532205}"/>
          </ac:spMkLst>
        </pc:spChg>
        <pc:spChg chg="add del mod">
          <ac:chgData name="Sheng Ruan (student)" userId="2354264d-0602-45bc-94d1-0c24578cce23" providerId="ADAL" clId="{05989462-89DA-57B5-8414-96FD5EB7728E}" dt="2026-03-25T15:02:44.089" v="841" actId="478"/>
          <ac:spMkLst>
            <pc:docMk/>
            <pc:sldMk cId="1101295079" sldId="275"/>
            <ac:spMk id="117" creationId="{908D62E7-ACAE-CEC6-C0AB-122EDA9FD8E7}"/>
          </ac:spMkLst>
        </pc:spChg>
        <pc:spChg chg="add mod">
          <ac:chgData name="Sheng Ruan (student)" userId="2354264d-0602-45bc-94d1-0c24578cce23" providerId="ADAL" clId="{05989462-89DA-57B5-8414-96FD5EB7728E}" dt="2026-03-25T15:02:30.420" v="840" actId="767"/>
          <ac:spMkLst>
            <pc:docMk/>
            <pc:sldMk cId="1101295079" sldId="275"/>
            <ac:spMk id="118" creationId="{A30636F2-9E88-E558-8D7D-46CF2457056F}"/>
          </ac:spMkLst>
        </pc:spChg>
        <pc:spChg chg="add mod topLvl">
          <ac:chgData name="Sheng Ruan (student)" userId="2354264d-0602-45bc-94d1-0c24578cce23" providerId="ADAL" clId="{05989462-89DA-57B5-8414-96FD5EB7728E}" dt="2026-03-25T15:06:54.697" v="904" actId="1076"/>
          <ac:spMkLst>
            <pc:docMk/>
            <pc:sldMk cId="1101295079" sldId="275"/>
            <ac:spMk id="119" creationId="{75E4FAB9-B896-A0BD-63DB-21167A0797AA}"/>
          </ac:spMkLst>
        </pc:spChg>
        <pc:spChg chg="mod">
          <ac:chgData name="Sheng Ruan (student)" userId="2354264d-0602-45bc-94d1-0c24578cce23" providerId="ADAL" clId="{05989462-89DA-57B5-8414-96FD5EB7728E}" dt="2026-03-25T15:11:18.669" v="943" actId="255"/>
          <ac:spMkLst>
            <pc:docMk/>
            <pc:sldMk cId="1101295079" sldId="275"/>
            <ac:spMk id="125" creationId="{1F38895B-DBCF-9123-511F-67A6A69D0C7B}"/>
          </ac:spMkLst>
        </pc:spChg>
        <pc:spChg chg="add mod">
          <ac:chgData name="Sheng Ruan (student)" userId="2354264d-0602-45bc-94d1-0c24578cce23" providerId="ADAL" clId="{05989462-89DA-57B5-8414-96FD5EB7728E}" dt="2026-03-25T15:09:28.877" v="927"/>
          <ac:spMkLst>
            <pc:docMk/>
            <pc:sldMk cId="1101295079" sldId="275"/>
            <ac:spMk id="129" creationId="{29B74141-DEE2-CE55-6B5A-970F19E24CDB}"/>
          </ac:spMkLst>
        </pc:spChg>
        <pc:spChg chg="add mod">
          <ac:chgData name="Sheng Ruan (student)" userId="2354264d-0602-45bc-94d1-0c24578cce23" providerId="ADAL" clId="{05989462-89DA-57B5-8414-96FD5EB7728E}" dt="2026-03-25T15:09:28.877" v="927"/>
          <ac:spMkLst>
            <pc:docMk/>
            <pc:sldMk cId="1101295079" sldId="275"/>
            <ac:spMk id="130" creationId="{C6ED1787-CEA9-78F9-A653-050C450C167F}"/>
          </ac:spMkLst>
        </pc:spChg>
        <pc:spChg chg="add mod">
          <ac:chgData name="Sheng Ruan (student)" userId="2354264d-0602-45bc-94d1-0c24578cce23" providerId="ADAL" clId="{05989462-89DA-57B5-8414-96FD5EB7728E}" dt="2026-03-25T15:09:28.877" v="927"/>
          <ac:spMkLst>
            <pc:docMk/>
            <pc:sldMk cId="1101295079" sldId="275"/>
            <ac:spMk id="131" creationId="{7332230C-96D5-CA9F-F0D0-285AA420ED63}"/>
          </ac:spMkLst>
        </pc:spChg>
        <pc:spChg chg="add mod">
          <ac:chgData name="Sheng Ruan (student)" userId="2354264d-0602-45bc-94d1-0c24578cce23" providerId="ADAL" clId="{05989462-89DA-57B5-8414-96FD5EB7728E}" dt="2026-03-26T07:43:13.388" v="1343" actId="14100"/>
          <ac:spMkLst>
            <pc:docMk/>
            <pc:sldMk cId="1101295079" sldId="275"/>
            <ac:spMk id="132" creationId="{5AE8D9EF-3B02-B84B-8B9E-096BBF766E16}"/>
          </ac:spMkLst>
        </pc:spChg>
        <pc:spChg chg="add mod">
          <ac:chgData name="Sheng Ruan (student)" userId="2354264d-0602-45bc-94d1-0c24578cce23" providerId="ADAL" clId="{05989462-89DA-57B5-8414-96FD5EB7728E}" dt="2026-03-25T15:09:28.877" v="927"/>
          <ac:spMkLst>
            <pc:docMk/>
            <pc:sldMk cId="1101295079" sldId="275"/>
            <ac:spMk id="133" creationId="{BB223979-630B-C0C5-D83A-F87ED43807E6}"/>
          </ac:spMkLst>
        </pc:spChg>
        <pc:spChg chg="add mod">
          <ac:chgData name="Sheng Ruan (student)" userId="2354264d-0602-45bc-94d1-0c24578cce23" providerId="ADAL" clId="{05989462-89DA-57B5-8414-96FD5EB7728E}" dt="2026-03-25T15:11:13.249" v="942" actId="255"/>
          <ac:spMkLst>
            <pc:docMk/>
            <pc:sldMk cId="1101295079" sldId="275"/>
            <ac:spMk id="134" creationId="{38425B8C-9883-3012-8A98-1B689BAC9007}"/>
          </ac:spMkLst>
        </pc:spChg>
        <pc:spChg chg="del mod">
          <ac:chgData name="Sheng Ruan (student)" userId="2354264d-0602-45bc-94d1-0c24578cce23" providerId="ADAL" clId="{05989462-89DA-57B5-8414-96FD5EB7728E}" dt="2026-03-26T07:42:08.524" v="1335" actId="478"/>
          <ac:spMkLst>
            <pc:docMk/>
            <pc:sldMk cId="1101295079" sldId="275"/>
            <ac:spMk id="135" creationId="{72441169-D10D-05FB-83C3-F0F3DA575FF2}"/>
          </ac:spMkLst>
        </pc:spChg>
        <pc:spChg chg="add del mod">
          <ac:chgData name="Sheng Ruan (student)" userId="2354264d-0602-45bc-94d1-0c24578cce23" providerId="ADAL" clId="{05989462-89DA-57B5-8414-96FD5EB7728E}" dt="2026-03-26T07:41:45.305" v="1330" actId="478"/>
          <ac:spMkLst>
            <pc:docMk/>
            <pc:sldMk cId="1101295079" sldId="275"/>
            <ac:spMk id="136" creationId="{295E24DB-73F2-E498-41B0-8DD35332D818}"/>
          </ac:spMkLst>
        </pc:spChg>
        <pc:spChg chg="add mod">
          <ac:chgData name="Sheng Ruan (student)" userId="2354264d-0602-45bc-94d1-0c24578cce23" providerId="ADAL" clId="{05989462-89DA-57B5-8414-96FD5EB7728E}" dt="2026-03-26T07:43:31.963" v="1346" actId="1076"/>
          <ac:spMkLst>
            <pc:docMk/>
            <pc:sldMk cId="1101295079" sldId="275"/>
            <ac:spMk id="138" creationId="{6AC1CE44-1B1D-1CAB-AEE2-0E2E5E1D3776}"/>
          </ac:spMkLst>
        </pc:spChg>
        <pc:spChg chg="mod">
          <ac:chgData name="Sheng Ruan (student)" userId="2354264d-0602-45bc-94d1-0c24578cce23" providerId="ADAL" clId="{05989462-89DA-57B5-8414-96FD5EB7728E}" dt="2026-03-26T07:43:22.425" v="1344" actId="1076"/>
          <ac:spMkLst>
            <pc:docMk/>
            <pc:sldMk cId="1101295079" sldId="275"/>
            <ac:spMk id="139" creationId="{63A715E1-2D60-1FE0-2C41-FB2A8AA75873}"/>
          </ac:spMkLst>
        </pc:spChg>
        <pc:spChg chg="mod">
          <ac:chgData name="Sheng Ruan (student)" userId="2354264d-0602-45bc-94d1-0c24578cce23" providerId="ADAL" clId="{05989462-89DA-57B5-8414-96FD5EB7728E}" dt="2026-03-26T07:43:28.895" v="1345" actId="1076"/>
          <ac:spMkLst>
            <pc:docMk/>
            <pc:sldMk cId="1101295079" sldId="275"/>
            <ac:spMk id="140" creationId="{88EF9BD1-4D87-BAC1-C247-568829EDA4BF}"/>
          </ac:spMkLst>
        </pc:spChg>
        <pc:spChg chg="add del mod">
          <ac:chgData name="Sheng Ruan (student)" userId="2354264d-0602-45bc-94d1-0c24578cce23" providerId="ADAL" clId="{05989462-89DA-57B5-8414-96FD5EB7728E}" dt="2026-03-26T07:43:00.448" v="1341" actId="478"/>
          <ac:spMkLst>
            <pc:docMk/>
            <pc:sldMk cId="1101295079" sldId="275"/>
            <ac:spMk id="141" creationId="{1AA9AC84-6881-07F7-15E6-3A4C3A244A2C}"/>
          </ac:spMkLst>
        </pc:spChg>
        <pc:spChg chg="del mod">
          <ac:chgData name="Sheng Ruan (student)" userId="2354264d-0602-45bc-94d1-0c24578cce23" providerId="ADAL" clId="{05989462-89DA-57B5-8414-96FD5EB7728E}" dt="2026-03-26T07:42:57.403" v="1340" actId="478"/>
          <ac:spMkLst>
            <pc:docMk/>
            <pc:sldMk cId="1101295079" sldId="275"/>
            <ac:spMk id="142" creationId="{FCF13079-358C-7534-A345-8BB374F3638C}"/>
          </ac:spMkLst>
        </pc:spChg>
        <pc:spChg chg="add mod">
          <ac:chgData name="Sheng Ruan (student)" userId="2354264d-0602-45bc-94d1-0c24578cce23" providerId="ADAL" clId="{05989462-89DA-57B5-8414-96FD5EB7728E}" dt="2026-03-25T15:09:28.877" v="927"/>
          <ac:spMkLst>
            <pc:docMk/>
            <pc:sldMk cId="1101295079" sldId="275"/>
            <ac:spMk id="143" creationId="{EE973113-1269-EEDD-D51F-2E6D198F7B4D}"/>
          </ac:spMkLst>
        </pc:spChg>
        <pc:spChg chg="mod">
          <ac:chgData name="Sheng Ruan (student)" userId="2354264d-0602-45bc-94d1-0c24578cce23" providerId="ADAL" clId="{05989462-89DA-57B5-8414-96FD5EB7728E}" dt="2026-03-26T07:43:34.706" v="1347" actId="1076"/>
          <ac:spMkLst>
            <pc:docMk/>
            <pc:sldMk cId="1101295079" sldId="275"/>
            <ac:spMk id="144" creationId="{8CF51309-A04D-5197-E4F0-29185312C3DA}"/>
          </ac:spMkLst>
        </pc:spChg>
        <pc:grpChg chg="mod">
          <ac:chgData name="Sheng Ruan (student)" userId="2354264d-0602-45bc-94d1-0c24578cce23" providerId="ADAL" clId="{05989462-89DA-57B5-8414-96FD5EB7728E}" dt="2026-03-25T15:10:01.812" v="939" actId="1076"/>
          <ac:grpSpMkLst>
            <pc:docMk/>
            <pc:sldMk cId="1101295079" sldId="275"/>
            <ac:grpSpMk id="5" creationId="{6A5A5B32-BDF6-BBEF-7825-6B837875F555}"/>
          </ac:grpSpMkLst>
        </pc:grpChg>
        <pc:grpChg chg="mod">
          <ac:chgData name="Sheng Ruan (student)" userId="2354264d-0602-45bc-94d1-0c24578cce23" providerId="ADAL" clId="{05989462-89DA-57B5-8414-96FD5EB7728E}" dt="2026-03-25T15:01:13.619" v="828" actId="1076"/>
          <ac:grpSpMkLst>
            <pc:docMk/>
            <pc:sldMk cId="1101295079" sldId="275"/>
            <ac:grpSpMk id="11" creationId="{76E1EB0D-448C-4DF3-D58C-E0156BFA8265}"/>
          </ac:grpSpMkLst>
        </pc:grpChg>
        <pc:grpChg chg="del">
          <ac:chgData name="Sheng Ruan (student)" userId="2354264d-0602-45bc-94d1-0c24578cce23" providerId="ADAL" clId="{05989462-89DA-57B5-8414-96FD5EB7728E}" dt="2026-03-25T02:11:55.001" v="714" actId="478"/>
          <ac:grpSpMkLst>
            <pc:docMk/>
            <pc:sldMk cId="1101295079" sldId="275"/>
            <ac:grpSpMk id="17" creationId="{E3AB63FB-6C2F-1733-DBAD-5DCAA07F836D}"/>
          </ac:grpSpMkLst>
        </pc:grpChg>
        <pc:grpChg chg="del">
          <ac:chgData name="Sheng Ruan (student)" userId="2354264d-0602-45bc-94d1-0c24578cce23" providerId="ADAL" clId="{05989462-89DA-57B5-8414-96FD5EB7728E}" dt="2026-03-25T02:11:57.753" v="716" actId="478"/>
          <ac:grpSpMkLst>
            <pc:docMk/>
            <pc:sldMk cId="1101295079" sldId="275"/>
            <ac:grpSpMk id="20" creationId="{D3EC7757-537C-2A5C-8C41-61E4D7861C1A}"/>
          </ac:grpSpMkLst>
        </pc:grpChg>
        <pc:grpChg chg="del">
          <ac:chgData name="Sheng Ruan (student)" userId="2354264d-0602-45bc-94d1-0c24578cce23" providerId="ADAL" clId="{05989462-89DA-57B5-8414-96FD5EB7728E}" dt="2026-03-25T02:12:00.122" v="719" actId="478"/>
          <ac:grpSpMkLst>
            <pc:docMk/>
            <pc:sldMk cId="1101295079" sldId="275"/>
            <ac:grpSpMk id="26" creationId="{05176B16-7DD8-AD28-A396-2F3750E847A4}"/>
          </ac:grpSpMkLst>
        </pc:grpChg>
        <pc:grpChg chg="del">
          <ac:chgData name="Sheng Ruan (student)" userId="2354264d-0602-45bc-94d1-0c24578cce23" providerId="ADAL" clId="{05989462-89DA-57B5-8414-96FD5EB7728E}" dt="2026-03-25T02:12:01.847" v="720" actId="478"/>
          <ac:grpSpMkLst>
            <pc:docMk/>
            <pc:sldMk cId="1101295079" sldId="275"/>
            <ac:grpSpMk id="29" creationId="{33D80B1C-0297-0726-6D17-1DA7615F1A89}"/>
          </ac:grpSpMkLst>
        </pc:grpChg>
        <pc:grpChg chg="mod">
          <ac:chgData name="Sheng Ruan (student)" userId="2354264d-0602-45bc-94d1-0c24578cce23" providerId="ADAL" clId="{05989462-89DA-57B5-8414-96FD5EB7728E}" dt="2026-03-25T14:56:58.532" v="813" actId="1076"/>
          <ac:grpSpMkLst>
            <pc:docMk/>
            <pc:sldMk cId="1101295079" sldId="275"/>
            <ac:grpSpMk id="32" creationId="{D6ECF5E0-0506-AB06-E2A8-337F9855750B}"/>
          </ac:grpSpMkLst>
        </pc:grpChg>
        <pc:grpChg chg="mod">
          <ac:chgData name="Sheng Ruan (student)" userId="2354264d-0602-45bc-94d1-0c24578cce23" providerId="ADAL" clId="{05989462-89DA-57B5-8414-96FD5EB7728E}" dt="2026-03-25T15:09:48.107" v="935" actId="1076"/>
          <ac:grpSpMkLst>
            <pc:docMk/>
            <pc:sldMk cId="1101295079" sldId="275"/>
            <ac:grpSpMk id="35" creationId="{504599D3-D0C9-A478-C984-4474FB5797C3}"/>
          </ac:grpSpMkLst>
        </pc:grpChg>
        <pc:grpChg chg="mod">
          <ac:chgData name="Sheng Ruan (student)" userId="2354264d-0602-45bc-94d1-0c24578cce23" providerId="ADAL" clId="{05989462-89DA-57B5-8414-96FD5EB7728E}" dt="2026-03-25T15:04:42.141" v="870" actId="14100"/>
          <ac:grpSpMkLst>
            <pc:docMk/>
            <pc:sldMk cId="1101295079" sldId="275"/>
            <ac:grpSpMk id="38" creationId="{1831DFEE-687A-CD00-32F3-954B94716320}"/>
          </ac:grpSpMkLst>
        </pc:grpChg>
        <pc:grpChg chg="mod">
          <ac:chgData name="Sheng Ruan (student)" userId="2354264d-0602-45bc-94d1-0c24578cce23" providerId="ADAL" clId="{05989462-89DA-57B5-8414-96FD5EB7728E}" dt="2026-03-25T14:55:55.597" v="809" actId="1076"/>
          <ac:grpSpMkLst>
            <pc:docMk/>
            <pc:sldMk cId="1101295079" sldId="275"/>
            <ac:grpSpMk id="41" creationId="{7D0EF19F-0370-70EF-8705-B2ECA1C7B2E6}"/>
          </ac:grpSpMkLst>
        </pc:grpChg>
        <pc:grpChg chg="add">
          <ac:chgData name="Sheng Ruan (student)" userId="2354264d-0602-45bc-94d1-0c24578cce23" providerId="ADAL" clId="{05989462-89DA-57B5-8414-96FD5EB7728E}" dt="2026-03-25T15:06:08.159" v="892" actId="164"/>
          <ac:grpSpMkLst>
            <pc:docMk/>
            <pc:sldMk cId="1101295079" sldId="275"/>
            <ac:grpSpMk id="120" creationId="{2B7B9F8E-4E89-14AA-F363-EB0A638B92A3}"/>
          </ac:grpSpMkLst>
        </pc:grpChg>
        <pc:grpChg chg="add mod">
          <ac:chgData name="Sheng Ruan (student)" userId="2354264d-0602-45bc-94d1-0c24578cce23" providerId="ADAL" clId="{05989462-89DA-57B5-8414-96FD5EB7728E}" dt="2026-03-25T15:08:54.581" v="926" actId="1076"/>
          <ac:grpSpMkLst>
            <pc:docMk/>
            <pc:sldMk cId="1101295079" sldId="275"/>
            <ac:grpSpMk id="121" creationId="{98DD4359-45C4-FC05-F2A3-3378789510D4}"/>
          </ac:grpSpMkLst>
        </pc:grpChg>
        <pc:grpChg chg="add del mod">
          <ac:chgData name="Sheng Ruan (student)" userId="2354264d-0602-45bc-94d1-0c24578cce23" providerId="ADAL" clId="{05989462-89DA-57B5-8414-96FD5EB7728E}" dt="2026-03-26T07:41:50.781" v="1332" actId="478"/>
          <ac:grpSpMkLst>
            <pc:docMk/>
            <pc:sldMk cId="1101295079" sldId="275"/>
            <ac:grpSpMk id="145" creationId="{C0EC82D7-B937-41AC-DDD8-0882324E9199}"/>
          </ac:grpSpMkLst>
        </pc:grpChg>
        <pc:picChg chg="add mod modCrop">
          <ac:chgData name="Sheng Ruan (student)" userId="2354264d-0602-45bc-94d1-0c24578cce23" providerId="ADAL" clId="{05989462-89DA-57B5-8414-96FD5EB7728E}" dt="2026-03-25T16:33:55.378" v="1159" actId="1076"/>
          <ac:picMkLst>
            <pc:docMk/>
            <pc:sldMk cId="1101295079" sldId="275"/>
            <ac:picMk id="147" creationId="{9F969D80-B828-13D5-5196-17651C6F05F0}"/>
          </ac:picMkLst>
        </pc:picChg>
        <pc:picChg chg="add mod">
          <ac:chgData name="Sheng Ruan (student)" userId="2354264d-0602-45bc-94d1-0c24578cce23" providerId="ADAL" clId="{05989462-89DA-57B5-8414-96FD5EB7728E}" dt="2026-03-25T16:33:55.829" v="1160" actId="1076"/>
          <ac:picMkLst>
            <pc:docMk/>
            <pc:sldMk cId="1101295079" sldId="275"/>
            <ac:picMk id="148" creationId="{784D367D-1CC9-69D0-D2D2-DDBC5E6D73E2}"/>
          </ac:picMkLst>
        </pc:picChg>
        <pc:picChg chg="add del mod">
          <ac:chgData name="Sheng Ruan (student)" userId="2354264d-0602-45bc-94d1-0c24578cce23" providerId="ADAL" clId="{05989462-89DA-57B5-8414-96FD5EB7728E}" dt="2026-03-25T16:33:56.304" v="1161" actId="478"/>
          <ac:picMkLst>
            <pc:docMk/>
            <pc:sldMk cId="1101295079" sldId="275"/>
            <ac:picMk id="149" creationId="{FAD1BA35-75EB-55A9-3249-FB1C02871677}"/>
          </ac:picMkLst>
        </pc:picChg>
      </pc:sldChg>
      <pc:sldChg chg="new del">
        <pc:chgData name="Sheng Ruan (student)" userId="2354264d-0602-45bc-94d1-0c24578cce23" providerId="ADAL" clId="{05989462-89DA-57B5-8414-96FD5EB7728E}" dt="2026-03-24T19:48:22.133" v="361" actId="680"/>
        <pc:sldMkLst>
          <pc:docMk/>
          <pc:sldMk cId="3823535998" sldId="275"/>
        </pc:sldMkLst>
      </pc:sldChg>
      <pc:sldChg chg="delSp modSp add del mod setBg modShow">
        <pc:chgData name="Sheng Ruan (student)" userId="2354264d-0602-45bc-94d1-0c24578cce23" providerId="ADAL" clId="{05989462-89DA-57B5-8414-96FD5EB7728E}" dt="2026-03-25T21:44:51.299" v="1280" actId="2696"/>
        <pc:sldMkLst>
          <pc:docMk/>
          <pc:sldMk cId="2458408055" sldId="276"/>
        </pc:sldMkLst>
        <pc:spChg chg="mod">
          <ac:chgData name="Sheng Ruan (student)" userId="2354264d-0602-45bc-94d1-0c24578cce23" providerId="ADAL" clId="{05989462-89DA-57B5-8414-96FD5EB7728E}" dt="2026-03-25T14:37:56.930" v="806" actId="20577"/>
          <ac:spMkLst>
            <pc:docMk/>
            <pc:sldMk cId="2458408055" sldId="276"/>
            <ac:spMk id="47" creationId="{6F9E1E78-F1A3-59B6-BB76-959AB5EC60D0}"/>
          </ac:spMkLst>
        </pc:spChg>
        <pc:spChg chg="mod">
          <ac:chgData name="Sheng Ruan (student)" userId="2354264d-0602-45bc-94d1-0c24578cce23" providerId="ADAL" clId="{05989462-89DA-57B5-8414-96FD5EB7728E}" dt="2026-03-25T14:39:08.232" v="807" actId="20577"/>
          <ac:spMkLst>
            <pc:docMk/>
            <pc:sldMk cId="2458408055" sldId="276"/>
            <ac:spMk id="48" creationId="{9CE0A540-6D8A-9731-3E7C-78974F6F67B8}"/>
          </ac:spMkLst>
        </pc:spChg>
        <pc:spChg chg="del mod">
          <ac:chgData name="Sheng Ruan (student)" userId="2354264d-0602-45bc-94d1-0c24578cce23" providerId="ADAL" clId="{05989462-89DA-57B5-8414-96FD5EB7728E}" dt="2026-03-25T02:22:59.434" v="739" actId="478"/>
          <ac:spMkLst>
            <pc:docMk/>
            <pc:sldMk cId="2458408055" sldId="276"/>
            <ac:spMk id="49" creationId="{669932DD-A597-D01E-0309-436D577D5399}"/>
          </ac:spMkLst>
        </pc:spChg>
        <pc:grpChg chg="mod">
          <ac:chgData name="Sheng Ruan (student)" userId="2354264d-0602-45bc-94d1-0c24578cce23" providerId="ADAL" clId="{05989462-89DA-57B5-8414-96FD5EB7728E}" dt="2026-03-25T02:22:54.673" v="737" actId="1076"/>
          <ac:grpSpMkLst>
            <pc:docMk/>
            <pc:sldMk cId="2458408055" sldId="276"/>
            <ac:grpSpMk id="14" creationId="{85392135-555B-F646-991B-0639273DC871}"/>
          </ac:grpSpMkLst>
        </pc:grpChg>
        <pc:grpChg chg="mod">
          <ac:chgData name="Sheng Ruan (student)" userId="2354264d-0602-45bc-94d1-0c24578cce23" providerId="ADAL" clId="{05989462-89DA-57B5-8414-96FD5EB7728E}" dt="2026-03-25T14:34:10.439" v="785" actId="14100"/>
          <ac:grpSpMkLst>
            <pc:docMk/>
            <pc:sldMk cId="2458408055" sldId="276"/>
            <ac:grpSpMk id="26" creationId="{9AC76CD3-E73B-89E6-D0E0-A9EA7F64F892}"/>
          </ac:grpSpMkLst>
        </pc:grpChg>
        <pc:grpChg chg="del">
          <ac:chgData name="Sheng Ruan (student)" userId="2354264d-0602-45bc-94d1-0c24578cce23" providerId="ADAL" clId="{05989462-89DA-57B5-8414-96FD5EB7728E}" dt="2026-03-25T02:22:51.508" v="735" actId="478"/>
          <ac:grpSpMkLst>
            <pc:docMk/>
            <pc:sldMk cId="2458408055" sldId="276"/>
            <ac:grpSpMk id="35" creationId="{E3976FE6-FBD1-C7B0-9C28-D56F7D68920D}"/>
          </ac:grpSpMkLst>
        </pc:grpChg>
        <pc:grpChg chg="del">
          <ac:chgData name="Sheng Ruan (student)" userId="2354264d-0602-45bc-94d1-0c24578cce23" providerId="ADAL" clId="{05989462-89DA-57B5-8414-96FD5EB7728E}" dt="2026-03-25T02:23:00.604" v="740" actId="478"/>
          <ac:grpSpMkLst>
            <pc:docMk/>
            <pc:sldMk cId="2458408055" sldId="276"/>
            <ac:grpSpMk id="38" creationId="{C1082490-3A72-9BB0-60F8-871F845F4B52}"/>
          </ac:grpSpMkLst>
        </pc:grpChg>
      </pc:sldChg>
      <pc:sldChg chg="addSp delSp modSp add mod">
        <pc:chgData name="Sheng Ruan (student)" userId="2354264d-0602-45bc-94d1-0c24578cce23" providerId="ADAL" clId="{05989462-89DA-57B5-8414-96FD5EB7728E}" dt="2026-03-26T08:12:41.767" v="1353" actId="20577"/>
        <pc:sldMkLst>
          <pc:docMk/>
          <pc:sldMk cId="3774628975" sldId="280"/>
        </pc:sldMkLst>
        <pc:spChg chg="mod">
          <ac:chgData name="Sheng Ruan (student)" userId="2354264d-0602-45bc-94d1-0c24578cce23" providerId="ADAL" clId="{05989462-89DA-57B5-8414-96FD5EB7728E}" dt="2026-03-25T15:54:12.359" v="1011" actId="167"/>
          <ac:spMkLst>
            <pc:docMk/>
            <pc:sldMk cId="3774628975" sldId="280"/>
            <ac:spMk id="16" creationId="{1CE5F4AF-D74A-3005-F4B2-A0F3D6F4C771}"/>
          </ac:spMkLst>
        </pc:spChg>
        <pc:spChg chg="mod">
          <ac:chgData name="Sheng Ruan (student)" userId="2354264d-0602-45bc-94d1-0c24578cce23" providerId="ADAL" clId="{05989462-89DA-57B5-8414-96FD5EB7728E}" dt="2026-03-25T21:39:08.360" v="1192"/>
          <ac:spMkLst>
            <pc:docMk/>
            <pc:sldMk cId="3774628975" sldId="280"/>
            <ac:spMk id="18" creationId="{4075A09C-28E1-0C22-94C9-A382AE3A47E9}"/>
          </ac:spMkLst>
        </pc:spChg>
        <pc:spChg chg="mod">
          <ac:chgData name="Sheng Ruan (student)" userId="2354264d-0602-45bc-94d1-0c24578cce23" providerId="ADAL" clId="{05989462-89DA-57B5-8414-96FD5EB7728E}" dt="2026-03-26T07:25:06.002" v="1329" actId="255"/>
          <ac:spMkLst>
            <pc:docMk/>
            <pc:sldMk cId="3774628975" sldId="280"/>
            <ac:spMk id="47" creationId="{124F169E-E242-FDAC-4210-DE619B61CE99}"/>
          </ac:spMkLst>
        </pc:spChg>
        <pc:spChg chg="del">
          <ac:chgData name="Sheng Ruan (student)" userId="2354264d-0602-45bc-94d1-0c24578cce23" providerId="ADAL" clId="{05989462-89DA-57B5-8414-96FD5EB7728E}" dt="2026-03-25T21:37:16.124" v="1169" actId="478"/>
          <ac:spMkLst>
            <pc:docMk/>
            <pc:sldMk cId="3774628975" sldId="280"/>
            <ac:spMk id="48" creationId="{12E0B1AA-F830-6E39-4A5F-93C395486EF0}"/>
          </ac:spMkLst>
        </pc:spChg>
        <pc:spChg chg="del mod">
          <ac:chgData name="Sheng Ruan (student)" userId="2354264d-0602-45bc-94d1-0c24578cce23" providerId="ADAL" clId="{05989462-89DA-57B5-8414-96FD5EB7728E}" dt="2026-03-25T15:54:00.980" v="1008"/>
          <ac:spMkLst>
            <pc:docMk/>
            <pc:sldMk cId="3774628975" sldId="280"/>
            <ac:spMk id="50" creationId="{E46FE08D-BA06-83C8-E8E0-193CA142769E}"/>
          </ac:spMkLst>
        </pc:spChg>
        <pc:spChg chg="add mod">
          <ac:chgData name="Sheng Ruan (student)" userId="2354264d-0602-45bc-94d1-0c24578cce23" providerId="ADAL" clId="{05989462-89DA-57B5-8414-96FD5EB7728E}" dt="2026-03-25T21:45:57.442" v="1293" actId="5793"/>
          <ac:spMkLst>
            <pc:docMk/>
            <pc:sldMk cId="3774628975" sldId="280"/>
            <ac:spMk id="54" creationId="{7EBFE8AC-FA26-960E-7696-61F3DC34BEB8}"/>
          </ac:spMkLst>
        </pc:spChg>
        <pc:spChg chg="add mod">
          <ac:chgData name="Sheng Ruan (student)" userId="2354264d-0602-45bc-94d1-0c24578cce23" providerId="ADAL" clId="{05989462-89DA-57B5-8414-96FD5EB7728E}" dt="2026-03-26T08:12:41.767" v="1353" actId="20577"/>
          <ac:spMkLst>
            <pc:docMk/>
            <pc:sldMk cId="3774628975" sldId="280"/>
            <ac:spMk id="58" creationId="{1B3C50F4-5CC9-4022-83EF-89D254C7C96D}"/>
          </ac:spMkLst>
        </pc:spChg>
        <pc:grpChg chg="mod">
          <ac:chgData name="Sheng Ruan (student)" userId="2354264d-0602-45bc-94d1-0c24578cce23" providerId="ADAL" clId="{05989462-89DA-57B5-8414-96FD5EB7728E}" dt="2026-03-25T21:38:46.199" v="1185" actId="14100"/>
          <ac:grpSpMkLst>
            <pc:docMk/>
            <pc:sldMk cId="3774628975" sldId="280"/>
            <ac:grpSpMk id="14" creationId="{061FF2BB-81AD-B8FB-E340-9901DBFAA387}"/>
          </ac:grpSpMkLst>
        </pc:grpChg>
        <pc:grpChg chg="mod">
          <ac:chgData name="Sheng Ruan (student)" userId="2354264d-0602-45bc-94d1-0c24578cce23" providerId="ADAL" clId="{05989462-89DA-57B5-8414-96FD5EB7728E}" dt="2026-03-25T21:38:46.948" v="1187" actId="1076"/>
          <ac:grpSpMkLst>
            <pc:docMk/>
            <pc:sldMk cId="3774628975" sldId="280"/>
            <ac:grpSpMk id="17" creationId="{9411F7D1-0B7F-983D-E5FC-DAAA56F7700A}"/>
          </ac:grpSpMkLst>
        </pc:grpChg>
        <pc:grpChg chg="mod">
          <ac:chgData name="Sheng Ruan (student)" userId="2354264d-0602-45bc-94d1-0c24578cce23" providerId="ADAL" clId="{05989462-89DA-57B5-8414-96FD5EB7728E}" dt="2026-03-25T21:38:46.948" v="1187" actId="1076"/>
          <ac:grpSpMkLst>
            <pc:docMk/>
            <pc:sldMk cId="3774628975" sldId="280"/>
            <ac:grpSpMk id="20" creationId="{EFF18528-FCEE-C34E-6116-C9A430B99B7F}"/>
          </ac:grpSpMkLst>
        </pc:grpChg>
        <pc:grpChg chg="mod">
          <ac:chgData name="Sheng Ruan (student)" userId="2354264d-0602-45bc-94d1-0c24578cce23" providerId="ADAL" clId="{05989462-89DA-57B5-8414-96FD5EB7728E}" dt="2026-03-25T21:38:46.948" v="1187" actId="1076"/>
          <ac:grpSpMkLst>
            <pc:docMk/>
            <pc:sldMk cId="3774628975" sldId="280"/>
            <ac:grpSpMk id="23" creationId="{CBDEC705-E299-0377-9559-AAAAFC88BE88}"/>
          </ac:grpSpMkLst>
        </pc:grpChg>
        <pc:grpChg chg="add del">
          <ac:chgData name="Sheng Ruan (student)" userId="2354264d-0602-45bc-94d1-0c24578cce23" providerId="ADAL" clId="{05989462-89DA-57B5-8414-96FD5EB7728E}" dt="2026-03-25T21:38:48.092" v="1189" actId="478"/>
          <ac:grpSpMkLst>
            <pc:docMk/>
            <pc:sldMk cId="3774628975" sldId="280"/>
            <ac:grpSpMk id="26" creationId="{A52AFA18-CFA9-84F1-778F-D1D685667D4D}"/>
          </ac:grpSpMkLst>
        </pc:grpChg>
        <pc:grpChg chg="add del">
          <ac:chgData name="Sheng Ruan (student)" userId="2354264d-0602-45bc-94d1-0c24578cce23" providerId="ADAL" clId="{05989462-89DA-57B5-8414-96FD5EB7728E}" dt="2026-03-25T21:38:47.603" v="1188" actId="478"/>
          <ac:grpSpMkLst>
            <pc:docMk/>
            <pc:sldMk cId="3774628975" sldId="280"/>
            <ac:grpSpMk id="29" creationId="{70502D56-9041-AE93-0D7E-54C5D4AB64CA}"/>
          </ac:grpSpMkLst>
        </pc:grpChg>
        <pc:grpChg chg="del">
          <ac:chgData name="Sheng Ruan (student)" userId="2354264d-0602-45bc-94d1-0c24578cce23" providerId="ADAL" clId="{05989462-89DA-57B5-8414-96FD5EB7728E}" dt="2026-03-25T21:37:16.124" v="1169" actId="478"/>
          <ac:grpSpMkLst>
            <pc:docMk/>
            <pc:sldMk cId="3774628975" sldId="280"/>
            <ac:grpSpMk id="32" creationId="{2F6A4F2B-83F1-38D2-DBD6-F8CC2501DB42}"/>
          </ac:grpSpMkLst>
        </pc:grpChg>
        <pc:grpChg chg="del">
          <ac:chgData name="Sheng Ruan (student)" userId="2354264d-0602-45bc-94d1-0c24578cce23" providerId="ADAL" clId="{05989462-89DA-57B5-8414-96FD5EB7728E}" dt="2026-03-25T21:37:16.124" v="1169" actId="478"/>
          <ac:grpSpMkLst>
            <pc:docMk/>
            <pc:sldMk cId="3774628975" sldId="280"/>
            <ac:grpSpMk id="41" creationId="{B13901C6-F570-749B-6069-1D227C43E608}"/>
          </ac:grpSpMkLst>
        </pc:grpChg>
        <pc:picChg chg="del">
          <ac:chgData name="Sheng Ruan (student)" userId="2354264d-0602-45bc-94d1-0c24578cce23" providerId="ADAL" clId="{05989462-89DA-57B5-8414-96FD5EB7728E}" dt="2026-03-25T15:54:00.026" v="1005" actId="478"/>
          <ac:picMkLst>
            <pc:docMk/>
            <pc:sldMk cId="3774628975" sldId="280"/>
            <ac:picMk id="51" creationId="{7AFCE978-AC81-A2DD-6717-B06DE33E05CD}"/>
          </ac:picMkLst>
        </pc:picChg>
        <pc:picChg chg="del">
          <ac:chgData name="Sheng Ruan (student)" userId="2354264d-0602-45bc-94d1-0c24578cce23" providerId="ADAL" clId="{05989462-89DA-57B5-8414-96FD5EB7728E}" dt="2026-03-25T15:54:00.912" v="1006" actId="478"/>
          <ac:picMkLst>
            <pc:docMk/>
            <pc:sldMk cId="3774628975" sldId="280"/>
            <ac:picMk id="52" creationId="{5929E272-0497-6F69-1290-D5602F04EC10}"/>
          </ac:picMkLst>
        </pc:picChg>
        <pc:picChg chg="del">
          <ac:chgData name="Sheng Ruan (student)" userId="2354264d-0602-45bc-94d1-0c24578cce23" providerId="ADAL" clId="{05989462-89DA-57B5-8414-96FD5EB7728E}" dt="2026-03-25T15:54:01.841" v="1009" actId="478"/>
          <ac:picMkLst>
            <pc:docMk/>
            <pc:sldMk cId="3774628975" sldId="280"/>
            <ac:picMk id="53" creationId="{7B1F36F6-2138-E035-638E-CE071E9797D6}"/>
          </ac:picMkLst>
        </pc:picChg>
        <pc:picChg chg="add mod">
          <ac:chgData name="Sheng Ruan (student)" userId="2354264d-0602-45bc-94d1-0c24578cce23" providerId="ADAL" clId="{05989462-89DA-57B5-8414-96FD5EB7728E}" dt="2026-03-25T21:42:28.322" v="1255" actId="1076"/>
          <ac:picMkLst>
            <pc:docMk/>
            <pc:sldMk cId="3774628975" sldId="280"/>
            <ac:picMk id="55" creationId="{6D68B29E-F040-0628-A71A-12E9B0C6A2EB}"/>
          </ac:picMkLst>
        </pc:picChg>
        <pc:picChg chg="add mod modCrop">
          <ac:chgData name="Sheng Ruan (student)" userId="2354264d-0602-45bc-94d1-0c24578cce23" providerId="ADAL" clId="{05989462-89DA-57B5-8414-96FD5EB7728E}" dt="2026-03-25T21:42:29.538" v="1256" actId="1076"/>
          <ac:picMkLst>
            <pc:docMk/>
            <pc:sldMk cId="3774628975" sldId="280"/>
            <ac:picMk id="56" creationId="{49342A71-BBDB-D065-DB7A-DD17FAEE56B9}"/>
          </ac:picMkLst>
        </pc:picChg>
        <pc:picChg chg="add mod">
          <ac:chgData name="Sheng Ruan (student)" userId="2354264d-0602-45bc-94d1-0c24578cce23" providerId="ADAL" clId="{05989462-89DA-57B5-8414-96FD5EB7728E}" dt="2026-03-25T21:42:37.450" v="1257" actId="1076"/>
          <ac:picMkLst>
            <pc:docMk/>
            <pc:sldMk cId="3774628975" sldId="280"/>
            <ac:picMk id="57" creationId="{95716447-B638-A792-FCC2-67E1BA4273AD}"/>
          </ac:picMkLst>
        </pc:picChg>
      </pc:sldChg>
      <pc:sldChg chg="delSp modSp add mod">
        <pc:chgData name="Sheng Ruan (student)" userId="2354264d-0602-45bc-94d1-0c24578cce23" providerId="ADAL" clId="{05989462-89DA-57B5-8414-96FD5EB7728E}" dt="2026-03-25T21:44:35.342" v="1279" actId="1076"/>
        <pc:sldMkLst>
          <pc:docMk/>
          <pc:sldMk cId="3475506307" sldId="281"/>
        </pc:sldMkLst>
        <pc:spChg chg="del">
          <ac:chgData name="Sheng Ruan (student)" userId="2354264d-0602-45bc-94d1-0c24578cce23" providerId="ADAL" clId="{05989462-89DA-57B5-8414-96FD5EB7728E}" dt="2026-03-25T21:43:27.526" v="1264" actId="478"/>
          <ac:spMkLst>
            <pc:docMk/>
            <pc:sldMk cId="3475506307" sldId="281"/>
            <ac:spMk id="47" creationId="{7299D027-7463-ADC5-C060-4A02DCFB28D8}"/>
          </ac:spMkLst>
        </pc:spChg>
        <pc:spChg chg="mod">
          <ac:chgData name="Sheng Ruan (student)" userId="2354264d-0602-45bc-94d1-0c24578cce23" providerId="ADAL" clId="{05989462-89DA-57B5-8414-96FD5EB7728E}" dt="2026-03-25T21:44:35.342" v="1279" actId="1076"/>
          <ac:spMkLst>
            <pc:docMk/>
            <pc:sldMk cId="3475506307" sldId="281"/>
            <ac:spMk id="48" creationId="{167511BF-7F40-1D31-F823-6B43BF21EB2D}"/>
          </ac:spMkLst>
        </pc:spChg>
        <pc:spChg chg="del">
          <ac:chgData name="Sheng Ruan (student)" userId="2354264d-0602-45bc-94d1-0c24578cce23" providerId="ADAL" clId="{05989462-89DA-57B5-8414-96FD5EB7728E}" dt="2026-03-25T21:43:25.242" v="1262" actId="478"/>
          <ac:spMkLst>
            <pc:docMk/>
            <pc:sldMk cId="3475506307" sldId="281"/>
            <ac:spMk id="54" creationId="{08FDD24B-CA41-8A7A-4DDF-F3465385D518}"/>
          </ac:spMkLst>
        </pc:spChg>
        <pc:grpChg chg="del">
          <ac:chgData name="Sheng Ruan (student)" userId="2354264d-0602-45bc-94d1-0c24578cce23" providerId="ADAL" clId="{05989462-89DA-57B5-8414-96FD5EB7728E}" dt="2026-03-25T21:43:28.030" v="1265" actId="478"/>
          <ac:grpSpMkLst>
            <pc:docMk/>
            <pc:sldMk cId="3475506307" sldId="281"/>
            <ac:grpSpMk id="14" creationId="{235A5FC3-F94C-112B-2068-9A3C612574FA}"/>
          </ac:grpSpMkLst>
        </pc:grpChg>
        <pc:grpChg chg="del">
          <ac:chgData name="Sheng Ruan (student)" userId="2354264d-0602-45bc-94d1-0c24578cce23" providerId="ADAL" clId="{05989462-89DA-57B5-8414-96FD5EB7728E}" dt="2026-03-25T21:43:23.094" v="1261" actId="478"/>
          <ac:grpSpMkLst>
            <pc:docMk/>
            <pc:sldMk cId="3475506307" sldId="281"/>
            <ac:grpSpMk id="17" creationId="{943CA641-AF3E-A8BF-BE00-5833BF148EE0}"/>
          </ac:grpSpMkLst>
        </pc:grpChg>
        <pc:grpChg chg="del">
          <ac:chgData name="Sheng Ruan (student)" userId="2354264d-0602-45bc-94d1-0c24578cce23" providerId="ADAL" clId="{05989462-89DA-57B5-8414-96FD5EB7728E}" dt="2026-03-25T21:43:26.374" v="1263" actId="478"/>
          <ac:grpSpMkLst>
            <pc:docMk/>
            <pc:sldMk cId="3475506307" sldId="281"/>
            <ac:grpSpMk id="20" creationId="{AC0442F4-5129-FCA2-F2AF-6453A3F2B7DB}"/>
          </ac:grpSpMkLst>
        </pc:grpChg>
        <pc:grpChg chg="del">
          <ac:chgData name="Sheng Ruan (student)" userId="2354264d-0602-45bc-94d1-0c24578cce23" providerId="ADAL" clId="{05989462-89DA-57B5-8414-96FD5EB7728E}" dt="2026-03-25T21:43:35.971" v="1270" actId="478"/>
          <ac:grpSpMkLst>
            <pc:docMk/>
            <pc:sldMk cId="3475506307" sldId="281"/>
            <ac:grpSpMk id="23" creationId="{CBDB92BA-F0E8-B42B-1DE8-77EACAFC95E9}"/>
          </ac:grpSpMkLst>
        </pc:grpChg>
        <pc:grpChg chg="mod">
          <ac:chgData name="Sheng Ruan (student)" userId="2354264d-0602-45bc-94d1-0c24578cce23" providerId="ADAL" clId="{05989462-89DA-57B5-8414-96FD5EB7728E}" dt="2026-03-25T21:44:35.342" v="1279" actId="1076"/>
          <ac:grpSpMkLst>
            <pc:docMk/>
            <pc:sldMk cId="3475506307" sldId="281"/>
            <ac:grpSpMk id="26" creationId="{71C1BBDD-D8BF-E4DE-BF34-7B341039FA3E}"/>
          </ac:grpSpMkLst>
        </pc:grpChg>
        <pc:grpChg chg="mod">
          <ac:chgData name="Sheng Ruan (student)" userId="2354264d-0602-45bc-94d1-0c24578cce23" providerId="ADAL" clId="{05989462-89DA-57B5-8414-96FD5EB7728E}" dt="2026-03-25T21:44:35.342" v="1279" actId="1076"/>
          <ac:grpSpMkLst>
            <pc:docMk/>
            <pc:sldMk cId="3475506307" sldId="281"/>
            <ac:grpSpMk id="29" creationId="{D0809FD3-F1E8-695E-9187-70CB70FA1670}"/>
          </ac:grpSpMkLst>
        </pc:grpChg>
        <pc:grpChg chg="mod">
          <ac:chgData name="Sheng Ruan (student)" userId="2354264d-0602-45bc-94d1-0c24578cce23" providerId="ADAL" clId="{05989462-89DA-57B5-8414-96FD5EB7728E}" dt="2026-03-25T21:44:35.342" v="1279" actId="1076"/>
          <ac:grpSpMkLst>
            <pc:docMk/>
            <pc:sldMk cId="3475506307" sldId="281"/>
            <ac:grpSpMk id="32" creationId="{CCA9F885-3EE0-599E-031A-78262C485925}"/>
          </ac:grpSpMkLst>
        </pc:grpChg>
        <pc:grpChg chg="del">
          <ac:chgData name="Sheng Ruan (student)" userId="2354264d-0602-45bc-94d1-0c24578cce23" providerId="ADAL" clId="{05989462-89DA-57B5-8414-96FD5EB7728E}" dt="2026-03-25T21:43:31.357" v="1269" actId="478"/>
          <ac:grpSpMkLst>
            <pc:docMk/>
            <pc:sldMk cId="3475506307" sldId="281"/>
            <ac:grpSpMk id="36" creationId="{8B25FF88-2406-AFE5-96CA-BC9B5372791F}"/>
          </ac:grpSpMkLst>
        </pc:grpChg>
        <pc:grpChg chg="mod">
          <ac:chgData name="Sheng Ruan (student)" userId="2354264d-0602-45bc-94d1-0c24578cce23" providerId="ADAL" clId="{05989462-89DA-57B5-8414-96FD5EB7728E}" dt="2026-03-25T21:44:35.342" v="1279" actId="1076"/>
          <ac:grpSpMkLst>
            <pc:docMk/>
            <pc:sldMk cId="3475506307" sldId="281"/>
            <ac:grpSpMk id="39" creationId="{822AE99D-DD07-49D9-89B6-F6CF6BF1CCDF}"/>
          </ac:grpSpMkLst>
        </pc:grpChg>
        <pc:grpChg chg="mod">
          <ac:chgData name="Sheng Ruan (student)" userId="2354264d-0602-45bc-94d1-0c24578cce23" providerId="ADAL" clId="{05989462-89DA-57B5-8414-96FD5EB7728E}" dt="2026-03-25T21:44:35.342" v="1279" actId="1076"/>
          <ac:grpSpMkLst>
            <pc:docMk/>
            <pc:sldMk cId="3475506307" sldId="281"/>
            <ac:grpSpMk id="41" creationId="{3271B3E3-FD62-E1D6-59B7-0FDFC91201E9}"/>
          </ac:grpSpMkLst>
        </pc:grpChg>
        <pc:picChg chg="del">
          <ac:chgData name="Sheng Ruan (student)" userId="2354264d-0602-45bc-94d1-0c24578cce23" providerId="ADAL" clId="{05989462-89DA-57B5-8414-96FD5EB7728E}" dt="2026-03-25T21:43:28.980" v="1266" actId="478"/>
          <ac:picMkLst>
            <pc:docMk/>
            <pc:sldMk cId="3475506307" sldId="281"/>
            <ac:picMk id="55" creationId="{0578D655-633A-CDB1-4A50-B929B269B59D}"/>
          </ac:picMkLst>
        </pc:picChg>
        <pc:picChg chg="del">
          <ac:chgData name="Sheng Ruan (student)" userId="2354264d-0602-45bc-94d1-0c24578cce23" providerId="ADAL" clId="{05989462-89DA-57B5-8414-96FD5EB7728E}" dt="2026-03-25T21:43:29.507" v="1267" actId="478"/>
          <ac:picMkLst>
            <pc:docMk/>
            <pc:sldMk cId="3475506307" sldId="281"/>
            <ac:picMk id="56" creationId="{DD5C0608-B260-8AF2-ECE0-7D4C9FF80E31}"/>
          </ac:picMkLst>
        </pc:picChg>
        <pc:picChg chg="del">
          <ac:chgData name="Sheng Ruan (student)" userId="2354264d-0602-45bc-94d1-0c24578cce23" providerId="ADAL" clId="{05989462-89DA-57B5-8414-96FD5EB7728E}" dt="2026-03-25T21:43:30.042" v="1268" actId="478"/>
          <ac:picMkLst>
            <pc:docMk/>
            <pc:sldMk cId="3475506307" sldId="281"/>
            <ac:picMk id="57" creationId="{23A45F63-DC47-41E2-5585-E4ABE2FD30F0}"/>
          </ac:picMkLst>
        </pc:picChg>
      </pc:sldChg>
    </pc:docChg>
  </pc:docChgLst>
  <pc:docChgLst>
    <pc:chgData name="Karthik Mandigiri (student)" userId="S::3155271m@student.gla.ac.uk::9a53d180-4f88-4bea-813b-724a2045f822" providerId="AD" clId="Web-{79D8338E-B373-4842-8028-079D310C394B}"/>
    <pc:docChg chg="modSld">
      <pc:chgData name="Karthik Mandigiri (student)" userId="S::3155271m@student.gla.ac.uk::9a53d180-4f88-4bea-813b-724a2045f822" providerId="AD" clId="Web-{79D8338E-B373-4842-8028-079D310C394B}" dt="2026-03-26T09:13:08.202" v="19" actId="1076"/>
      <pc:docMkLst>
        <pc:docMk/>
      </pc:docMkLst>
      <pc:sldChg chg="addSp delSp modSp">
        <pc:chgData name="Karthik Mandigiri (student)" userId="S::3155271m@student.gla.ac.uk::9a53d180-4f88-4bea-813b-724a2045f822" providerId="AD" clId="Web-{79D8338E-B373-4842-8028-079D310C394B}" dt="2026-03-26T09:13:08.202" v="19" actId="1076"/>
        <pc:sldMkLst>
          <pc:docMk/>
          <pc:sldMk cId="0" sldId="260"/>
        </pc:sldMkLst>
        <pc:picChg chg="add del mod">
          <ac:chgData name="Karthik Mandigiri (student)" userId="S::3155271m@student.gla.ac.uk::9a53d180-4f88-4bea-813b-724a2045f822" providerId="AD" clId="Web-{79D8338E-B373-4842-8028-079D310C394B}" dt="2026-03-26T09:09:45.621" v="10"/>
          <ac:picMkLst>
            <pc:docMk/>
            <pc:sldMk cId="0" sldId="260"/>
            <ac:picMk id="8" creationId="{16D5F202-AF72-ACD7-2873-9C089B075AB3}"/>
          </ac:picMkLst>
        </pc:picChg>
        <pc:picChg chg="add del mod">
          <ac:chgData name="Karthik Mandigiri (student)" userId="S::3155271m@student.gla.ac.uk::9a53d180-4f88-4bea-813b-724a2045f822" providerId="AD" clId="Web-{79D8338E-B373-4842-8028-079D310C394B}" dt="2026-03-26T09:10:21.715" v="17" actId="14100"/>
          <ac:picMkLst>
            <pc:docMk/>
            <pc:sldMk cId="0" sldId="260"/>
            <ac:picMk id="15" creationId="{6476DC39-FBCB-4ACC-9A92-88F74E8AB4D3}"/>
          </ac:picMkLst>
        </pc:picChg>
        <pc:picChg chg="mod">
          <ac:chgData name="Karthik Mandigiri (student)" userId="S::3155271m@student.gla.ac.uk::9a53d180-4f88-4bea-813b-724a2045f822" providerId="AD" clId="Web-{79D8338E-B373-4842-8028-079D310C394B}" dt="2026-03-26T09:13:08.202" v="19" actId="1076"/>
          <ac:picMkLst>
            <pc:docMk/>
            <pc:sldMk cId="0" sldId="260"/>
            <ac:picMk id="17" creationId="{60FABD89-729B-156D-D79E-47E154FEFE89}"/>
          </ac:picMkLst>
        </pc:picChg>
        <pc:picChg chg="del">
          <ac:chgData name="Karthik Mandigiri (student)" userId="S::3155271m@student.gla.ac.uk::9a53d180-4f88-4bea-813b-724a2045f822" providerId="AD" clId="Web-{79D8338E-B373-4842-8028-079D310C394B}" dt="2026-03-26T09:09:49.714" v="12"/>
          <ac:picMkLst>
            <pc:docMk/>
            <pc:sldMk cId="0" sldId="260"/>
            <ac:picMk id="18" creationId="{32778C88-76FE-2D35-0268-4B5389387CB3}"/>
          </ac:picMkLst>
        </pc:picChg>
      </pc:sldChg>
    </pc:docChg>
  </pc:docChgLst>
  <pc:docChgLst>
    <pc:chgData name="Yunhao HUANG (student)" userId="S::3132056h@student.gla.ac.uk::8655c9b7-2b5e-4c61-b6c2-2d793e0e0faf" providerId="AD" clId="Web-{A06C5FD0-8E28-4991-82AE-99517FC5589F}"/>
    <pc:docChg chg="modSld">
      <pc:chgData name="Yunhao HUANG (student)" userId="S::3132056h@student.gla.ac.uk::8655c9b7-2b5e-4c61-b6c2-2d793e0e0faf" providerId="AD" clId="Web-{A06C5FD0-8E28-4991-82AE-99517FC5589F}" dt="2026-03-25T21:59:39.773" v="1" actId="20577"/>
      <pc:docMkLst>
        <pc:docMk/>
      </pc:docMkLst>
      <pc:sldChg chg="modSp">
        <pc:chgData name="Yunhao HUANG (student)" userId="S::3132056h@student.gla.ac.uk::8655c9b7-2b5e-4c61-b6c2-2d793e0e0faf" providerId="AD" clId="Web-{A06C5FD0-8E28-4991-82AE-99517FC5589F}" dt="2026-03-25T21:59:39.773" v="1" actId="20577"/>
        <pc:sldMkLst>
          <pc:docMk/>
          <pc:sldMk cId="0" sldId="256"/>
        </pc:sldMkLst>
        <pc:spChg chg="mod">
          <ac:chgData name="Yunhao HUANG (student)" userId="S::3132056h@student.gla.ac.uk::8655c9b7-2b5e-4c61-b6c2-2d793e0e0faf" providerId="AD" clId="Web-{A06C5FD0-8E28-4991-82AE-99517FC5589F}" dt="2026-03-25T21:59:39.773" v="1" actId="20577"/>
          <ac:spMkLst>
            <pc:docMk/>
            <pc:sldMk cId="0" sldId="256"/>
            <ac:spMk id="22" creationId="{00000000-0000-0000-0000-000000000000}"/>
          </ac:spMkLst>
        </pc:spChg>
      </pc:sldChg>
    </pc:docChg>
  </pc:docChgLst>
  <pc:docChgLst>
    <pc:chgData name="xiaowei xiao (student)" userId="S::3092768x@student.gla.ac.uk::e3ed2e8d-3b80-4de3-a40a-68b6518a8a29" providerId="AD" clId="Web-{9E4B954E-3FE4-E0AD-40FB-EAEB302E7357}"/>
    <pc:docChg chg="modSld">
      <pc:chgData name="xiaowei xiao (student)" userId="S::3092768x@student.gla.ac.uk::e3ed2e8d-3b80-4de3-a40a-68b6518a8a29" providerId="AD" clId="Web-{9E4B954E-3FE4-E0AD-40FB-EAEB302E7357}" dt="2026-03-25T22:02:37.223" v="19" actId="14100"/>
      <pc:docMkLst>
        <pc:docMk/>
      </pc:docMkLst>
      <pc:sldChg chg="modSp">
        <pc:chgData name="xiaowei xiao (student)" userId="S::3092768x@student.gla.ac.uk::e3ed2e8d-3b80-4de3-a40a-68b6518a8a29" providerId="AD" clId="Web-{9E4B954E-3FE4-E0AD-40FB-EAEB302E7357}" dt="2026-03-25T22:02:07.534" v="7" actId="20577"/>
        <pc:sldMkLst>
          <pc:docMk/>
          <pc:sldMk cId="3774628975" sldId="280"/>
        </pc:sldMkLst>
        <pc:spChg chg="mod">
          <ac:chgData name="xiaowei xiao (student)" userId="S::3092768x@student.gla.ac.uk::e3ed2e8d-3b80-4de3-a40a-68b6518a8a29" providerId="AD" clId="Web-{9E4B954E-3FE4-E0AD-40FB-EAEB302E7357}" dt="2026-03-25T22:02:07.534" v="7" actId="20577"/>
          <ac:spMkLst>
            <pc:docMk/>
            <pc:sldMk cId="3774628975" sldId="280"/>
            <ac:spMk id="47" creationId="{124F169E-E242-FDAC-4210-DE619B61CE99}"/>
          </ac:spMkLst>
        </pc:spChg>
        <pc:spChg chg="mod">
          <ac:chgData name="xiaowei xiao (student)" userId="S::3092768x@student.gla.ac.uk::e3ed2e8d-3b80-4de3-a40a-68b6518a8a29" providerId="AD" clId="Web-{9E4B954E-3FE4-E0AD-40FB-EAEB302E7357}" dt="2026-03-25T22:01:53.533" v="2" actId="20577"/>
          <ac:spMkLst>
            <pc:docMk/>
            <pc:sldMk cId="3774628975" sldId="280"/>
            <ac:spMk id="58" creationId="{1B3C50F4-5CC9-4022-83EF-89D254C7C96D}"/>
          </ac:spMkLst>
        </pc:spChg>
      </pc:sldChg>
      <pc:sldChg chg="modSp">
        <pc:chgData name="xiaowei xiao (student)" userId="S::3092768x@student.gla.ac.uk::e3ed2e8d-3b80-4de3-a40a-68b6518a8a29" providerId="AD" clId="Web-{9E4B954E-3FE4-E0AD-40FB-EAEB302E7357}" dt="2026-03-25T22:02:37.223" v="19" actId="14100"/>
        <pc:sldMkLst>
          <pc:docMk/>
          <pc:sldMk cId="3475506307" sldId="281"/>
        </pc:sldMkLst>
        <pc:spChg chg="mod">
          <ac:chgData name="xiaowei xiao (student)" userId="S::3092768x@student.gla.ac.uk::e3ed2e8d-3b80-4de3-a40a-68b6518a8a29" providerId="AD" clId="Web-{9E4B954E-3FE4-E0AD-40FB-EAEB302E7357}" dt="2026-03-25T22:02:37.207" v="18" actId="14100"/>
          <ac:spMkLst>
            <pc:docMk/>
            <pc:sldMk cId="3475506307" sldId="281"/>
            <ac:spMk id="48" creationId="{167511BF-7F40-1D31-F823-6B43BF21EB2D}"/>
          </ac:spMkLst>
        </pc:spChg>
        <pc:grpChg chg="mod">
          <ac:chgData name="xiaowei xiao (student)" userId="S::3092768x@student.gla.ac.uk::e3ed2e8d-3b80-4de3-a40a-68b6518a8a29" providerId="AD" clId="Web-{9E4B954E-3FE4-E0AD-40FB-EAEB302E7357}" dt="2026-03-25T22:02:37.145" v="14" actId="14100"/>
          <ac:grpSpMkLst>
            <pc:docMk/>
            <pc:sldMk cId="3475506307" sldId="281"/>
            <ac:grpSpMk id="26" creationId="{71C1BBDD-D8BF-E4DE-BF34-7B341039FA3E}"/>
          </ac:grpSpMkLst>
        </pc:grpChg>
        <pc:grpChg chg="mod">
          <ac:chgData name="xiaowei xiao (student)" userId="S::3092768x@student.gla.ac.uk::e3ed2e8d-3b80-4de3-a40a-68b6518a8a29" providerId="AD" clId="Web-{9E4B954E-3FE4-E0AD-40FB-EAEB302E7357}" dt="2026-03-25T22:02:37.160" v="15" actId="14100"/>
          <ac:grpSpMkLst>
            <pc:docMk/>
            <pc:sldMk cId="3475506307" sldId="281"/>
            <ac:grpSpMk id="29" creationId="{D0809FD3-F1E8-695E-9187-70CB70FA1670}"/>
          </ac:grpSpMkLst>
        </pc:grpChg>
        <pc:grpChg chg="mod">
          <ac:chgData name="xiaowei xiao (student)" userId="S::3092768x@student.gla.ac.uk::e3ed2e8d-3b80-4de3-a40a-68b6518a8a29" providerId="AD" clId="Web-{9E4B954E-3FE4-E0AD-40FB-EAEB302E7357}" dt="2026-03-25T22:02:37.176" v="16" actId="14100"/>
          <ac:grpSpMkLst>
            <pc:docMk/>
            <pc:sldMk cId="3475506307" sldId="281"/>
            <ac:grpSpMk id="32" creationId="{CCA9F885-3EE0-599E-031A-78262C485925}"/>
          </ac:grpSpMkLst>
        </pc:grpChg>
        <pc:grpChg chg="mod">
          <ac:chgData name="xiaowei xiao (student)" userId="S::3092768x@student.gla.ac.uk::e3ed2e8d-3b80-4de3-a40a-68b6518a8a29" providerId="AD" clId="Web-{9E4B954E-3FE4-E0AD-40FB-EAEB302E7357}" dt="2026-03-25T22:02:37.223" v="19" actId="14100"/>
          <ac:grpSpMkLst>
            <pc:docMk/>
            <pc:sldMk cId="3475506307" sldId="281"/>
            <ac:grpSpMk id="39" creationId="{822AE99D-DD07-49D9-89B6-F6CF6BF1CCDF}"/>
          </ac:grpSpMkLst>
        </pc:grpChg>
        <pc:grpChg chg="mod">
          <ac:chgData name="xiaowei xiao (student)" userId="S::3092768x@student.gla.ac.uk::e3ed2e8d-3b80-4de3-a40a-68b6518a8a29" providerId="AD" clId="Web-{9E4B954E-3FE4-E0AD-40FB-EAEB302E7357}" dt="2026-03-25T22:02:37.191" v="17" actId="14100"/>
          <ac:grpSpMkLst>
            <pc:docMk/>
            <pc:sldMk cId="3475506307" sldId="281"/>
            <ac:grpSpMk id="41" creationId="{3271B3E3-FD62-E1D6-59B7-0FDFC91201E9}"/>
          </ac:grpSpMkLst>
        </pc:grpChg>
      </pc:sldChg>
    </pc:docChg>
  </pc:docChgLst>
  <pc:docChgLst>
    <pc:chgData name="xiaowei xiao (student)" userId="S::3092768x@student.gla.ac.uk::e3ed2e8d-3b80-4de3-a40a-68b6518a8a29" providerId="AD" clId="Web-{8B8DD820-679E-9291-C179-1C1B67C72924}"/>
    <pc:docChg chg="modSld">
      <pc:chgData name="xiaowei xiao (student)" userId="S::3092768x@student.gla.ac.uk::e3ed2e8d-3b80-4de3-a40a-68b6518a8a29" providerId="AD" clId="Web-{8B8DD820-679E-9291-C179-1C1B67C72924}" dt="2026-03-25T22:04:27.838" v="20" actId="20577"/>
      <pc:docMkLst>
        <pc:docMk/>
      </pc:docMkLst>
      <pc:sldChg chg="modSp">
        <pc:chgData name="xiaowei xiao (student)" userId="S::3092768x@student.gla.ac.uk::e3ed2e8d-3b80-4de3-a40a-68b6518a8a29" providerId="AD" clId="Web-{8B8DD820-679E-9291-C179-1C1B67C72924}" dt="2026-03-25T22:04:27.838" v="20" actId="20577"/>
        <pc:sldMkLst>
          <pc:docMk/>
          <pc:sldMk cId="3774628975" sldId="280"/>
        </pc:sldMkLst>
        <pc:spChg chg="mod">
          <ac:chgData name="xiaowei xiao (student)" userId="S::3092768x@student.gla.ac.uk::e3ed2e8d-3b80-4de3-a40a-68b6518a8a29" providerId="AD" clId="Web-{8B8DD820-679E-9291-C179-1C1B67C72924}" dt="2026-03-25T22:04:11.258" v="18" actId="20577"/>
          <ac:spMkLst>
            <pc:docMk/>
            <pc:sldMk cId="3774628975" sldId="280"/>
            <ac:spMk id="47" creationId="{124F169E-E242-FDAC-4210-DE619B61CE99}"/>
          </ac:spMkLst>
        </pc:spChg>
        <pc:spChg chg="mod">
          <ac:chgData name="xiaowei xiao (student)" userId="S::3092768x@student.gla.ac.uk::e3ed2e8d-3b80-4de3-a40a-68b6518a8a29" providerId="AD" clId="Web-{8B8DD820-679E-9291-C179-1C1B67C72924}" dt="2026-03-25T22:04:27.838" v="20" actId="20577"/>
          <ac:spMkLst>
            <pc:docMk/>
            <pc:sldMk cId="3774628975" sldId="280"/>
            <ac:spMk id="58" creationId="{1B3C50F4-5CC9-4022-83EF-89D254C7C96D}"/>
          </ac:spMkLst>
        </pc:spChg>
      </pc:sldChg>
      <pc:sldChg chg="modSp">
        <pc:chgData name="xiaowei xiao (student)" userId="S::3092768x@student.gla.ac.uk::e3ed2e8d-3b80-4de3-a40a-68b6518a8a29" providerId="AD" clId="Web-{8B8DD820-679E-9291-C179-1C1B67C72924}" dt="2026-03-25T22:03:22.270" v="6" actId="1076"/>
        <pc:sldMkLst>
          <pc:docMk/>
          <pc:sldMk cId="3475506307" sldId="281"/>
        </pc:sldMkLst>
        <pc:spChg chg="mod">
          <ac:chgData name="xiaowei xiao (student)" userId="S::3092768x@student.gla.ac.uk::e3ed2e8d-3b80-4de3-a40a-68b6518a8a29" providerId="AD" clId="Web-{8B8DD820-679E-9291-C179-1C1B67C72924}" dt="2026-03-25T22:03:22.192" v="0" actId="1076"/>
          <ac:spMkLst>
            <pc:docMk/>
            <pc:sldMk cId="3475506307" sldId="281"/>
            <ac:spMk id="15" creationId="{A0A91181-85A8-58F3-45C7-CCFF7D7D2CA7}"/>
          </ac:spMkLst>
        </pc:spChg>
        <pc:spChg chg="mod">
          <ac:chgData name="xiaowei xiao (student)" userId="S::3092768x@student.gla.ac.uk::e3ed2e8d-3b80-4de3-a40a-68b6518a8a29" providerId="AD" clId="Web-{8B8DD820-679E-9291-C179-1C1B67C72924}" dt="2026-03-25T22:03:22.254" v="5" actId="1076"/>
          <ac:spMkLst>
            <pc:docMk/>
            <pc:sldMk cId="3475506307" sldId="281"/>
            <ac:spMk id="48" creationId="{167511BF-7F40-1D31-F823-6B43BF21EB2D}"/>
          </ac:spMkLst>
        </pc:spChg>
        <pc:grpChg chg="mod">
          <ac:chgData name="xiaowei xiao (student)" userId="S::3092768x@student.gla.ac.uk::e3ed2e8d-3b80-4de3-a40a-68b6518a8a29" providerId="AD" clId="Web-{8B8DD820-679E-9291-C179-1C1B67C72924}" dt="2026-03-25T22:03:22.208" v="1" actId="1076"/>
          <ac:grpSpMkLst>
            <pc:docMk/>
            <pc:sldMk cId="3475506307" sldId="281"/>
            <ac:grpSpMk id="26" creationId="{71C1BBDD-D8BF-E4DE-BF34-7B341039FA3E}"/>
          </ac:grpSpMkLst>
        </pc:grpChg>
        <pc:grpChg chg="mod">
          <ac:chgData name="xiaowei xiao (student)" userId="S::3092768x@student.gla.ac.uk::e3ed2e8d-3b80-4de3-a40a-68b6518a8a29" providerId="AD" clId="Web-{8B8DD820-679E-9291-C179-1C1B67C72924}" dt="2026-03-25T22:03:22.208" v="2" actId="1076"/>
          <ac:grpSpMkLst>
            <pc:docMk/>
            <pc:sldMk cId="3475506307" sldId="281"/>
            <ac:grpSpMk id="29" creationId="{D0809FD3-F1E8-695E-9187-70CB70FA1670}"/>
          </ac:grpSpMkLst>
        </pc:grpChg>
        <pc:grpChg chg="mod">
          <ac:chgData name="xiaowei xiao (student)" userId="S::3092768x@student.gla.ac.uk::e3ed2e8d-3b80-4de3-a40a-68b6518a8a29" providerId="AD" clId="Web-{8B8DD820-679E-9291-C179-1C1B67C72924}" dt="2026-03-25T22:03:22.223" v="3" actId="1076"/>
          <ac:grpSpMkLst>
            <pc:docMk/>
            <pc:sldMk cId="3475506307" sldId="281"/>
            <ac:grpSpMk id="32" creationId="{CCA9F885-3EE0-599E-031A-78262C485925}"/>
          </ac:grpSpMkLst>
        </pc:grpChg>
        <pc:grpChg chg="mod">
          <ac:chgData name="xiaowei xiao (student)" userId="S::3092768x@student.gla.ac.uk::e3ed2e8d-3b80-4de3-a40a-68b6518a8a29" providerId="AD" clId="Web-{8B8DD820-679E-9291-C179-1C1B67C72924}" dt="2026-03-25T22:03:22.270" v="6" actId="1076"/>
          <ac:grpSpMkLst>
            <pc:docMk/>
            <pc:sldMk cId="3475506307" sldId="281"/>
            <ac:grpSpMk id="39" creationId="{822AE99D-DD07-49D9-89B6-F6CF6BF1CCDF}"/>
          </ac:grpSpMkLst>
        </pc:grpChg>
        <pc:grpChg chg="mod">
          <ac:chgData name="xiaowei xiao (student)" userId="S::3092768x@student.gla.ac.uk::e3ed2e8d-3b80-4de3-a40a-68b6518a8a29" providerId="AD" clId="Web-{8B8DD820-679E-9291-C179-1C1B67C72924}" dt="2026-03-25T22:03:22.239" v="4" actId="1076"/>
          <ac:grpSpMkLst>
            <pc:docMk/>
            <pc:sldMk cId="3475506307" sldId="281"/>
            <ac:grpSpMk id="41" creationId="{3271B3E3-FD62-E1D6-59B7-0FDFC91201E9}"/>
          </ac:grpSpMkLst>
        </pc:grpChg>
      </pc:sldChg>
    </pc:docChg>
  </pc:docChgLst>
  <pc:docChgLst>
    <pc:chgData name="Yunhao HUANG (student)" userId="S::3132056h@student.gla.ac.uk::8655c9b7-2b5e-4c61-b6c2-2d793e0e0faf" providerId="AD" clId="Web-{2217DA7F-8E72-48DF-BD6C-F9B811C689B1}"/>
    <pc:docChg chg="modSld">
      <pc:chgData name="Yunhao HUANG (student)" userId="S::3132056h@student.gla.ac.uk::8655c9b7-2b5e-4c61-b6c2-2d793e0e0faf" providerId="AD" clId="Web-{2217DA7F-8E72-48DF-BD6C-F9B811C689B1}" dt="2026-03-25T22:08:53.443" v="29" actId="20577"/>
      <pc:docMkLst>
        <pc:docMk/>
      </pc:docMkLst>
      <pc:sldChg chg="modSp">
        <pc:chgData name="Yunhao HUANG (student)" userId="S::3132056h@student.gla.ac.uk::8655c9b7-2b5e-4c61-b6c2-2d793e0e0faf" providerId="AD" clId="Web-{2217DA7F-8E72-48DF-BD6C-F9B811C689B1}" dt="2026-03-25T22:07:44.769" v="1" actId="20577"/>
        <pc:sldMkLst>
          <pc:docMk/>
          <pc:sldMk cId="0" sldId="257"/>
        </pc:sldMkLst>
        <pc:spChg chg="mod">
          <ac:chgData name="Yunhao HUANG (student)" userId="S::3132056h@student.gla.ac.uk::8655c9b7-2b5e-4c61-b6c2-2d793e0e0faf" providerId="AD" clId="Web-{2217DA7F-8E72-48DF-BD6C-F9B811C689B1}" dt="2026-03-25T22:07:44.769" v="1" actId="20577"/>
          <ac:spMkLst>
            <pc:docMk/>
            <pc:sldMk cId="0" sldId="257"/>
            <ac:spMk id="13" creationId="{00000000-0000-0000-0000-000000000000}"/>
          </ac:spMkLst>
        </pc:spChg>
      </pc:sldChg>
      <pc:sldChg chg="modSp">
        <pc:chgData name="Yunhao HUANG (student)" userId="S::3132056h@student.gla.ac.uk::8655c9b7-2b5e-4c61-b6c2-2d793e0e0faf" providerId="AD" clId="Web-{2217DA7F-8E72-48DF-BD6C-F9B811C689B1}" dt="2026-03-25T22:07:48.457" v="3" actId="20577"/>
        <pc:sldMkLst>
          <pc:docMk/>
          <pc:sldMk cId="0" sldId="258"/>
        </pc:sldMkLst>
        <pc:spChg chg="mod">
          <ac:chgData name="Yunhao HUANG (student)" userId="S::3132056h@student.gla.ac.uk::8655c9b7-2b5e-4c61-b6c2-2d793e0e0faf" providerId="AD" clId="Web-{2217DA7F-8E72-48DF-BD6C-F9B811C689B1}" dt="2026-03-25T22:07:48.457" v="3" actId="20577"/>
          <ac:spMkLst>
            <pc:docMk/>
            <pc:sldMk cId="0" sldId="258"/>
            <ac:spMk id="13" creationId="{00000000-0000-0000-0000-000000000000}"/>
          </ac:spMkLst>
        </pc:spChg>
      </pc:sldChg>
      <pc:sldChg chg="modSp">
        <pc:chgData name="Yunhao HUANG (student)" userId="S::3132056h@student.gla.ac.uk::8655c9b7-2b5e-4c61-b6c2-2d793e0e0faf" providerId="AD" clId="Web-{2217DA7F-8E72-48DF-BD6C-F9B811C689B1}" dt="2026-03-25T22:08:02.911" v="11" actId="20577"/>
        <pc:sldMkLst>
          <pc:docMk/>
          <pc:sldMk cId="0" sldId="260"/>
        </pc:sldMkLst>
        <pc:spChg chg="mod">
          <ac:chgData name="Yunhao HUANG (student)" userId="S::3132056h@student.gla.ac.uk::8655c9b7-2b5e-4c61-b6c2-2d793e0e0faf" providerId="AD" clId="Web-{2217DA7F-8E72-48DF-BD6C-F9B811C689B1}" dt="2026-03-25T22:08:02.911" v="11" actId="20577"/>
          <ac:spMkLst>
            <pc:docMk/>
            <pc:sldMk cId="0" sldId="260"/>
            <ac:spMk id="13" creationId="{00000000-0000-0000-0000-000000000000}"/>
          </ac:spMkLst>
        </pc:spChg>
      </pc:sldChg>
      <pc:sldChg chg="delSp modSp">
        <pc:chgData name="Yunhao HUANG (student)" userId="S::3132056h@student.gla.ac.uk::8655c9b7-2b5e-4c61-b6c2-2d793e0e0faf" providerId="AD" clId="Web-{2217DA7F-8E72-48DF-BD6C-F9B811C689B1}" dt="2026-03-25T22:08:08.817" v="13"/>
        <pc:sldMkLst>
          <pc:docMk/>
          <pc:sldMk cId="0" sldId="261"/>
        </pc:sldMkLst>
        <pc:spChg chg="mod">
          <ac:chgData name="Yunhao HUANG (student)" userId="S::3132056h@student.gla.ac.uk::8655c9b7-2b5e-4c61-b6c2-2d793e0e0faf" providerId="AD" clId="Web-{2217DA7F-8E72-48DF-BD6C-F9B811C689B1}" dt="2026-03-25T22:08:07.801" v="12" actId="20577"/>
          <ac:spMkLst>
            <pc:docMk/>
            <pc:sldMk cId="0" sldId="261"/>
            <ac:spMk id="13" creationId="{00000000-0000-0000-0000-000000000000}"/>
          </ac:spMkLst>
        </pc:spChg>
        <pc:spChg chg="topLvl">
          <ac:chgData name="Yunhao HUANG (student)" userId="S::3132056h@student.gla.ac.uk::8655c9b7-2b5e-4c61-b6c2-2d793e0e0faf" providerId="AD" clId="Web-{2217DA7F-8E72-48DF-BD6C-F9B811C689B1}" dt="2026-03-25T22:08:08.817" v="13"/>
          <ac:spMkLst>
            <pc:docMk/>
            <pc:sldMk cId="0" sldId="261"/>
            <ac:spMk id="15" creationId="{00000000-0000-0000-0000-000000000000}"/>
          </ac:spMkLst>
        </pc:spChg>
        <pc:spChg chg="del topLvl">
          <ac:chgData name="Yunhao HUANG (student)" userId="S::3132056h@student.gla.ac.uk::8655c9b7-2b5e-4c61-b6c2-2d793e0e0faf" providerId="AD" clId="Web-{2217DA7F-8E72-48DF-BD6C-F9B811C689B1}" dt="2026-03-25T22:08:08.817" v="13"/>
          <ac:spMkLst>
            <pc:docMk/>
            <pc:sldMk cId="0" sldId="261"/>
            <ac:spMk id="16" creationId="{00000000-0000-0000-0000-000000000000}"/>
          </ac:spMkLst>
        </pc:spChg>
        <pc:grpChg chg="del">
          <ac:chgData name="Yunhao HUANG (student)" userId="S::3132056h@student.gla.ac.uk::8655c9b7-2b5e-4c61-b6c2-2d793e0e0faf" providerId="AD" clId="Web-{2217DA7F-8E72-48DF-BD6C-F9B811C689B1}" dt="2026-03-25T22:08:08.817" v="13"/>
          <ac:grpSpMkLst>
            <pc:docMk/>
            <pc:sldMk cId="0" sldId="261"/>
            <ac:grpSpMk id="14" creationId="{00000000-0000-0000-0000-000000000000}"/>
          </ac:grpSpMkLst>
        </pc:grpChg>
      </pc:sldChg>
      <pc:sldChg chg="modSp">
        <pc:chgData name="Yunhao HUANG (student)" userId="S::3132056h@student.gla.ac.uk::8655c9b7-2b5e-4c61-b6c2-2d793e0e0faf" providerId="AD" clId="Web-{2217DA7F-8E72-48DF-BD6C-F9B811C689B1}" dt="2026-03-25T22:08:25.927" v="18" actId="20577"/>
        <pc:sldMkLst>
          <pc:docMk/>
          <pc:sldMk cId="0" sldId="263"/>
        </pc:sldMkLst>
        <pc:spChg chg="mod">
          <ac:chgData name="Yunhao HUANG (student)" userId="S::3132056h@student.gla.ac.uk::8655c9b7-2b5e-4c61-b6c2-2d793e0e0faf" providerId="AD" clId="Web-{2217DA7F-8E72-48DF-BD6C-F9B811C689B1}" dt="2026-03-25T22:08:25.927" v="18" actId="20577"/>
          <ac:spMkLst>
            <pc:docMk/>
            <pc:sldMk cId="0" sldId="263"/>
            <ac:spMk id="13" creationId="{00000000-0000-0000-0000-000000000000}"/>
          </ac:spMkLst>
        </pc:spChg>
      </pc:sldChg>
      <pc:sldChg chg="modSp">
        <pc:chgData name="Yunhao HUANG (student)" userId="S::3132056h@student.gla.ac.uk::8655c9b7-2b5e-4c61-b6c2-2d793e0e0faf" providerId="AD" clId="Web-{2217DA7F-8E72-48DF-BD6C-F9B811C689B1}" dt="2026-03-25T22:08:48.771" v="27" actId="20577"/>
        <pc:sldMkLst>
          <pc:docMk/>
          <pc:sldMk cId="0" sldId="264"/>
        </pc:sldMkLst>
        <pc:spChg chg="mod">
          <ac:chgData name="Yunhao HUANG (student)" userId="S::3132056h@student.gla.ac.uk::8655c9b7-2b5e-4c61-b6c2-2d793e0e0faf" providerId="AD" clId="Web-{2217DA7F-8E72-48DF-BD6C-F9B811C689B1}" dt="2026-03-25T22:08:48.771" v="27" actId="20577"/>
          <ac:spMkLst>
            <pc:docMk/>
            <pc:sldMk cId="0" sldId="264"/>
            <ac:spMk id="13" creationId="{00000000-0000-0000-0000-000000000000}"/>
          </ac:spMkLst>
        </pc:spChg>
      </pc:sldChg>
      <pc:sldChg chg="modSp">
        <pc:chgData name="Yunhao HUANG (student)" userId="S::3132056h@student.gla.ac.uk::8655c9b7-2b5e-4c61-b6c2-2d793e0e0faf" providerId="AD" clId="Web-{2217DA7F-8E72-48DF-BD6C-F9B811C689B1}" dt="2026-03-25T22:07:51.113" v="5" actId="20577"/>
        <pc:sldMkLst>
          <pc:docMk/>
          <pc:sldMk cId="1164116599" sldId="267"/>
        </pc:sldMkLst>
        <pc:spChg chg="mod">
          <ac:chgData name="Yunhao HUANG (student)" userId="S::3132056h@student.gla.ac.uk::8655c9b7-2b5e-4c61-b6c2-2d793e0e0faf" providerId="AD" clId="Web-{2217DA7F-8E72-48DF-BD6C-F9B811C689B1}" dt="2026-03-25T22:07:51.113" v="5" actId="20577"/>
          <ac:spMkLst>
            <pc:docMk/>
            <pc:sldMk cId="1164116599" sldId="267"/>
            <ac:spMk id="2" creationId="{00000000-0000-0000-0000-000000000000}"/>
          </ac:spMkLst>
        </pc:spChg>
      </pc:sldChg>
      <pc:sldChg chg="modSp">
        <pc:chgData name="Yunhao HUANG (student)" userId="S::3132056h@student.gla.ac.uk::8655c9b7-2b5e-4c61-b6c2-2d793e0e0faf" providerId="AD" clId="Web-{2217DA7F-8E72-48DF-BD6C-F9B811C689B1}" dt="2026-03-25T22:08:30.083" v="19" actId="20577"/>
        <pc:sldMkLst>
          <pc:docMk/>
          <pc:sldMk cId="2206133933" sldId="268"/>
        </pc:sldMkLst>
        <pc:spChg chg="mod">
          <ac:chgData name="Yunhao HUANG (student)" userId="S::3132056h@student.gla.ac.uk::8655c9b7-2b5e-4c61-b6c2-2d793e0e0faf" providerId="AD" clId="Web-{2217DA7F-8E72-48DF-BD6C-F9B811C689B1}" dt="2026-03-25T22:08:30.083" v="19" actId="20577"/>
          <ac:spMkLst>
            <pc:docMk/>
            <pc:sldMk cId="2206133933" sldId="268"/>
            <ac:spMk id="13" creationId="{DB53A94D-E2EC-5328-6A15-225F839C6F9F}"/>
          </ac:spMkLst>
        </pc:spChg>
      </pc:sldChg>
      <pc:sldChg chg="modSp">
        <pc:chgData name="Yunhao HUANG (student)" userId="S::3132056h@student.gla.ac.uk::8655c9b7-2b5e-4c61-b6c2-2d793e0e0faf" providerId="AD" clId="Web-{2217DA7F-8E72-48DF-BD6C-F9B811C689B1}" dt="2026-03-25T22:08:33.271" v="20" actId="20577"/>
        <pc:sldMkLst>
          <pc:docMk/>
          <pc:sldMk cId="2498989363" sldId="270"/>
        </pc:sldMkLst>
        <pc:spChg chg="mod">
          <ac:chgData name="Yunhao HUANG (student)" userId="S::3132056h@student.gla.ac.uk::8655c9b7-2b5e-4c61-b6c2-2d793e0e0faf" providerId="AD" clId="Web-{2217DA7F-8E72-48DF-BD6C-F9B811C689B1}" dt="2026-03-25T22:08:33.271" v="20" actId="20577"/>
          <ac:spMkLst>
            <pc:docMk/>
            <pc:sldMk cId="2498989363" sldId="270"/>
            <ac:spMk id="13" creationId="{82EE0516-1DE4-9E9B-F796-D149573F195E}"/>
          </ac:spMkLst>
        </pc:spChg>
      </pc:sldChg>
      <pc:sldChg chg="modSp">
        <pc:chgData name="Yunhao HUANG (student)" userId="S::3132056h@student.gla.ac.uk::8655c9b7-2b5e-4c61-b6c2-2d793e0e0faf" providerId="AD" clId="Web-{2217DA7F-8E72-48DF-BD6C-F9B811C689B1}" dt="2026-03-25T22:08:37.208" v="21" actId="20577"/>
        <pc:sldMkLst>
          <pc:docMk/>
          <pc:sldMk cId="475974155" sldId="271"/>
        </pc:sldMkLst>
        <pc:spChg chg="mod">
          <ac:chgData name="Yunhao HUANG (student)" userId="S::3132056h@student.gla.ac.uk::8655c9b7-2b5e-4c61-b6c2-2d793e0e0faf" providerId="AD" clId="Web-{2217DA7F-8E72-48DF-BD6C-F9B811C689B1}" dt="2026-03-25T22:08:37.208" v="21" actId="20577"/>
          <ac:spMkLst>
            <pc:docMk/>
            <pc:sldMk cId="475974155" sldId="271"/>
            <ac:spMk id="13" creationId="{72FB3B44-F513-E5F2-8579-91E8BFBE1FCB}"/>
          </ac:spMkLst>
        </pc:spChg>
      </pc:sldChg>
      <pc:sldChg chg="modSp">
        <pc:chgData name="Yunhao HUANG (student)" userId="S::3132056h@student.gla.ac.uk::8655c9b7-2b5e-4c61-b6c2-2d793e0e0faf" providerId="AD" clId="Web-{2217DA7F-8E72-48DF-BD6C-F9B811C689B1}" dt="2026-03-25T22:08:40.302" v="22" actId="20577"/>
        <pc:sldMkLst>
          <pc:docMk/>
          <pc:sldMk cId="3001033891" sldId="272"/>
        </pc:sldMkLst>
        <pc:spChg chg="mod">
          <ac:chgData name="Yunhao HUANG (student)" userId="S::3132056h@student.gla.ac.uk::8655c9b7-2b5e-4c61-b6c2-2d793e0e0faf" providerId="AD" clId="Web-{2217DA7F-8E72-48DF-BD6C-F9B811C689B1}" dt="2026-03-25T22:08:40.302" v="22" actId="20577"/>
          <ac:spMkLst>
            <pc:docMk/>
            <pc:sldMk cId="3001033891" sldId="272"/>
            <ac:spMk id="13" creationId="{AF5A95DD-DB14-301D-1BC1-1F60E7BBE6E3}"/>
          </ac:spMkLst>
        </pc:spChg>
      </pc:sldChg>
      <pc:sldChg chg="modSp">
        <pc:chgData name="Yunhao HUANG (student)" userId="S::3132056h@student.gla.ac.uk::8655c9b7-2b5e-4c61-b6c2-2d793e0e0faf" providerId="AD" clId="Web-{2217DA7F-8E72-48DF-BD6C-F9B811C689B1}" dt="2026-03-25T22:07:55.817" v="7" actId="20577"/>
        <pc:sldMkLst>
          <pc:docMk/>
          <pc:sldMk cId="3578680727" sldId="273"/>
        </pc:sldMkLst>
        <pc:spChg chg="mod">
          <ac:chgData name="Yunhao HUANG (student)" userId="S::3132056h@student.gla.ac.uk::8655c9b7-2b5e-4c61-b6c2-2d793e0e0faf" providerId="AD" clId="Web-{2217DA7F-8E72-48DF-BD6C-F9B811C689B1}" dt="2026-03-25T22:07:55.817" v="7" actId="20577"/>
          <ac:spMkLst>
            <pc:docMk/>
            <pc:sldMk cId="3578680727" sldId="273"/>
            <ac:spMk id="13" creationId="{401C9A2F-B6D1-A1DC-B46C-76BD307FC67B}"/>
          </ac:spMkLst>
        </pc:spChg>
      </pc:sldChg>
      <pc:sldChg chg="modSp">
        <pc:chgData name="Yunhao HUANG (student)" userId="S::3132056h@student.gla.ac.uk::8655c9b7-2b5e-4c61-b6c2-2d793e0e0faf" providerId="AD" clId="Web-{2217DA7F-8E72-48DF-BD6C-F9B811C689B1}" dt="2026-03-25T22:08:21.286" v="17" actId="20577"/>
        <pc:sldMkLst>
          <pc:docMk/>
          <pc:sldMk cId="1101295079" sldId="275"/>
        </pc:sldMkLst>
        <pc:spChg chg="mod">
          <ac:chgData name="Yunhao HUANG (student)" userId="S::3132056h@student.gla.ac.uk::8655c9b7-2b5e-4c61-b6c2-2d793e0e0faf" providerId="AD" clId="Web-{2217DA7F-8E72-48DF-BD6C-F9B811C689B1}" dt="2026-03-25T22:08:21.286" v="17" actId="20577"/>
          <ac:spMkLst>
            <pc:docMk/>
            <pc:sldMk cId="1101295079" sldId="275"/>
            <ac:spMk id="13" creationId="{A3F33899-D6D0-2F21-8DBA-405249DB7371}"/>
          </ac:spMkLst>
        </pc:spChg>
      </pc:sldChg>
      <pc:sldChg chg="modSp">
        <pc:chgData name="Yunhao HUANG (student)" userId="S::3132056h@student.gla.ac.uk::8655c9b7-2b5e-4c61-b6c2-2d793e0e0faf" providerId="AD" clId="Web-{2217DA7F-8E72-48DF-BD6C-F9B811C689B1}" dt="2026-03-25T22:07:59.817" v="9" actId="20577"/>
        <pc:sldMkLst>
          <pc:docMk/>
          <pc:sldMk cId="4282407964" sldId="277"/>
        </pc:sldMkLst>
        <pc:spChg chg="mod">
          <ac:chgData name="Yunhao HUANG (student)" userId="S::3132056h@student.gla.ac.uk::8655c9b7-2b5e-4c61-b6c2-2d793e0e0faf" providerId="AD" clId="Web-{2217DA7F-8E72-48DF-BD6C-F9B811C689B1}" dt="2026-03-25T22:07:59.817" v="9" actId="20577"/>
          <ac:spMkLst>
            <pc:docMk/>
            <pc:sldMk cId="4282407964" sldId="277"/>
            <ac:spMk id="13" creationId="{09402388-E3AF-806B-A8FA-EA5C3E4D9C39}"/>
          </ac:spMkLst>
        </pc:spChg>
      </pc:sldChg>
      <pc:sldChg chg="modSp">
        <pc:chgData name="Yunhao HUANG (student)" userId="S::3132056h@student.gla.ac.uk::8655c9b7-2b5e-4c61-b6c2-2d793e0e0faf" providerId="AD" clId="Web-{2217DA7F-8E72-48DF-BD6C-F9B811C689B1}" dt="2026-03-25T22:08:53.443" v="29" actId="20577"/>
        <pc:sldMkLst>
          <pc:docMk/>
          <pc:sldMk cId="2712722484" sldId="279"/>
        </pc:sldMkLst>
        <pc:spChg chg="mod">
          <ac:chgData name="Yunhao HUANG (student)" userId="S::3132056h@student.gla.ac.uk::8655c9b7-2b5e-4c61-b6c2-2d793e0e0faf" providerId="AD" clId="Web-{2217DA7F-8E72-48DF-BD6C-F9B811C689B1}" dt="2026-03-25T22:08:53.443" v="29" actId="20577"/>
          <ac:spMkLst>
            <pc:docMk/>
            <pc:sldMk cId="2712722484" sldId="279"/>
            <ac:spMk id="13" creationId="{9F8F1405-392D-092B-3100-411BAD9622E3}"/>
          </ac:spMkLst>
        </pc:spChg>
      </pc:sldChg>
      <pc:sldChg chg="modSp">
        <pc:chgData name="Yunhao HUANG (student)" userId="S::3132056h@student.gla.ac.uk::8655c9b7-2b5e-4c61-b6c2-2d793e0e0faf" providerId="AD" clId="Web-{2217DA7F-8E72-48DF-BD6C-F9B811C689B1}" dt="2026-03-25T22:08:13.989" v="14" actId="20577"/>
        <pc:sldMkLst>
          <pc:docMk/>
          <pc:sldMk cId="3774628975" sldId="280"/>
        </pc:sldMkLst>
        <pc:spChg chg="mod">
          <ac:chgData name="Yunhao HUANG (student)" userId="S::3132056h@student.gla.ac.uk::8655c9b7-2b5e-4c61-b6c2-2d793e0e0faf" providerId="AD" clId="Web-{2217DA7F-8E72-48DF-BD6C-F9B811C689B1}" dt="2026-03-25T22:08:13.989" v="14" actId="20577"/>
          <ac:spMkLst>
            <pc:docMk/>
            <pc:sldMk cId="3774628975" sldId="280"/>
            <ac:spMk id="13" creationId="{96A73779-25F9-592B-4D2F-2430B9010BD7}"/>
          </ac:spMkLst>
        </pc:spChg>
      </pc:sldChg>
      <pc:sldChg chg="modSp">
        <pc:chgData name="Yunhao HUANG (student)" userId="S::3132056h@student.gla.ac.uk::8655c9b7-2b5e-4c61-b6c2-2d793e0e0faf" providerId="AD" clId="Web-{2217DA7F-8E72-48DF-BD6C-F9B811C689B1}" dt="2026-03-25T22:08:16.927" v="15" actId="20577"/>
        <pc:sldMkLst>
          <pc:docMk/>
          <pc:sldMk cId="3475506307" sldId="281"/>
        </pc:sldMkLst>
        <pc:spChg chg="mod">
          <ac:chgData name="Yunhao HUANG (student)" userId="S::3132056h@student.gla.ac.uk::8655c9b7-2b5e-4c61-b6c2-2d793e0e0faf" providerId="AD" clId="Web-{2217DA7F-8E72-48DF-BD6C-F9B811C689B1}" dt="2026-03-25T22:08:16.927" v="15" actId="20577"/>
          <ac:spMkLst>
            <pc:docMk/>
            <pc:sldMk cId="3475506307" sldId="281"/>
            <ac:spMk id="13" creationId="{BC757BD9-739B-3122-289E-5DF46C96142D}"/>
          </ac:spMkLst>
        </pc:spChg>
      </pc:sldChg>
    </pc:docChg>
  </pc:docChgLst>
  <pc:docChgLst>
    <pc:chgData name="Yunhao HUANG (student)" userId="S::3132056h@student.gla.ac.uk::8655c9b7-2b5e-4c61-b6c2-2d793e0e0faf" providerId="AD" clId="Web-{58C333FF-D3EE-4CB9-9BDE-7E7C1357234B}"/>
    <pc:docChg chg="modSld">
      <pc:chgData name="Yunhao HUANG (student)" userId="S::3132056h@student.gla.ac.uk::8655c9b7-2b5e-4c61-b6c2-2d793e0e0faf" providerId="AD" clId="Web-{58C333FF-D3EE-4CB9-9BDE-7E7C1357234B}" dt="2026-03-25T23:14:20.750" v="26"/>
      <pc:docMkLst>
        <pc:docMk/>
      </pc:docMkLst>
      <pc:sldChg chg="modNotes">
        <pc:chgData name="Yunhao HUANG (student)" userId="S::3132056h@student.gla.ac.uk::8655c9b7-2b5e-4c61-b6c2-2d793e0e0faf" providerId="AD" clId="Web-{58C333FF-D3EE-4CB9-9BDE-7E7C1357234B}" dt="2026-03-25T23:13:02.452" v="6"/>
        <pc:sldMkLst>
          <pc:docMk/>
          <pc:sldMk cId="0" sldId="256"/>
        </pc:sldMkLst>
      </pc:sldChg>
      <pc:sldChg chg="modNotes">
        <pc:chgData name="Yunhao HUANG (student)" userId="S::3132056h@student.gla.ac.uk::8655c9b7-2b5e-4c61-b6c2-2d793e0e0faf" providerId="AD" clId="Web-{58C333FF-D3EE-4CB9-9BDE-7E7C1357234B}" dt="2026-03-25T23:13:29.062" v="12"/>
        <pc:sldMkLst>
          <pc:docMk/>
          <pc:sldMk cId="0" sldId="257"/>
        </pc:sldMkLst>
      </pc:sldChg>
      <pc:sldChg chg="modNotes">
        <pc:chgData name="Yunhao HUANG (student)" userId="S::3132056h@student.gla.ac.uk::8655c9b7-2b5e-4c61-b6c2-2d793e0e0faf" providerId="AD" clId="Web-{58C333FF-D3EE-4CB9-9BDE-7E7C1357234B}" dt="2026-03-25T23:13:54.906" v="20"/>
        <pc:sldMkLst>
          <pc:docMk/>
          <pc:sldMk cId="0" sldId="258"/>
        </pc:sldMkLst>
      </pc:sldChg>
      <pc:sldChg chg="modNotes">
        <pc:chgData name="Yunhao HUANG (student)" userId="S::3132056h@student.gla.ac.uk::8655c9b7-2b5e-4c61-b6c2-2d793e0e0faf" providerId="AD" clId="Web-{58C333FF-D3EE-4CB9-9BDE-7E7C1357234B}" dt="2026-03-25T23:14:20.750" v="26"/>
        <pc:sldMkLst>
          <pc:docMk/>
          <pc:sldMk cId="1164116599" sldId="267"/>
        </pc:sldMkLst>
      </pc:sldChg>
    </pc:docChg>
  </pc:docChgLst>
  <pc:docChgLst>
    <pc:chgData name="Karthik Mandigiri (student)" userId="S::3155271m@student.gla.ac.uk::9a53d180-4f88-4bea-813b-724a2045f822" providerId="AD" clId="Web-{6478D548-1BE8-478C-A82F-0AB88D9E0164}"/>
    <pc:docChg chg="modSld">
      <pc:chgData name="Karthik Mandigiri (student)" userId="S::3155271m@student.gla.ac.uk::9a53d180-4f88-4bea-813b-724a2045f822" providerId="AD" clId="Web-{6478D548-1BE8-478C-A82F-0AB88D9E0164}" dt="2026-03-25T19:26:51.709" v="6" actId="1076"/>
      <pc:docMkLst>
        <pc:docMk/>
      </pc:docMkLst>
      <pc:sldChg chg="modSp">
        <pc:chgData name="Karthik Mandigiri (student)" userId="S::3155271m@student.gla.ac.uk::9a53d180-4f88-4bea-813b-724a2045f822" providerId="AD" clId="Web-{6478D548-1BE8-478C-A82F-0AB88D9E0164}" dt="2026-03-25T19:26:15.380" v="4" actId="20577"/>
        <pc:sldMkLst>
          <pc:docMk/>
          <pc:sldMk cId="1164116599" sldId="267"/>
        </pc:sldMkLst>
        <pc:spChg chg="mod">
          <ac:chgData name="Karthik Mandigiri (student)" userId="S::3155271m@student.gla.ac.uk::9a53d180-4f88-4bea-813b-724a2045f822" providerId="AD" clId="Web-{6478D548-1BE8-478C-A82F-0AB88D9E0164}" dt="2026-03-25T19:26:15.380" v="4" actId="20577"/>
          <ac:spMkLst>
            <pc:docMk/>
            <pc:sldMk cId="1164116599" sldId="267"/>
            <ac:spMk id="38" creationId="{3307F383-E91F-D7FB-6940-881C03155045}"/>
          </ac:spMkLst>
        </pc:spChg>
      </pc:sldChg>
      <pc:sldChg chg="addSp delSp modSp">
        <pc:chgData name="Karthik Mandigiri (student)" userId="S::3155271m@student.gla.ac.uk::9a53d180-4f88-4bea-813b-724a2045f822" providerId="AD" clId="Web-{6478D548-1BE8-478C-A82F-0AB88D9E0164}" dt="2026-03-25T19:26:51.709" v="6" actId="1076"/>
        <pc:sldMkLst>
          <pc:docMk/>
          <pc:sldMk cId="4282407964" sldId="277"/>
        </pc:sldMkLst>
        <pc:picChg chg="del">
          <ac:chgData name="Karthik Mandigiri (student)" userId="S::3155271m@student.gla.ac.uk::9a53d180-4f88-4bea-813b-724a2045f822" providerId="AD" clId="Web-{6478D548-1BE8-478C-A82F-0AB88D9E0164}" dt="2026-03-25T19:26:43.896" v="5"/>
          <ac:picMkLst>
            <pc:docMk/>
            <pc:sldMk cId="4282407964" sldId="277"/>
            <ac:picMk id="14" creationId="{E4257B80-15BA-8861-7807-BDDBB04A94DB}"/>
          </ac:picMkLst>
        </pc:picChg>
        <pc:picChg chg="add mod">
          <ac:chgData name="Karthik Mandigiri (student)" userId="S::3155271m@student.gla.ac.uk::9a53d180-4f88-4bea-813b-724a2045f822" providerId="AD" clId="Web-{6478D548-1BE8-478C-A82F-0AB88D9E0164}" dt="2026-03-25T19:26:51.709" v="6" actId="1076"/>
          <ac:picMkLst>
            <pc:docMk/>
            <pc:sldMk cId="4282407964" sldId="277"/>
            <ac:picMk id="16" creationId="{901A6182-2F4F-9642-B2A8-44300301312C}"/>
          </ac:picMkLst>
        </pc:picChg>
      </pc:sldChg>
    </pc:docChg>
  </pc:docChgLst>
  <pc:docChgLst>
    <pc:chgData name="Yaocheng Wan (student)" userId="S::3117486w@student.gla.ac.uk::9b36408a-58f1-4d44-bd17-d10f6c4951ac" providerId="AD" clId="Web-{5AC124C7-209E-4462-9AD1-578D2B8C5696}"/>
    <pc:docChg chg="modSld">
      <pc:chgData name="Yaocheng Wan (student)" userId="S::3117486w@student.gla.ac.uk::9b36408a-58f1-4d44-bd17-d10f6c4951ac" providerId="AD" clId="Web-{5AC124C7-209E-4462-9AD1-578D2B8C5696}" dt="2026-03-25T20:16:00.908" v="16" actId="20577"/>
      <pc:docMkLst>
        <pc:docMk/>
      </pc:docMkLst>
      <pc:sldChg chg="modSp">
        <pc:chgData name="Yaocheng Wan (student)" userId="S::3117486w@student.gla.ac.uk::9b36408a-58f1-4d44-bd17-d10f6c4951ac" providerId="AD" clId="Web-{5AC124C7-209E-4462-9AD1-578D2B8C5696}" dt="2026-03-25T20:16:00.908" v="16" actId="20577"/>
        <pc:sldMkLst>
          <pc:docMk/>
          <pc:sldMk cId="0" sldId="256"/>
        </pc:sldMkLst>
        <pc:spChg chg="mod">
          <ac:chgData name="Yaocheng Wan (student)" userId="S::3117486w@student.gla.ac.uk::9b36408a-58f1-4d44-bd17-d10f6c4951ac" providerId="AD" clId="Web-{5AC124C7-209E-4462-9AD1-578D2B8C5696}" dt="2026-03-25T20:16:00.908" v="16" actId="20577"/>
          <ac:spMkLst>
            <pc:docMk/>
            <pc:sldMk cId="0" sldId="256"/>
            <ac:spMk id="22" creationId="{00000000-0000-0000-0000-000000000000}"/>
          </ac:spMkLst>
        </pc:spChg>
      </pc:sldChg>
    </pc:docChg>
  </pc:docChgLst>
  <pc:docChgLst>
    <pc:chgData name="Yunhao HUANG (student)" userId="S::3132056h@student.gla.ac.uk::8655c9b7-2b5e-4c61-b6c2-2d793e0e0faf" providerId="AD" clId="Web-{70657F4B-3015-433E-9429-C6E5C569F857}"/>
    <pc:docChg chg="mod modSld">
      <pc:chgData name="Yunhao HUANG (student)" userId="S::3132056h@student.gla.ac.uk::8655c9b7-2b5e-4c61-b6c2-2d793e0e0faf" providerId="AD" clId="Web-{70657F4B-3015-433E-9429-C6E5C569F857}" dt="2026-03-25T22:03:10.220" v="37"/>
      <pc:docMkLst>
        <pc:docMk/>
      </pc:docMkLst>
      <pc:sldChg chg="modSp">
        <pc:chgData name="Yunhao HUANG (student)" userId="S::3132056h@student.gla.ac.uk::8655c9b7-2b5e-4c61-b6c2-2d793e0e0faf" providerId="AD" clId="Web-{70657F4B-3015-433E-9429-C6E5C569F857}" dt="2026-03-25T22:02:05.110" v="36" actId="20577"/>
        <pc:sldMkLst>
          <pc:docMk/>
          <pc:sldMk cId="0" sldId="256"/>
        </pc:sldMkLst>
        <pc:spChg chg="mod">
          <ac:chgData name="Yunhao HUANG (student)" userId="S::3132056h@student.gla.ac.uk::8655c9b7-2b5e-4c61-b6c2-2d793e0e0faf" providerId="AD" clId="Web-{70657F4B-3015-433E-9429-C6E5C569F857}" dt="2026-03-25T22:02:05.110" v="36" actId="20577"/>
          <ac:spMkLst>
            <pc:docMk/>
            <pc:sldMk cId="0" sldId="256"/>
            <ac:spMk id="22" creationId="{00000000-0000-0000-0000-000000000000}"/>
          </ac:spMkLst>
        </pc:spChg>
      </pc:sldChg>
    </pc:docChg>
  </pc:docChgLst>
  <pc:docChgLst>
    <pc:chgData name="Karthik Mandigiri (student)" userId="S::3155271m@student.gla.ac.uk::9a53d180-4f88-4bea-813b-724a2045f822" providerId="AD" clId="Web-{8D34B9E7-BFE0-4F4D-BF76-10C918182A32}"/>
    <pc:docChg chg="modSld">
      <pc:chgData name="Karthik Mandigiri (student)" userId="S::3155271m@student.gla.ac.uk::9a53d180-4f88-4bea-813b-724a2045f822" providerId="AD" clId="Web-{8D34B9E7-BFE0-4F4D-BF76-10C918182A32}" dt="2026-03-26T08:52:05.080" v="12" actId="20577"/>
      <pc:docMkLst>
        <pc:docMk/>
      </pc:docMkLst>
      <pc:sldChg chg="modSp">
        <pc:chgData name="Karthik Mandigiri (student)" userId="S::3155271m@student.gla.ac.uk::9a53d180-4f88-4bea-813b-724a2045f822" providerId="AD" clId="Web-{8D34B9E7-BFE0-4F4D-BF76-10C918182A32}" dt="2026-03-26T08:52:05.080" v="12" actId="20577"/>
        <pc:sldMkLst>
          <pc:docMk/>
          <pc:sldMk cId="4282407964" sldId="277"/>
        </pc:sldMkLst>
        <pc:spChg chg="mod">
          <ac:chgData name="Karthik Mandigiri (student)" userId="S::3155271m@student.gla.ac.uk::9a53d180-4f88-4bea-813b-724a2045f822" providerId="AD" clId="Web-{8D34B9E7-BFE0-4F4D-BF76-10C918182A32}" dt="2026-03-26T08:52:05.080" v="12" actId="20577"/>
          <ac:spMkLst>
            <pc:docMk/>
            <pc:sldMk cId="4282407964" sldId="277"/>
            <ac:spMk id="26" creationId="{B95079AB-ED49-AF2C-0A20-6165EA39BCEE}"/>
          </ac:spMkLst>
        </pc:spChg>
      </pc:sldChg>
    </pc:docChg>
  </pc:docChgLst>
  <pc:docChgLst>
    <pc:chgData name="TAO BAI (student)" userId="S::3163950b@student.gla.ac.uk::3c740e5d-a193-42a6-8858-8a6b4dc888c4" providerId="AD" clId="Web-{05C90983-9913-46F4-B45A-11E699037A2C}"/>
    <pc:docChg chg="modSld">
      <pc:chgData name="TAO BAI (student)" userId="S::3163950b@student.gla.ac.uk::3c740e5d-a193-42a6-8858-8a6b4dc888c4" providerId="AD" clId="Web-{05C90983-9913-46F4-B45A-11E699037A2C}" dt="2026-03-25T20:02:43.615" v="17" actId="20577"/>
      <pc:docMkLst>
        <pc:docMk/>
      </pc:docMkLst>
      <pc:sldChg chg="modSp">
        <pc:chgData name="TAO BAI (student)" userId="S::3163950b@student.gla.ac.uk::3c740e5d-a193-42a6-8858-8a6b4dc888c4" providerId="AD" clId="Web-{05C90983-9913-46F4-B45A-11E699037A2C}" dt="2026-03-25T20:02:43.615" v="17" actId="20577"/>
        <pc:sldMkLst>
          <pc:docMk/>
          <pc:sldMk cId="0" sldId="256"/>
        </pc:sldMkLst>
        <pc:spChg chg="mod">
          <ac:chgData name="TAO BAI (student)" userId="S::3163950b@student.gla.ac.uk::3c740e5d-a193-42a6-8858-8a6b4dc888c4" providerId="AD" clId="Web-{05C90983-9913-46F4-B45A-11E699037A2C}" dt="2026-03-25T20:02:43.615" v="17" actId="20577"/>
          <ac:spMkLst>
            <pc:docMk/>
            <pc:sldMk cId="0" sldId="256"/>
            <ac:spMk id="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a:t>Good morning everyone.</a:t>
            </a:r>
            <a:endParaRPr lang="en-US"/>
          </a:p>
          <a:p>
            <a:r>
              <a:rPr lang="en-GB"/>
              <a:t>We are </a:t>
            </a:r>
            <a:r>
              <a:rPr lang="en-GB" b="1"/>
              <a:t>Group B</a:t>
            </a:r>
            <a:r>
              <a:rPr lang="en-GB"/>
              <a:t>, and today we will present our project, </a:t>
            </a:r>
            <a:r>
              <a:rPr lang="en-GB" b="1"/>
              <a:t>“A CNN-Based Scene Classification Framework for Adaptive Line Following on the </a:t>
            </a:r>
            <a:r>
              <a:rPr lang="en-GB" b="1" err="1"/>
              <a:t>Quanser</a:t>
            </a:r>
            <a:r>
              <a:rPr lang="en-GB" b="1"/>
              <a:t> </a:t>
            </a:r>
            <a:r>
              <a:rPr lang="en-GB" b="1" err="1"/>
              <a:t>QBot</a:t>
            </a:r>
            <a:r>
              <a:rPr lang="en-GB" b="1"/>
              <a:t>.”</a:t>
            </a:r>
            <a:endParaRPr lang="en-GB"/>
          </a:p>
          <a:p>
            <a:r>
              <a:rPr lang="en-GB"/>
              <a:t>Our project focuses on improving line following in the </a:t>
            </a:r>
            <a:r>
              <a:rPr lang="en-GB" err="1"/>
              <a:t>Quanser</a:t>
            </a:r>
            <a:r>
              <a:rPr lang="en-GB"/>
              <a:t> warehouse simulation.</a:t>
            </a:r>
            <a:endParaRPr lang="en-GB">
              <a:ea typeface="Calibri"/>
              <a:cs typeface="Calibri"/>
            </a:endParaRPr>
          </a:p>
          <a:p>
            <a:r>
              <a:rPr lang="en-GB"/>
              <a:t>The main idea is to combine visual scene classification with classical control so that the robot can respond more appropriately to different road situations.</a:t>
            </a:r>
            <a:endParaRPr lang="en-US">
              <a:cs typeface="+mn-lt"/>
            </a:endParaRPr>
          </a:p>
          <a:p>
            <a:r>
              <a:rPr lang="en-GB"/>
              <a:t>In the next few minutes, we will introduce our motivation, system design, implementation workflow, and final results.</a:t>
            </a:r>
            <a:endParaRPr lang="en-GB">
              <a:ea typeface="Calibri"/>
              <a:cs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a:t>Our goal is to build a robust line-following system for the </a:t>
            </a:r>
            <a:r>
              <a:rPr lang="en-GB" err="1"/>
              <a:t>Quanser</a:t>
            </a:r>
            <a:r>
              <a:rPr lang="en-GB"/>
              <a:t> warehouse environment.</a:t>
            </a:r>
            <a:endParaRPr lang="en-US"/>
          </a:p>
          <a:p>
            <a:r>
              <a:rPr lang="en-GB"/>
              <a:t>The robot needs to deal with straight sections, corners, junction-related situations, and recovery cases, while still maintaining stable real-time behaviour.</a:t>
            </a:r>
          </a:p>
          <a:p>
            <a:r>
              <a:rPr lang="en-GB"/>
              <a:t>From our initial testing, we found that the tutorial PID controller performs well on simple lines, but becomes less reliable in more complex situations, especially around junctions.</a:t>
            </a:r>
            <a:endParaRPr lang="en-GB">
              <a:ea typeface="Calibri"/>
              <a:cs typeface="Calibri"/>
            </a:endParaRPr>
          </a:p>
          <a:p>
            <a:r>
              <a:rPr lang="en-GB"/>
              <a:t>It also tends to require a conservative speed setting to avoid leaving the line.</a:t>
            </a:r>
          </a:p>
          <a:p>
            <a:r>
              <a:rPr lang="en-GB"/>
              <a:t>This motivated us to introduce better scene understanding, so that the controller can respond differently to different situations.</a:t>
            </a:r>
          </a:p>
          <a:p>
            <a:endParaRPr lang="en-GB">
              <a:ea typeface="Calibri"/>
              <a:cs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shows the overall structure of our final system.</a:t>
            </a:r>
            <a:endParaRPr lang="en-US" altLang="zh-CN"/>
          </a:p>
          <a:p>
            <a:r>
              <a:rPr lang="en-US"/>
              <a:t>First, a downward-facing camera captures the floor line, and the image is preprocessed using thresholding and blob detection.</a:t>
            </a:r>
          </a:p>
          <a:p>
            <a:r>
              <a:rPr lang="en-US"/>
              <a:t>The processed image is then passed to a CNN, which identifies the current scene type, such as a straight path, a corner, or a junction.</a:t>
            </a:r>
            <a:endParaRPr lang="en-US">
              <a:ea typeface="Calibri"/>
              <a:cs typeface="Calibri"/>
            </a:endParaRPr>
          </a:p>
          <a:p>
            <a:r>
              <a:rPr lang="en-US"/>
              <a:t>This information, together with line-related measurements, is used to adjust the control settings.</a:t>
            </a:r>
          </a:p>
          <a:p>
            <a:r>
              <a:rPr lang="en-US"/>
              <a:t>The final motor command is then generated by the PID controller.</a:t>
            </a:r>
          </a:p>
          <a:p>
            <a:r>
              <a:rPr lang="en-US"/>
              <a:t>So overall, our system uses visual classification to improve decision-making, while PID remains responsible for stable execution.</a:t>
            </a:r>
            <a:endParaRPr lang="en-US">
              <a:ea typeface="Calibri"/>
              <a:cs typeface="Calibri"/>
            </a:endParaRPr>
          </a:p>
          <a:p>
            <a:endParaRPr lang="en-US">
              <a:ea typeface="Calibri"/>
              <a:cs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txBody>
          <a:bodyPr/>
          <a:lstStyle/>
          <a:p>
            <a:endParaRPr lang="en-GB"/>
          </a:p>
        </p:txBody>
      </p:sp>
      <p:sp>
        <p:nvSpPr>
          <p:cNvPr id="3" name="Notes Placeholder 2"/>
          <p:cNvSpPr>
            <a:spLocks noGrp="1"/>
          </p:cNvSpPr>
          <p:nvPr>
            <p:ph type="body" idx="1"/>
          </p:nvPr>
        </p:nvSpPr>
        <p:spPr/>
        <p:txBody>
          <a:bodyPr/>
          <a:lstStyle/>
          <a:p>
            <a:r>
              <a:rPr lang="en-US">
                <a:solidFill>
                  <a:srgbClr val="123A63"/>
                </a:solidFill>
              </a:rPr>
              <a:t>Our implementation followed five main steps.</a:t>
            </a:r>
            <a:endParaRPr lang="en-US"/>
          </a:p>
          <a:p>
            <a:r>
              <a:rPr lang="en-US">
                <a:solidFill>
                  <a:srgbClr val="123A63"/>
                </a:solidFill>
              </a:rPr>
              <a:t>First, we collected labelled data in the </a:t>
            </a:r>
            <a:r>
              <a:rPr lang="en-US" err="1">
                <a:solidFill>
                  <a:srgbClr val="123A63"/>
                </a:solidFill>
              </a:rPr>
              <a:t>Quanser</a:t>
            </a:r>
            <a:r>
              <a:rPr lang="en-US">
                <a:solidFill>
                  <a:srgbClr val="123A63"/>
                </a:solidFill>
              </a:rPr>
              <a:t> warehouse environment.</a:t>
            </a:r>
            <a:endParaRPr lang="en-US">
              <a:solidFill>
                <a:srgbClr val="123A63"/>
              </a:solidFill>
              <a:ea typeface="Calibri"/>
              <a:cs typeface="Calibri"/>
            </a:endParaRPr>
          </a:p>
          <a:p>
            <a:r>
              <a:rPr lang="en-US">
                <a:solidFill>
                  <a:srgbClr val="123A63"/>
                </a:solidFill>
              </a:rPr>
              <a:t>Second, we trained and validated the model outside </a:t>
            </a:r>
            <a:r>
              <a:rPr lang="en-US" err="1">
                <a:solidFill>
                  <a:srgbClr val="123A63"/>
                </a:solidFill>
              </a:rPr>
              <a:t>Quanser</a:t>
            </a:r>
            <a:r>
              <a:rPr lang="en-US">
                <a:solidFill>
                  <a:srgbClr val="123A63"/>
                </a:solidFill>
              </a:rPr>
              <a:t> using Python and </a:t>
            </a:r>
            <a:r>
              <a:rPr lang="en-US" err="1">
                <a:solidFill>
                  <a:srgbClr val="123A63"/>
                </a:solidFill>
              </a:rPr>
              <a:t>PyTorch</a:t>
            </a:r>
            <a:r>
              <a:rPr lang="en-US">
                <a:solidFill>
                  <a:srgbClr val="123A63"/>
                </a:solidFill>
              </a:rPr>
              <a:t>.</a:t>
            </a:r>
            <a:endParaRPr lang="en-US">
              <a:solidFill>
                <a:srgbClr val="123A63"/>
              </a:solidFill>
              <a:ea typeface="Calibri"/>
              <a:cs typeface="Calibri"/>
            </a:endParaRPr>
          </a:p>
          <a:p>
            <a:r>
              <a:rPr lang="en-US">
                <a:solidFill>
                  <a:srgbClr val="123A63"/>
                </a:solidFill>
              </a:rPr>
              <a:t>Once the offline performance was acceptable, we exported the trained model.</a:t>
            </a:r>
          </a:p>
          <a:p>
            <a:r>
              <a:rPr lang="en-US">
                <a:solidFill>
                  <a:srgbClr val="123A63"/>
                </a:solidFill>
              </a:rPr>
              <a:t>Then, we loaded the model back into </a:t>
            </a:r>
            <a:r>
              <a:rPr lang="en-US" err="1">
                <a:solidFill>
                  <a:srgbClr val="123A63"/>
                </a:solidFill>
              </a:rPr>
              <a:t>Quanser</a:t>
            </a:r>
            <a:r>
              <a:rPr lang="en-US">
                <a:solidFill>
                  <a:srgbClr val="123A63"/>
                </a:solidFill>
              </a:rPr>
              <a:t> and connected its predictions to the live control loop.</a:t>
            </a:r>
            <a:endParaRPr lang="en-US">
              <a:solidFill>
                <a:srgbClr val="123A63"/>
              </a:solidFill>
              <a:ea typeface="Calibri"/>
              <a:cs typeface="Calibri"/>
            </a:endParaRPr>
          </a:p>
          <a:p>
            <a:r>
              <a:rPr lang="en-US">
                <a:solidFill>
                  <a:srgbClr val="123A63"/>
                </a:solidFill>
              </a:rPr>
              <a:t>If the line-following performance was still not satisfactory, we refined the data, preprocessing, or control mapping and repeated the process.</a:t>
            </a:r>
          </a:p>
          <a:p>
            <a:endParaRPr lang="en-US" b="1">
              <a:solidFill>
                <a:srgbClr val="123A63"/>
              </a:solidFill>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B0F52-BC70-02F2-A407-9D1F1667175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E7D023-4473-9DE6-1EE5-FA9CC9DF424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39B44B2-0754-61A3-27C9-2BCFF243639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8D3DA92-3DFA-7CDE-454F-89060CBC6F2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0C02FF1-3FDE-EEE0-98D9-4A475319766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altLang="zh-CN" sz="1200" kern="1200">
                <a:solidFill>
                  <a:schemeClr val="tx1"/>
                </a:solidFill>
                <a:effectLst/>
                <a:latin typeface="+mn-lt"/>
                <a:ea typeface="+mn-ea"/>
                <a:cs typeface="+mn-cs"/>
              </a:rPr>
              <a:t>For data collection, we initially used the PID controller to collect images automatically. However, this produced too few corner and crossroad samples. To address this issue, we manually drove the vehicle to capture additional images of corners and crossroads.</a:t>
            </a:r>
          </a:p>
          <a:p>
            <a:br>
              <a:rPr lang="en-GB" altLang="zh-CN" sz="1200" kern="1200">
                <a:solidFill>
                  <a:schemeClr val="tx1"/>
                </a:solidFill>
                <a:effectLst/>
                <a:latin typeface="+mn-lt"/>
                <a:ea typeface="+mn-ea"/>
                <a:cs typeface="+mn-cs"/>
              </a:rPr>
            </a:br>
            <a:endParaRPr lang="en-GB" altLang="zh-CN" sz="1200" kern="1200">
              <a:solidFill>
                <a:schemeClr val="tx1"/>
              </a:solidFill>
              <a:effectLst/>
              <a:latin typeface="+mn-lt"/>
              <a:ea typeface="+mn-ea"/>
              <a:cs typeface="+mn-cs"/>
            </a:endParaRPr>
          </a:p>
          <a:p>
            <a:r>
              <a:rPr lang="en-GB" altLang="zh-CN" sz="1200" kern="1200">
                <a:solidFill>
                  <a:schemeClr val="tx1"/>
                </a:solidFill>
                <a:effectLst/>
                <a:latin typeface="+mn-lt"/>
                <a:ea typeface="+mn-ea"/>
                <a:cs typeface="+mn-cs"/>
              </a:rPr>
              <a:t>Because our dataset contained over 10,000 images, manual labelling would have been extremely time-consuming. Therefore, we chose to label the data automatically based on the robot’s coordinates.</a:t>
            </a:r>
          </a:p>
          <a:p>
            <a:br>
              <a:rPr lang="en-GB" altLang="zh-CN" sz="1200" kern="1200">
                <a:solidFill>
                  <a:schemeClr val="tx1"/>
                </a:solidFill>
                <a:effectLst/>
                <a:latin typeface="+mn-lt"/>
                <a:ea typeface="+mn-ea"/>
                <a:cs typeface="+mn-cs"/>
              </a:rPr>
            </a:br>
            <a:endParaRPr lang="en-GB" altLang="zh-CN" sz="1200" kern="1200">
              <a:solidFill>
                <a:schemeClr val="tx1"/>
              </a:solidFill>
              <a:effectLst/>
              <a:latin typeface="+mn-lt"/>
              <a:ea typeface="+mn-ea"/>
              <a:cs typeface="+mn-cs"/>
            </a:endParaRPr>
          </a:p>
          <a:p>
            <a:r>
              <a:rPr lang="en-GB" altLang="zh-CN" sz="1200" kern="1200">
                <a:solidFill>
                  <a:schemeClr val="tx1"/>
                </a:solidFill>
                <a:effectLst/>
                <a:latin typeface="+mn-lt"/>
                <a:ea typeface="+mn-ea"/>
                <a:cs typeface="+mn-cs"/>
              </a:rPr>
              <a:t>For each image captured by the downward-facing camera, we simultaneously recorded the robot’s position on the map. In this way, every image was matched with a corresponding (x, y) coordinate pair.</a:t>
            </a:r>
          </a:p>
          <a:p>
            <a:br>
              <a:rPr lang="en-GB" altLang="zh-CN" sz="1200" kern="1200">
                <a:solidFill>
                  <a:schemeClr val="tx1"/>
                </a:solidFill>
                <a:effectLst/>
                <a:latin typeface="+mn-lt"/>
                <a:ea typeface="+mn-ea"/>
                <a:cs typeface="+mn-cs"/>
              </a:rPr>
            </a:br>
            <a:endParaRPr lang="en-GB" altLang="zh-CN" sz="1200" kern="1200">
              <a:solidFill>
                <a:schemeClr val="tx1"/>
              </a:solidFill>
              <a:effectLst/>
              <a:latin typeface="+mn-lt"/>
              <a:ea typeface="+mn-ea"/>
              <a:cs typeface="+mn-cs"/>
            </a:endParaRPr>
          </a:p>
          <a:p>
            <a:r>
              <a:rPr lang="en-GB" altLang="zh-CN" sz="1200" kern="1200">
                <a:solidFill>
                  <a:schemeClr val="tx1"/>
                </a:solidFill>
                <a:effectLst/>
                <a:latin typeface="+mn-lt"/>
                <a:ea typeface="+mn-ea"/>
                <a:cs typeface="+mn-cs"/>
              </a:rPr>
              <a:t>We then divided the map into different regions and assigned labels according to the coordinate range of each image. Specifically, we used five labels:</a:t>
            </a:r>
          </a:p>
          <a:p>
            <a:r>
              <a:rPr lang="en-GB" altLang="zh-CN" sz="1200" b="1" kern="1200">
                <a:solidFill>
                  <a:schemeClr val="tx1"/>
                </a:solidFill>
                <a:effectLst/>
                <a:latin typeface="+mn-lt"/>
                <a:ea typeface="+mn-ea"/>
                <a:cs typeface="+mn-cs"/>
              </a:rPr>
              <a:t>0</a:t>
            </a:r>
            <a:r>
              <a:rPr lang="en-GB" altLang="zh-CN" sz="1200" kern="1200">
                <a:solidFill>
                  <a:schemeClr val="tx1"/>
                </a:solidFill>
                <a:effectLst/>
                <a:latin typeface="+mn-lt"/>
                <a:ea typeface="+mn-ea"/>
                <a:cs typeface="+mn-cs"/>
              </a:rPr>
              <a:t> for straight line,</a:t>
            </a:r>
          </a:p>
          <a:p>
            <a:r>
              <a:rPr lang="en-GB" altLang="zh-CN" sz="1200" b="1" kern="1200">
                <a:solidFill>
                  <a:schemeClr val="tx1"/>
                </a:solidFill>
                <a:effectLst/>
                <a:latin typeface="+mn-lt"/>
                <a:ea typeface="+mn-ea"/>
                <a:cs typeface="+mn-cs"/>
              </a:rPr>
              <a:t>1</a:t>
            </a:r>
            <a:r>
              <a:rPr lang="en-GB" altLang="zh-CN" sz="1200" kern="1200">
                <a:solidFill>
                  <a:schemeClr val="tx1"/>
                </a:solidFill>
                <a:effectLst/>
                <a:latin typeface="+mn-lt"/>
                <a:ea typeface="+mn-ea"/>
                <a:cs typeface="+mn-cs"/>
              </a:rPr>
              <a:t> for corners,</a:t>
            </a:r>
          </a:p>
          <a:p>
            <a:r>
              <a:rPr lang="en-GB" altLang="zh-CN" sz="1200" b="1" kern="1200">
                <a:solidFill>
                  <a:schemeClr val="tx1"/>
                </a:solidFill>
                <a:effectLst/>
                <a:latin typeface="+mn-lt"/>
                <a:ea typeface="+mn-ea"/>
                <a:cs typeface="+mn-cs"/>
              </a:rPr>
              <a:t>2</a:t>
            </a:r>
            <a:r>
              <a:rPr lang="en-GB" altLang="zh-CN" sz="1200" kern="1200">
                <a:solidFill>
                  <a:schemeClr val="tx1"/>
                </a:solidFill>
                <a:effectLst/>
                <a:latin typeface="+mn-lt"/>
                <a:ea typeface="+mn-ea"/>
                <a:cs typeface="+mn-cs"/>
              </a:rPr>
              <a:t> for crossroads, and</a:t>
            </a:r>
          </a:p>
          <a:p>
            <a:r>
              <a:rPr lang="en-GB" altLang="zh-CN" sz="1200" b="1" kern="1200">
                <a:solidFill>
                  <a:schemeClr val="tx1"/>
                </a:solidFill>
                <a:effectLst/>
                <a:latin typeface="+mn-lt"/>
                <a:ea typeface="+mn-ea"/>
                <a:cs typeface="+mn-cs"/>
              </a:rPr>
              <a:t>9</a:t>
            </a:r>
            <a:r>
              <a:rPr lang="en-GB" altLang="zh-CN" sz="1200" kern="1200">
                <a:solidFill>
                  <a:schemeClr val="tx1"/>
                </a:solidFill>
                <a:effectLst/>
                <a:latin typeface="+mn-lt"/>
                <a:ea typeface="+mn-ea"/>
                <a:cs typeface="+mn-cs"/>
              </a:rPr>
              <a:t> for off-track cases, where the robot was too far away from the white line.</a:t>
            </a:r>
          </a:p>
          <a:p>
            <a:endParaRPr lang="en-US">
              <a:ea typeface="Calibri"/>
              <a:cs typeface="Calibri"/>
            </a:endParaRPr>
          </a:p>
        </p:txBody>
      </p:sp>
      <p:sp>
        <p:nvSpPr>
          <p:cNvPr id="6" name="Footer Placeholder 5">
            <a:extLst>
              <a:ext uri="{FF2B5EF4-FFF2-40B4-BE49-F238E27FC236}">
                <a16:creationId xmlns:a16="http://schemas.microsoft.com/office/drawing/2014/main" id="{CB5C94DC-B9E7-A3DE-ADBC-93CD04B5BB8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FD0C9AA-B173-F123-AE25-56296D69233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57915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863CD-9605-A544-7775-157A664B48E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5C14131-6D8D-6FFB-A668-EED1FB570DF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E7AC616-E391-2938-D07F-A3F333076A9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D5000CE-7DEB-A012-0759-ACB8778AE45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21B984F-89D3-1AB1-D554-C64D9C61BAC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a:t>This slide presents the design of our baseline CNN model.</a:t>
            </a:r>
          </a:p>
          <a:p>
            <a:br>
              <a:rPr lang="en-GB"/>
            </a:br>
            <a:endParaRPr lang="en-GB"/>
          </a:p>
          <a:p>
            <a:r>
              <a:rPr lang="en-GB"/>
              <a:t>The task of this model is </a:t>
            </a:r>
            <a:r>
              <a:rPr lang="en-GB" b="1"/>
              <a:t>5-class scene classification</a:t>
            </a:r>
            <a:r>
              <a:rPr lang="en-GB"/>
              <a:t>, where the input is a </a:t>
            </a:r>
            <a:r>
              <a:rPr lang="en-GB" b="1"/>
              <a:t>128 by 128 RGB image</a:t>
            </a:r>
            <a:r>
              <a:rPr lang="en-GB"/>
              <a:t> from the downward-facing camera, and the output is one of five scene classes: </a:t>
            </a:r>
            <a:r>
              <a:rPr lang="en-GB" b="1"/>
              <a:t>crossroad, curve, out-route, straight, or T-junction</a:t>
            </a:r>
            <a:r>
              <a:rPr lang="en-GB"/>
              <a:t>.</a:t>
            </a:r>
          </a:p>
          <a:p>
            <a:endParaRPr lang="en-GB"/>
          </a:p>
          <a:p>
            <a:r>
              <a:rPr lang="en-GB"/>
              <a:t>The architecture is intentionally lightweight.</a:t>
            </a:r>
          </a:p>
          <a:p>
            <a:r>
              <a:rPr lang="en-GB"/>
              <a:t>It uses four convolutional blocks for feature extraction, followed by global average pooling and a small classifier head.</a:t>
            </a:r>
          </a:p>
          <a:p>
            <a:r>
              <a:rPr lang="en-GB"/>
              <a:t>Overall, the model has around </a:t>
            </a:r>
            <a:r>
              <a:rPr lang="en-GB" b="1"/>
              <a:t>420 thousand parameters</a:t>
            </a:r>
            <a:r>
              <a:rPr lang="en-GB"/>
              <a:t>, which makes it suitable for efficient training and later deployment.</a:t>
            </a:r>
          </a:p>
          <a:p>
            <a:endParaRPr lang="en-GB"/>
          </a:p>
          <a:p>
            <a:r>
              <a:rPr lang="en-GB"/>
              <a:t>A key point here is that this CNN is </a:t>
            </a:r>
            <a:r>
              <a:rPr lang="en-GB" b="1"/>
              <a:t>not used as a direct motor controller</a:t>
            </a:r>
            <a:r>
              <a:rPr lang="en-GB"/>
              <a:t>.</a:t>
            </a:r>
          </a:p>
          <a:p>
            <a:r>
              <a:rPr lang="en-GB"/>
              <a:t>Instead, it acts as a </a:t>
            </a:r>
            <a:r>
              <a:rPr lang="en-GB" b="1"/>
              <a:t>scene classifier</a:t>
            </a:r>
            <a:r>
              <a:rPr lang="en-GB"/>
              <a:t> for adaptive control, and its predictions are later used to adjust PID gains and target speed.</a:t>
            </a:r>
          </a:p>
          <a:p>
            <a:endParaRPr lang="en-GB"/>
          </a:p>
          <a:p>
            <a:r>
              <a:rPr lang="en-GB"/>
              <a:t>So, we chose this model because it provides a good balance between </a:t>
            </a:r>
            <a:r>
              <a:rPr lang="en-GB" b="1"/>
              <a:t>simplicity, efficiency, and practical usability</a:t>
            </a:r>
            <a:r>
              <a:rPr lang="en-GB"/>
              <a:t> in our </a:t>
            </a:r>
            <a:r>
              <a:rPr lang="en-GB" err="1"/>
              <a:t>Quanser</a:t>
            </a:r>
            <a:r>
              <a:rPr lang="en-GB"/>
              <a:t> framework.</a:t>
            </a:r>
          </a:p>
        </p:txBody>
      </p:sp>
      <p:sp>
        <p:nvSpPr>
          <p:cNvPr id="6" name="Footer Placeholder 5">
            <a:extLst>
              <a:ext uri="{FF2B5EF4-FFF2-40B4-BE49-F238E27FC236}">
                <a16:creationId xmlns:a16="http://schemas.microsoft.com/office/drawing/2014/main" id="{8D3C081B-88AA-83A2-BA78-E679286AA40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B31A0FD-CDDD-53CB-69A7-B2635ECE1FF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54397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a:t>This slide shows our CNN model design and its classification performance.</a:t>
            </a:r>
            <a:br>
              <a:rPr lang="en-GB"/>
            </a:br>
            <a:endParaRPr lang="en-GB"/>
          </a:p>
          <a:p>
            <a:r>
              <a:rPr lang="en-GB"/>
              <a:t>From the loss and accuracy curves, we can see that the model trains steadily and reaches a validation accuracy of around 80 percent.</a:t>
            </a:r>
          </a:p>
          <a:p>
            <a:r>
              <a:rPr lang="en-GB"/>
              <a:t>This suggests that the model has learned useful visual patterns from the dataset.</a:t>
            </a:r>
            <a:br>
              <a:rPr lang="en-GB"/>
            </a:br>
            <a:endParaRPr lang="en-GB"/>
          </a:p>
          <a:p>
            <a:r>
              <a:rPr lang="en-GB"/>
              <a:t>The confusion matrix shows that some classes are easier to recognise than others.</a:t>
            </a:r>
          </a:p>
          <a:p>
            <a:r>
              <a:rPr lang="en-GB"/>
              <a:t>In particular, </a:t>
            </a:r>
            <a:r>
              <a:rPr lang="en-GB" b="1"/>
              <a:t>curve and T-junction</a:t>
            </a:r>
            <a:r>
              <a:rPr lang="en-GB"/>
              <a:t> are more difficult, which is likely due to the limited field of view of the downward-facing camera.</a:t>
            </a:r>
            <a:br>
              <a:rPr lang="en-GB"/>
            </a:br>
            <a:endParaRPr lang="en-GB"/>
          </a:p>
          <a:p>
            <a:r>
              <a:rPr lang="en-GB"/>
              <a:t>The precision, recall, F1-score, and ROC curves further confirm that the classifier performs well overall.</a:t>
            </a:r>
            <a:br>
              <a:rPr lang="en-GB"/>
            </a:br>
            <a:endParaRPr lang="en-GB"/>
          </a:p>
          <a:p>
            <a:r>
              <a:rPr lang="en-GB"/>
              <a:t>So the main takeaway is that the CNN can reliably recognise scene types, and this supports our adaptive control strategy in the overall system.</a:t>
            </a:r>
          </a:p>
          <a:p>
            <a:endParaRPr lang="en-US">
              <a:ea typeface="Calibri"/>
              <a:cs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ea typeface="Calibri"/>
              <a:cs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A88F5-CE3F-21F6-F5A6-0E546C62EAB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34EDAA-2A0D-7283-8233-76DC3ED401B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48C639E-C946-F683-919B-B2602422521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DFF15D8-4E99-4F54-63F2-B623AEBE195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9148616-6905-7474-D19C-0EE66935E7C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altLang="zh-CN" sz="1200" kern="1200">
                <a:solidFill>
                  <a:schemeClr val="tx1"/>
                </a:solidFill>
                <a:effectLst/>
                <a:latin typeface="+mn-lt"/>
                <a:ea typeface="+mn-ea"/>
                <a:cs typeface="+mn-cs"/>
              </a:rPr>
              <a:t>First, we developed the CNN in three stages: data preparation, model design, and performance evaluation.</a:t>
            </a:r>
          </a:p>
          <a:p>
            <a:r>
              <a:rPr lang="en-GB" altLang="zh-CN" sz="1200" kern="1200">
                <a:solidFill>
                  <a:schemeClr val="tx1"/>
                </a:solidFill>
                <a:effectLst/>
                <a:latin typeface="+mn-lt"/>
                <a:ea typeface="+mn-ea"/>
                <a:cs typeface="+mn-cs"/>
              </a:rPr>
              <a:t>We checked the dataset quality, handled data imbalance, and collected more samples where necessary. Also, we carried out </a:t>
            </a:r>
            <a:r>
              <a:rPr lang="en-GB" altLang="zh-CN" sz="1200" b="1" kern="1200">
                <a:solidFill>
                  <a:schemeClr val="tx1"/>
                </a:solidFill>
                <a:effectLst/>
                <a:latin typeface="+mn-lt"/>
                <a:ea typeface="+mn-ea"/>
                <a:cs typeface="+mn-cs"/>
              </a:rPr>
              <a:t>data accuracy checking</a:t>
            </a:r>
            <a:r>
              <a:rPr lang="en-GB" altLang="zh-CN" sz="1200" kern="1200">
                <a:solidFill>
                  <a:schemeClr val="tx1"/>
                </a:solidFill>
                <a:effectLst/>
                <a:latin typeface="+mn-lt"/>
                <a:ea typeface="+mn-ea"/>
                <a:cs typeface="+mn-cs"/>
              </a:rPr>
              <a:t>. </a:t>
            </a:r>
          </a:p>
          <a:p>
            <a:r>
              <a:rPr lang="en-GB" altLang="zh-CN" sz="1200" kern="1200">
                <a:solidFill>
                  <a:schemeClr val="tx1"/>
                </a:solidFill>
                <a:effectLst/>
                <a:latin typeface="+mn-lt"/>
                <a:ea typeface="+mn-ea"/>
                <a:cs typeface="+mn-cs"/>
              </a:rPr>
              <a:t>Then we designed a suitable CNN architecture and compared different models to select the one that was reliable enough for the final control task.</a:t>
            </a:r>
          </a:p>
          <a:p>
            <a:endParaRPr lang="en-US">
              <a:ea typeface="Calibri"/>
              <a:cs typeface="Calibri"/>
            </a:endParaRPr>
          </a:p>
        </p:txBody>
      </p:sp>
      <p:sp>
        <p:nvSpPr>
          <p:cNvPr id="6" name="Footer Placeholder 5">
            <a:extLst>
              <a:ext uri="{FF2B5EF4-FFF2-40B4-BE49-F238E27FC236}">
                <a16:creationId xmlns:a16="http://schemas.microsoft.com/office/drawing/2014/main" id="{A20E6AF3-4D32-9584-9A45-B64A54697D9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BF8BFDA-D810-E3A9-4013-0720B5A7D76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07294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3503F-7859-04EF-3909-9AA050AFE6B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18D085-0867-1010-F51F-4782A1ACB6E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EA1C9C4-5AF4-7709-EBA7-51EDEBB28E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E0CAA33-60D6-93D8-2B43-56D4F1BC309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48CE6F3-7930-85ED-C7C0-8F976A0664E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altLang="zh-CN" sz="1200" kern="1200">
                <a:solidFill>
                  <a:schemeClr val="tx1"/>
                </a:solidFill>
                <a:effectLst/>
                <a:latin typeface="+mn-lt"/>
                <a:ea typeface="+mn-ea"/>
                <a:cs typeface="+mn-cs"/>
              </a:rPr>
              <a:t>After that, we deployed the selected CNN into the line-following controller.</a:t>
            </a:r>
          </a:p>
          <a:p>
            <a:r>
              <a:rPr lang="en-GB" altLang="zh-CN" sz="1200" kern="1200">
                <a:solidFill>
                  <a:schemeClr val="tx1"/>
                </a:solidFill>
                <a:effectLst/>
                <a:latin typeface="+mn-lt"/>
                <a:ea typeface="+mn-ea"/>
                <a:cs typeface="+mn-cs"/>
              </a:rPr>
              <a:t>However, deployment introduced two practical challenges.</a:t>
            </a:r>
          </a:p>
          <a:p>
            <a:r>
              <a:rPr lang="en-GB" altLang="zh-CN" sz="1200" kern="1200">
                <a:solidFill>
                  <a:schemeClr val="tx1"/>
                </a:solidFill>
                <a:effectLst/>
                <a:latin typeface="+mn-lt"/>
                <a:ea typeface="+mn-ea"/>
                <a:cs typeface="+mn-cs"/>
              </a:rPr>
              <a:t>The first was output instability, where overly frequent CNN predictions could make the vehicle shake.</a:t>
            </a:r>
          </a:p>
          <a:p>
            <a:r>
              <a:rPr lang="en-GB" altLang="zh-CN" sz="1200" kern="1200">
                <a:solidFill>
                  <a:schemeClr val="tx1"/>
                </a:solidFill>
                <a:effectLst/>
                <a:latin typeface="+mn-lt"/>
                <a:ea typeface="+mn-ea"/>
                <a:cs typeface="+mn-cs"/>
              </a:rPr>
              <a:t>The second was the limited field of view of the downward-facing camera. At crossroads, the turning pattern is visible only for a very short time, so the PID controller may not react early enough.</a:t>
            </a:r>
          </a:p>
          <a:p>
            <a:r>
              <a:rPr lang="en-GB" altLang="zh-CN" sz="1200" kern="1200">
                <a:solidFill>
                  <a:schemeClr val="tx1"/>
                </a:solidFill>
                <a:effectLst/>
                <a:latin typeface="+mn-lt"/>
                <a:ea typeface="+mn-ea"/>
                <a:cs typeface="+mn-cs"/>
              </a:rPr>
              <a:t>This is why we later introduced a dedicated intersection-handling logic.   </a:t>
            </a:r>
          </a:p>
          <a:p>
            <a:endParaRPr lang="en-US">
              <a:ea typeface="Calibri"/>
              <a:cs typeface="Calibri"/>
            </a:endParaRPr>
          </a:p>
        </p:txBody>
      </p:sp>
      <p:sp>
        <p:nvSpPr>
          <p:cNvPr id="6" name="Footer Placeholder 5">
            <a:extLst>
              <a:ext uri="{FF2B5EF4-FFF2-40B4-BE49-F238E27FC236}">
                <a16:creationId xmlns:a16="http://schemas.microsoft.com/office/drawing/2014/main" id="{5D00CE75-3B57-6831-402E-A11F2E54EB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17BBBF6-E8F0-3284-E273-0F7CF41B34E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50570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6F540-E1D3-3F8A-ED4C-61B967CA80E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C96129-7DEA-BB16-BE62-A82816BE2EF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22C334D-2389-34E0-5033-CAED94749C4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165E311-90D2-0883-DE55-6A80DE92E9E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5CBB1CF-D575-739D-D831-65431520DFB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GB" altLang="zh-CN" sz="1200" b="1" kern="1200">
                <a:solidFill>
                  <a:schemeClr val="tx1"/>
                </a:solidFill>
                <a:effectLst/>
                <a:latin typeface="+mn-lt"/>
                <a:ea typeface="+mn-ea"/>
                <a:cs typeface="+mn-cs"/>
              </a:rPr>
              <a:t>The crossroad scenario is the most challenging part of the system. </a:t>
            </a:r>
            <a:endParaRPr lang="en-GB" altLang="zh-CN" sz="1200" kern="1200">
              <a:solidFill>
                <a:schemeClr val="tx1"/>
              </a:solidFill>
              <a:effectLst/>
              <a:latin typeface="+mn-lt"/>
              <a:ea typeface="+mn-ea"/>
              <a:cs typeface="+mn-cs"/>
            </a:endParaRPr>
          </a:p>
          <a:p>
            <a:r>
              <a:rPr lang="en-GB" altLang="zh-CN" sz="1200" b="1" kern="1200">
                <a:solidFill>
                  <a:schemeClr val="tx1"/>
                </a:solidFill>
                <a:effectLst/>
                <a:latin typeface="+mn-lt"/>
                <a:ea typeface="+mn-ea"/>
                <a:cs typeface="+mn-cs"/>
              </a:rPr>
              <a:t>When the CNN detects a crossroads or a T-junction, the robot first stops immediately. It then decides the next direction. Since no final goal is provided, this decision cannot rely on global planning. </a:t>
            </a:r>
            <a:endParaRPr lang="en-GB" altLang="zh-CN" sz="1200" kern="1200">
              <a:solidFill>
                <a:schemeClr val="tx1"/>
              </a:solidFill>
              <a:effectLst/>
              <a:latin typeface="+mn-lt"/>
              <a:ea typeface="+mn-ea"/>
              <a:cs typeface="+mn-cs"/>
            </a:endParaRPr>
          </a:p>
          <a:p>
            <a:r>
              <a:rPr lang="en-GB" altLang="zh-CN" sz="1200" b="1" kern="1200">
                <a:solidFill>
                  <a:schemeClr val="tx1"/>
                </a:solidFill>
                <a:effectLst/>
                <a:latin typeface="+mn-lt"/>
                <a:ea typeface="+mn-ea"/>
                <a:cs typeface="+mn-cs"/>
              </a:rPr>
              <a:t>For simple cases, the action can be predefined in code. </a:t>
            </a:r>
            <a:endParaRPr lang="en-GB" altLang="zh-CN" sz="1200" kern="1200">
              <a:solidFill>
                <a:schemeClr val="tx1"/>
              </a:solidFill>
              <a:effectLst/>
              <a:latin typeface="+mn-lt"/>
              <a:ea typeface="+mn-ea"/>
              <a:cs typeface="+mn-cs"/>
            </a:endParaRPr>
          </a:p>
          <a:p>
            <a:r>
              <a:rPr lang="en-GB" altLang="zh-CN" sz="1200" b="1" kern="1200">
                <a:solidFill>
                  <a:schemeClr val="tx1"/>
                </a:solidFill>
                <a:effectLst/>
                <a:latin typeface="+mn-lt"/>
                <a:ea typeface="+mn-ea"/>
                <a:cs typeface="+mn-cs"/>
              </a:rPr>
              <a:t>For T-junctions, we further use white-pixel detection on the left, upper, and right regions of the image to identify feasible routes, and then randomly select one of them. </a:t>
            </a:r>
            <a:endParaRPr lang="en-GB" altLang="zh-CN" sz="1200" kern="1200">
              <a:solidFill>
                <a:schemeClr val="tx1"/>
              </a:solidFill>
              <a:effectLst/>
              <a:latin typeface="+mn-lt"/>
              <a:ea typeface="+mn-ea"/>
              <a:cs typeface="+mn-cs"/>
            </a:endParaRPr>
          </a:p>
          <a:p>
            <a:r>
              <a:rPr lang="en-GB" altLang="zh-CN" sz="1200" b="1" kern="1200">
                <a:solidFill>
                  <a:schemeClr val="tx1"/>
                </a:solidFill>
                <a:effectLst/>
                <a:latin typeface="+mn-lt"/>
                <a:ea typeface="+mn-ea"/>
                <a:cs typeface="+mn-cs"/>
              </a:rPr>
              <a:t>The robot then performs the corresponding turn, with an angle of 0°, 90°, or -90°. After moving straight for a short distance, PID control is reactivated to continue normal path tracking.</a:t>
            </a:r>
            <a:endParaRPr lang="en-GB" altLang="zh-CN" sz="1200" kern="1200">
              <a:solidFill>
                <a:schemeClr val="tx1"/>
              </a:solidFill>
              <a:effectLst/>
              <a:latin typeface="+mn-lt"/>
              <a:ea typeface="+mn-ea"/>
              <a:cs typeface="+mn-cs"/>
            </a:endParaRPr>
          </a:p>
        </p:txBody>
      </p:sp>
      <p:sp>
        <p:nvSpPr>
          <p:cNvPr id="6" name="Footer Placeholder 5">
            <a:extLst>
              <a:ext uri="{FF2B5EF4-FFF2-40B4-BE49-F238E27FC236}">
                <a16:creationId xmlns:a16="http://schemas.microsoft.com/office/drawing/2014/main" id="{EA8D83B4-317F-D40D-E4C9-5109AB44E81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73CD0E1-6496-ACB9-C888-79E25F318DF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50700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All only scored while self-drive is engaged</a:t>
            </a:r>
          </a:p>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43F4F-DE03-9853-372C-43BCBFD57F3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97D1A4-277A-F252-4682-93A08B06903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0806599-7238-3F9D-6F92-DD8ED0C5ED4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8D0B434-623F-064F-91D9-23829690124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90B23C3-62CF-C2F2-EA66-76A5069CA5A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All only scored while self-drive is engaged</a:t>
            </a:r>
          </a:p>
          <a:p>
            <a:endParaRPr lang="en-US"/>
          </a:p>
        </p:txBody>
      </p:sp>
      <p:sp>
        <p:nvSpPr>
          <p:cNvPr id="6" name="Footer Placeholder 5">
            <a:extLst>
              <a:ext uri="{FF2B5EF4-FFF2-40B4-BE49-F238E27FC236}">
                <a16:creationId xmlns:a16="http://schemas.microsoft.com/office/drawing/2014/main" id="{F5349A5D-2AD6-7A0C-D128-241300FEE25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1448629-90D8-E8F2-09A3-E5330EE53FF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40411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197FC-2FE3-159A-0F65-323280249B7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6F2206-A60B-2422-1B5E-F5EF0CCE0A5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F911F5D-FF24-EF03-45A7-4863D1B2519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7A5A1F9-790C-9D91-7DE5-529023B787E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5A210B1-7AAD-2702-9D7F-A0D36662A56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All only scored while self-drive is engaged</a:t>
            </a:r>
          </a:p>
          <a:p>
            <a:endParaRPr lang="en-US"/>
          </a:p>
        </p:txBody>
      </p:sp>
      <p:sp>
        <p:nvSpPr>
          <p:cNvPr id="6" name="Footer Placeholder 5">
            <a:extLst>
              <a:ext uri="{FF2B5EF4-FFF2-40B4-BE49-F238E27FC236}">
                <a16:creationId xmlns:a16="http://schemas.microsoft.com/office/drawing/2014/main" id="{563A57BB-FA4E-9450-D699-A1EB065F668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457294B-1F51-C06E-7C98-1017B7C33B6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12578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4B018-7D51-E48F-5619-AC19D9F1DEF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2226C5-46A5-85D0-2BAC-4F8D78D0F0C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76FF807-100F-5157-CECF-A5C026A57CF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556B835-1601-327A-0A9C-9881FE01F4F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B6CB63D-CD8B-381D-722F-926D3074981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All only scored while self-drive is engaged</a:t>
            </a:r>
          </a:p>
          <a:p>
            <a:endParaRPr lang="en-US"/>
          </a:p>
        </p:txBody>
      </p:sp>
      <p:sp>
        <p:nvSpPr>
          <p:cNvPr id="6" name="Footer Placeholder 5">
            <a:extLst>
              <a:ext uri="{FF2B5EF4-FFF2-40B4-BE49-F238E27FC236}">
                <a16:creationId xmlns:a16="http://schemas.microsoft.com/office/drawing/2014/main" id="{3956298B-2470-729D-BF65-5C153B7652D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77CB32F-39D1-3727-3C11-95EB82F2C1B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88273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5A626-07EC-0F04-D041-6C61BDA446A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E3335F-914B-03FE-19FB-80B2D56B5FD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B308FE7-3684-B88F-53A2-808EDF80135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30DCDE4-D4BC-8F5F-8FCC-B6B3A406556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7BD1BEC-7AD4-52FB-9FFD-20E357B6575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All only scored while self-drive is engaged</a:t>
            </a:r>
          </a:p>
          <a:p>
            <a:endParaRPr lang="en-US"/>
          </a:p>
        </p:txBody>
      </p:sp>
      <p:sp>
        <p:nvSpPr>
          <p:cNvPr id="6" name="Footer Placeholder 5">
            <a:extLst>
              <a:ext uri="{FF2B5EF4-FFF2-40B4-BE49-F238E27FC236}">
                <a16:creationId xmlns:a16="http://schemas.microsoft.com/office/drawing/2014/main" id="{70E0FB45-4F55-BD65-6D9D-079DCA7F371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70982B0-7F50-FB95-1EFA-8B604F8223A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05412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ea typeface="Calibri"/>
              <a:cs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7E091-B705-54E4-9832-011C21AD845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682E33-74DC-10A0-15C1-3A8B9410D49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DD33C6B-8EBC-B817-8DAC-F44648F51E6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06F16FE-4796-13EE-7B94-63D6FC67D8B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862056E-1AD1-513F-AD8E-E0A551B6DF7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Overall, our PID and CNN based system shows that vision-based line following is feasible in the </a:t>
            </a:r>
            <a:r>
              <a:rPr lang="en-US" err="1"/>
              <a:t>Quanser</a:t>
            </a:r>
            <a:r>
              <a:rPr lang="en-US"/>
              <a:t> environment.</a:t>
            </a:r>
            <a:endParaRPr lang="zh-CN" altLang="en-US"/>
          </a:p>
          <a:p>
            <a:r>
              <a:rPr lang="en-US"/>
              <a:t>The PID controller can follow straight paths reliably at low to moderate speeds, and the CNN model can classify basic road types such as straight paths, curves, and intersections.</a:t>
            </a:r>
          </a:p>
          <a:p>
            <a:endParaRPr lang="en-US">
              <a:cs typeface="+mn-lt"/>
            </a:endParaRPr>
          </a:p>
          <a:p>
            <a:r>
              <a:rPr lang="en-US"/>
              <a:t>However, the system still has some limitations.</a:t>
            </a:r>
          </a:p>
          <a:p>
            <a:r>
              <a:rPr lang="en-US"/>
              <a:t>The robot becomes unstable at higher speeds, reacts too late to sharp curves and crossroads, and still relies partly on fixed turning logic.</a:t>
            </a:r>
          </a:p>
          <a:p>
            <a:endParaRPr lang="en-US">
              <a:cs typeface="+mn-lt"/>
            </a:endParaRPr>
          </a:p>
          <a:p>
            <a:r>
              <a:rPr lang="en-US"/>
              <a:t>In the future, we plan to tune the PID controller, improve and rebalance the dataset, and use CNN predictions to make earlier and more adaptive speed and steering decisions.</a:t>
            </a:r>
          </a:p>
          <a:p>
            <a:endParaRPr lang="en-US">
              <a:ea typeface="Calibri"/>
              <a:cs typeface="Calibri"/>
            </a:endParaRPr>
          </a:p>
        </p:txBody>
      </p:sp>
      <p:sp>
        <p:nvSpPr>
          <p:cNvPr id="6" name="Footer Placeholder 5">
            <a:extLst>
              <a:ext uri="{FF2B5EF4-FFF2-40B4-BE49-F238E27FC236}">
                <a16:creationId xmlns:a16="http://schemas.microsoft.com/office/drawing/2014/main" id="{1BF44503-C454-D0B9-EA26-07DCD37BD71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7D04477-9F20-FCEA-E5B3-0B4EAB9D93D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70485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1" y="0"/>
            <a:ext cx="18287543" cy="480060"/>
          </a:xfrm>
          <a:prstGeom prst="rect">
            <a:avLst/>
          </a:prstGeom>
          <a:solidFill>
            <a:srgbClr val="1F4E79"/>
          </a:solidFill>
          <a:ln w="12700">
            <a:solidFill>
              <a:srgbClr val="1F4E79"/>
            </a:solidFill>
            <a:prstDash val="solid"/>
          </a:ln>
        </p:spPr>
        <p:txBody>
          <a:bodyPr/>
          <a:lstStyle/>
          <a:p>
            <a:endParaRPr lang="en-US" sz="2700"/>
          </a:p>
        </p:txBody>
      </p:sp>
      <p:sp>
        <p:nvSpPr>
          <p:cNvPr id="3" name="Shape 1"/>
          <p:cNvSpPr/>
          <p:nvPr/>
        </p:nvSpPr>
        <p:spPr>
          <a:xfrm>
            <a:off x="1" y="9806940"/>
            <a:ext cx="18287543" cy="480060"/>
          </a:xfrm>
          <a:prstGeom prst="rect">
            <a:avLst/>
          </a:prstGeom>
          <a:solidFill>
            <a:srgbClr val="EAF0F8"/>
          </a:solidFill>
          <a:ln w="12700">
            <a:solidFill>
              <a:srgbClr val="EAF0F8"/>
            </a:solidFill>
            <a:prstDash val="solid"/>
          </a:ln>
        </p:spPr>
        <p:txBody>
          <a:bodyPr/>
          <a:lstStyle/>
          <a:p>
            <a:endParaRPr lang="en-US" sz="2700"/>
          </a:p>
        </p:txBody>
      </p:sp>
      <p:sp>
        <p:nvSpPr>
          <p:cNvPr id="4" name="Text 2"/>
          <p:cNvSpPr/>
          <p:nvPr/>
        </p:nvSpPr>
        <p:spPr>
          <a:xfrm>
            <a:off x="617220" y="9848088"/>
            <a:ext cx="6583680" cy="246888"/>
          </a:xfrm>
          <a:prstGeom prst="rect">
            <a:avLst/>
          </a:prstGeom>
          <a:noFill/>
          <a:ln/>
        </p:spPr>
        <p:txBody>
          <a:bodyPr wrap="square" lIns="0" tIns="0" rIns="0" bIns="0" rtlCol="0" anchor="ctr"/>
          <a:lstStyle/>
          <a:p>
            <a:pPr marL="0" indent="0">
              <a:buNone/>
            </a:pPr>
            <a:r>
              <a:rPr lang="en-US" sz="1350">
                <a:solidFill>
                  <a:srgbClr val="4F5B66"/>
                </a:solidFill>
                <a:latin typeface="Aptos" pitchFamily="34" charset="0"/>
                <a:ea typeface="Aptos" pitchFamily="34" charset="-122"/>
                <a:cs typeface="Aptos" pitchFamily="34" charset="-120"/>
              </a:rPr>
              <a:t>ENG5337 Advanced Artificial Intelligence</a:t>
            </a:r>
            <a:endParaRPr lang="en-US" sz="1350"/>
          </a:p>
        </p:txBody>
      </p:sp>
    </p:spTree>
    <p:extLst>
      <p:ext uri="{BB962C8B-B14F-4D97-AF65-F5344CB8AC3E}">
        <p14:creationId xmlns:p14="http://schemas.microsoft.com/office/powerpoint/2010/main" val="845839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jpeg"/><Relationship Id="rId7" Type="http://schemas.openxmlformats.org/officeDocument/2006/relationships/image" Target="../media/image22.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6593" cy="499110"/>
            <a:chOff x="0" y="0"/>
            <a:chExt cx="24408790" cy="665480"/>
          </a:xfrm>
        </p:grpSpPr>
        <p:sp>
          <p:nvSpPr>
            <p:cNvPr id="3" name="Freeform 3"/>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p:cNvGrpSpPr/>
          <p:nvPr/>
        </p:nvGrpSpPr>
        <p:grpSpPr>
          <a:xfrm>
            <a:off x="-9525" y="9797415"/>
            <a:ext cx="18306593" cy="499110"/>
            <a:chOff x="0" y="0"/>
            <a:chExt cx="24408790" cy="665480"/>
          </a:xfrm>
        </p:grpSpPr>
        <p:sp>
          <p:nvSpPr>
            <p:cNvPr id="6" name="Freeform 6"/>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p:cNvGrpSpPr/>
          <p:nvPr/>
        </p:nvGrpSpPr>
        <p:grpSpPr>
          <a:xfrm>
            <a:off x="12060555" y="744855"/>
            <a:ext cx="5505450" cy="7837170"/>
            <a:chOff x="0" y="0"/>
            <a:chExt cx="7340600" cy="10449560"/>
          </a:xfrm>
        </p:grpSpPr>
        <p:sp>
          <p:nvSpPr>
            <p:cNvPr id="12" name="Freeform 12"/>
            <p:cNvSpPr/>
            <p:nvPr/>
          </p:nvSpPr>
          <p:spPr>
            <a:xfrm>
              <a:off x="12700" y="12700"/>
              <a:ext cx="7315200" cy="10424160"/>
            </a:xfrm>
            <a:custGeom>
              <a:avLst/>
              <a:gdLst/>
              <a:ahLst/>
              <a:cxnLst/>
              <a:rect l="l" t="t" r="r" b="b"/>
              <a:pathLst>
                <a:path w="7315200" h="10424160">
                  <a:moveTo>
                    <a:pt x="0" y="0"/>
                  </a:moveTo>
                  <a:lnTo>
                    <a:pt x="7315200" y="0"/>
                  </a:lnTo>
                  <a:lnTo>
                    <a:pt x="7315200" y="10424160"/>
                  </a:lnTo>
                  <a:lnTo>
                    <a:pt x="0" y="10424160"/>
                  </a:lnTo>
                  <a:close/>
                </a:path>
              </a:pathLst>
            </a:custGeom>
            <a:solidFill>
              <a:srgbClr val="E7F0FA"/>
            </a:solidFill>
          </p:spPr>
          <p:txBody>
            <a:bodyPr/>
            <a:lstStyle/>
            <a:p>
              <a:endParaRPr lang="en-GB"/>
            </a:p>
          </p:txBody>
        </p:sp>
        <p:sp>
          <p:nvSpPr>
            <p:cNvPr id="13" name="Freeform 13"/>
            <p:cNvSpPr/>
            <p:nvPr/>
          </p:nvSpPr>
          <p:spPr>
            <a:xfrm>
              <a:off x="0" y="0"/>
              <a:ext cx="7340600" cy="10449560"/>
            </a:xfrm>
            <a:custGeom>
              <a:avLst/>
              <a:gdLst/>
              <a:ahLst/>
              <a:cxnLst/>
              <a:rect l="l" t="t" r="r" b="b"/>
              <a:pathLst>
                <a:path w="7340600" h="10449560">
                  <a:moveTo>
                    <a:pt x="12700" y="0"/>
                  </a:moveTo>
                  <a:lnTo>
                    <a:pt x="7327900" y="0"/>
                  </a:lnTo>
                  <a:cubicBezTo>
                    <a:pt x="7334885" y="0"/>
                    <a:pt x="7340600" y="5715"/>
                    <a:pt x="7340600" y="12700"/>
                  </a:cubicBezTo>
                  <a:lnTo>
                    <a:pt x="7340600" y="10436860"/>
                  </a:lnTo>
                  <a:cubicBezTo>
                    <a:pt x="7340600" y="10443845"/>
                    <a:pt x="7334885" y="10449560"/>
                    <a:pt x="7327900" y="10449560"/>
                  </a:cubicBezTo>
                  <a:lnTo>
                    <a:pt x="12700" y="10449560"/>
                  </a:lnTo>
                  <a:cubicBezTo>
                    <a:pt x="5715" y="10449560"/>
                    <a:pt x="0" y="10443845"/>
                    <a:pt x="0" y="10436860"/>
                  </a:cubicBezTo>
                  <a:lnTo>
                    <a:pt x="0" y="12700"/>
                  </a:lnTo>
                  <a:cubicBezTo>
                    <a:pt x="0" y="5715"/>
                    <a:pt x="5715" y="0"/>
                    <a:pt x="12700" y="0"/>
                  </a:cubicBezTo>
                  <a:moveTo>
                    <a:pt x="12700" y="25400"/>
                  </a:moveTo>
                  <a:lnTo>
                    <a:pt x="12700" y="12700"/>
                  </a:lnTo>
                  <a:lnTo>
                    <a:pt x="25400" y="12700"/>
                  </a:lnTo>
                  <a:lnTo>
                    <a:pt x="25400" y="10436860"/>
                  </a:lnTo>
                  <a:lnTo>
                    <a:pt x="12700" y="10436860"/>
                  </a:lnTo>
                  <a:lnTo>
                    <a:pt x="12700" y="10424160"/>
                  </a:lnTo>
                  <a:lnTo>
                    <a:pt x="7327900" y="10424160"/>
                  </a:lnTo>
                  <a:lnTo>
                    <a:pt x="7327900" y="10436860"/>
                  </a:lnTo>
                  <a:lnTo>
                    <a:pt x="7315200" y="10436860"/>
                  </a:lnTo>
                  <a:lnTo>
                    <a:pt x="7315200" y="12700"/>
                  </a:lnTo>
                  <a:lnTo>
                    <a:pt x="7327900" y="12700"/>
                  </a:lnTo>
                  <a:lnTo>
                    <a:pt x="7327900" y="25400"/>
                  </a:lnTo>
                  <a:lnTo>
                    <a:pt x="12700" y="25400"/>
                  </a:lnTo>
                  <a:close/>
                </a:path>
              </a:pathLst>
            </a:custGeom>
            <a:solidFill>
              <a:srgbClr val="E7F0FA"/>
            </a:solidFill>
          </p:spPr>
          <p:txBody>
            <a:bodyPr/>
            <a:lstStyle/>
            <a:p>
              <a:endParaRPr lang="en-GB"/>
            </a:p>
          </p:txBody>
        </p:sp>
      </p:grpSp>
      <p:grpSp>
        <p:nvGrpSpPr>
          <p:cNvPr id="14" name="Group 14"/>
          <p:cNvGrpSpPr/>
          <p:nvPr/>
        </p:nvGrpSpPr>
        <p:grpSpPr>
          <a:xfrm>
            <a:off x="1409699" y="974634"/>
            <a:ext cx="9696127" cy="3017520"/>
            <a:chOff x="-1" y="0"/>
            <a:chExt cx="12928169" cy="4023360"/>
          </a:xfrm>
        </p:grpSpPr>
        <p:sp>
          <p:nvSpPr>
            <p:cNvPr id="15" name="Freeform 15"/>
            <p:cNvSpPr/>
            <p:nvPr/>
          </p:nvSpPr>
          <p:spPr>
            <a:xfrm>
              <a:off x="0" y="0"/>
              <a:ext cx="12618720" cy="4023360"/>
            </a:xfrm>
            <a:custGeom>
              <a:avLst/>
              <a:gdLst/>
              <a:ahLst/>
              <a:cxnLst/>
              <a:rect l="l" t="t" r="r" b="b"/>
              <a:pathLst>
                <a:path w="12618720" h="4023360">
                  <a:moveTo>
                    <a:pt x="0" y="0"/>
                  </a:moveTo>
                  <a:lnTo>
                    <a:pt x="12618720" y="0"/>
                  </a:lnTo>
                  <a:lnTo>
                    <a:pt x="12618720" y="4023360"/>
                  </a:lnTo>
                  <a:lnTo>
                    <a:pt x="0" y="4023360"/>
                  </a:lnTo>
                  <a:close/>
                </a:path>
              </a:pathLst>
            </a:custGeom>
            <a:blipFill>
              <a:blip r:embed="rId3">
                <a:alphaModFix amt="0"/>
              </a:blip>
              <a:stretch>
                <a:fillRect t="-11112" b="-11112"/>
              </a:stretch>
            </a:blipFill>
          </p:spPr>
          <p:txBody>
            <a:bodyPr/>
            <a:lstStyle/>
            <a:p>
              <a:endParaRPr lang="en-GB"/>
            </a:p>
          </p:txBody>
        </p:sp>
        <p:sp>
          <p:nvSpPr>
            <p:cNvPr id="16" name="TextBox 16"/>
            <p:cNvSpPr txBox="1"/>
            <p:nvPr/>
          </p:nvSpPr>
          <p:spPr>
            <a:xfrm>
              <a:off x="-1" y="0"/>
              <a:ext cx="12928169" cy="4023360"/>
            </a:xfrm>
            <a:prstGeom prst="rect">
              <a:avLst/>
            </a:prstGeom>
          </p:spPr>
          <p:txBody>
            <a:bodyPr lIns="0" tIns="0" rIns="0" bIns="0" rtlCol="0" anchor="ctr"/>
            <a:lstStyle/>
            <a:p>
              <a:pPr algn="l">
                <a:lnSpc>
                  <a:spcPts val="4320"/>
                </a:lnSpc>
              </a:pPr>
              <a:r>
                <a:rPr lang="en-US" sz="3600" b="1">
                  <a:solidFill>
                    <a:srgbClr val="123A63"/>
                  </a:solidFill>
                  <a:latin typeface="Aptos Bold"/>
                  <a:ea typeface="Aptos Bold"/>
                  <a:cs typeface="Aptos Bold"/>
                  <a:sym typeface="Aptos Bold"/>
                </a:rPr>
                <a:t>A CNN-Based Scene</a:t>
              </a:r>
              <a:r>
                <a:rPr lang="zh-CN" altLang="en-US" sz="3600" b="1">
                  <a:solidFill>
                    <a:srgbClr val="123A63"/>
                  </a:solidFill>
                  <a:latin typeface="Aptos Bold"/>
                  <a:ea typeface="Aptos Bold"/>
                  <a:cs typeface="Aptos Bold"/>
                  <a:sym typeface="Aptos Bold"/>
                </a:rPr>
                <a:t> </a:t>
              </a:r>
              <a:endParaRPr lang="en-GB" altLang="zh-CN" sz="3600" b="1">
                <a:solidFill>
                  <a:srgbClr val="123A63"/>
                </a:solidFill>
                <a:latin typeface="Aptos Bold"/>
                <a:ea typeface="Aptos Bold"/>
                <a:cs typeface="Aptos Bold"/>
                <a:sym typeface="Aptos Bold"/>
              </a:endParaRPr>
            </a:p>
            <a:p>
              <a:pPr algn="l">
                <a:lnSpc>
                  <a:spcPts val="4320"/>
                </a:lnSpc>
              </a:pPr>
              <a:r>
                <a:rPr lang="en-US" sz="3600" b="1">
                  <a:solidFill>
                    <a:srgbClr val="123A63"/>
                  </a:solidFill>
                  <a:latin typeface="Aptos Bold"/>
                  <a:ea typeface="Aptos Bold"/>
                  <a:cs typeface="Aptos Bold"/>
                  <a:sym typeface="Aptos Bold"/>
                </a:rPr>
                <a:t>Classification Framework</a:t>
              </a:r>
              <a:r>
                <a:rPr lang="zh-CN" altLang="en-US" sz="3600" b="1">
                  <a:solidFill>
                    <a:srgbClr val="123A63"/>
                  </a:solidFill>
                  <a:latin typeface="Aptos Bold"/>
                  <a:ea typeface="Aptos Bold"/>
                  <a:cs typeface="Aptos Bold"/>
                  <a:sym typeface="Aptos Bold"/>
                </a:rPr>
                <a:t> </a:t>
              </a:r>
              <a:endParaRPr lang="en-GB" altLang="zh-CN" sz="3600" b="1">
                <a:solidFill>
                  <a:srgbClr val="123A63"/>
                </a:solidFill>
                <a:latin typeface="Aptos Bold"/>
                <a:ea typeface="Aptos Bold"/>
                <a:cs typeface="Aptos Bold"/>
                <a:sym typeface="Aptos Bold"/>
              </a:endParaRPr>
            </a:p>
            <a:p>
              <a:pPr algn="l">
                <a:lnSpc>
                  <a:spcPts val="4320"/>
                </a:lnSpc>
              </a:pPr>
              <a:r>
                <a:rPr lang="en-US" sz="3600" b="1">
                  <a:solidFill>
                    <a:srgbClr val="123A63"/>
                  </a:solidFill>
                  <a:latin typeface="Aptos Bold"/>
                  <a:ea typeface="Aptos Bold"/>
                  <a:cs typeface="Aptos Bold"/>
                  <a:sym typeface="Aptos Bold"/>
                </a:rPr>
                <a:t>for Adaptive Line Following</a:t>
              </a:r>
              <a:r>
                <a:rPr lang="zh-CN" altLang="en-US" sz="3600" b="1">
                  <a:solidFill>
                    <a:srgbClr val="123A63"/>
                  </a:solidFill>
                  <a:latin typeface="Aptos Bold"/>
                  <a:ea typeface="Aptos Bold"/>
                  <a:cs typeface="Aptos Bold"/>
                  <a:sym typeface="Aptos Bold"/>
                </a:rPr>
                <a:t> </a:t>
              </a:r>
              <a:endParaRPr lang="en-GB" altLang="zh-CN" sz="3600" b="1">
                <a:solidFill>
                  <a:srgbClr val="123A63"/>
                </a:solidFill>
                <a:latin typeface="Aptos Bold"/>
                <a:ea typeface="Aptos Bold"/>
                <a:cs typeface="Aptos Bold"/>
                <a:sym typeface="Aptos Bold"/>
              </a:endParaRPr>
            </a:p>
            <a:p>
              <a:pPr algn="l">
                <a:lnSpc>
                  <a:spcPts val="4320"/>
                </a:lnSpc>
              </a:pPr>
              <a:r>
                <a:rPr lang="en-US" sz="3600" b="1">
                  <a:solidFill>
                    <a:srgbClr val="123A63"/>
                  </a:solidFill>
                  <a:latin typeface="Aptos Bold"/>
                  <a:ea typeface="Aptos Bold"/>
                  <a:cs typeface="Aptos Bold"/>
                  <a:sym typeface="Aptos Bold"/>
                </a:rPr>
                <a:t>on the </a:t>
              </a:r>
              <a:r>
                <a:rPr lang="en-US" sz="3600" b="1" err="1">
                  <a:solidFill>
                    <a:srgbClr val="123A63"/>
                  </a:solidFill>
                  <a:latin typeface="Aptos Bold"/>
                  <a:ea typeface="Aptos Bold"/>
                  <a:cs typeface="Aptos Bold"/>
                  <a:sym typeface="Aptos Bold"/>
                </a:rPr>
                <a:t>Quanser</a:t>
              </a:r>
              <a:r>
                <a:rPr lang="en-US" sz="3600" b="1">
                  <a:solidFill>
                    <a:srgbClr val="123A63"/>
                  </a:solidFill>
                  <a:latin typeface="Aptos Bold"/>
                  <a:ea typeface="Aptos Bold"/>
                  <a:cs typeface="Aptos Bold"/>
                  <a:sym typeface="Aptos Bold"/>
                </a:rPr>
                <a:t> </a:t>
              </a:r>
              <a:r>
                <a:rPr lang="en-US" sz="3600" b="1" err="1">
                  <a:solidFill>
                    <a:srgbClr val="123A63"/>
                  </a:solidFill>
                  <a:latin typeface="Aptos Bold"/>
                  <a:ea typeface="Aptos Bold"/>
                  <a:cs typeface="Aptos Bold"/>
                  <a:sym typeface="Aptos Bold"/>
                </a:rPr>
                <a:t>QBot</a:t>
              </a:r>
              <a:endParaRPr lang="en-US" sz="3600" b="1">
                <a:solidFill>
                  <a:srgbClr val="123A63"/>
                </a:solidFill>
                <a:latin typeface="Aptos Bold"/>
                <a:ea typeface="Aptos Bold"/>
                <a:cs typeface="Aptos Bold"/>
                <a:sym typeface="Aptos Bold"/>
              </a:endParaRPr>
            </a:p>
          </p:txBody>
        </p:sp>
      </p:grpSp>
      <p:grpSp>
        <p:nvGrpSpPr>
          <p:cNvPr id="17" name="Group 17"/>
          <p:cNvGrpSpPr/>
          <p:nvPr/>
        </p:nvGrpSpPr>
        <p:grpSpPr>
          <a:xfrm>
            <a:off x="1409700" y="4072688"/>
            <a:ext cx="7543800" cy="411480"/>
            <a:chOff x="0" y="0"/>
            <a:chExt cx="10058400" cy="548640"/>
          </a:xfrm>
        </p:grpSpPr>
        <p:sp>
          <p:nvSpPr>
            <p:cNvPr id="18" name="Freeform 18"/>
            <p:cNvSpPr/>
            <p:nvPr/>
          </p:nvSpPr>
          <p:spPr>
            <a:xfrm>
              <a:off x="0" y="0"/>
              <a:ext cx="10058400" cy="548640"/>
            </a:xfrm>
            <a:custGeom>
              <a:avLst/>
              <a:gdLst/>
              <a:ahLst/>
              <a:cxnLst/>
              <a:rect l="l" t="t" r="r" b="b"/>
              <a:pathLst>
                <a:path w="10058400" h="548640">
                  <a:moveTo>
                    <a:pt x="0" y="0"/>
                  </a:moveTo>
                  <a:lnTo>
                    <a:pt x="10058400" y="0"/>
                  </a:lnTo>
                  <a:lnTo>
                    <a:pt x="10058400" y="548640"/>
                  </a:lnTo>
                  <a:lnTo>
                    <a:pt x="0" y="548640"/>
                  </a:lnTo>
                  <a:close/>
                </a:path>
              </a:pathLst>
            </a:custGeom>
            <a:blipFill>
              <a:blip r:embed="rId3">
                <a:alphaModFix amt="0"/>
              </a:blip>
              <a:stretch>
                <a:fillRect t="-307225" b="-307225"/>
              </a:stretch>
            </a:blipFill>
          </p:spPr>
          <p:txBody>
            <a:bodyPr/>
            <a:lstStyle/>
            <a:p>
              <a:endParaRPr lang="en-GB"/>
            </a:p>
          </p:txBody>
        </p:sp>
        <p:sp>
          <p:nvSpPr>
            <p:cNvPr id="19" name="TextBox 19"/>
            <p:cNvSpPr txBox="1"/>
            <p:nvPr/>
          </p:nvSpPr>
          <p:spPr>
            <a:xfrm>
              <a:off x="0" y="0"/>
              <a:ext cx="10058400" cy="548640"/>
            </a:xfrm>
            <a:prstGeom prst="rect">
              <a:avLst/>
            </a:prstGeom>
          </p:spPr>
          <p:txBody>
            <a:bodyPr lIns="0" tIns="0" rIns="0" bIns="0" rtlCol="0" anchor="ctr"/>
            <a:lstStyle/>
            <a:p>
              <a:pPr algn="l">
                <a:lnSpc>
                  <a:spcPts val="3240"/>
                </a:lnSpc>
              </a:pPr>
              <a:r>
                <a:rPr lang="en-US" sz="2700">
                  <a:solidFill>
                    <a:srgbClr val="1F4E79"/>
                  </a:solidFill>
                  <a:latin typeface="Aptos"/>
                  <a:ea typeface="Aptos"/>
                  <a:cs typeface="Aptos"/>
                  <a:sym typeface="Aptos"/>
                </a:rPr>
                <a:t>ENG5337 Team Project Presentation</a:t>
              </a:r>
            </a:p>
          </p:txBody>
        </p:sp>
      </p:grpSp>
      <p:grpSp>
        <p:nvGrpSpPr>
          <p:cNvPr id="20" name="Group 20"/>
          <p:cNvGrpSpPr/>
          <p:nvPr/>
        </p:nvGrpSpPr>
        <p:grpSpPr>
          <a:xfrm>
            <a:off x="1414563" y="4759995"/>
            <a:ext cx="8677365" cy="3409403"/>
            <a:chOff x="-48380" y="-1092096"/>
            <a:chExt cx="11569820" cy="4545871"/>
          </a:xfrm>
        </p:grpSpPr>
        <p:sp>
          <p:nvSpPr>
            <p:cNvPr id="21" name="Freeform 21"/>
            <p:cNvSpPr/>
            <p:nvPr/>
          </p:nvSpPr>
          <p:spPr>
            <a:xfrm>
              <a:off x="0" y="0"/>
              <a:ext cx="11521440" cy="1280160"/>
            </a:xfrm>
            <a:custGeom>
              <a:avLst/>
              <a:gdLst/>
              <a:ahLst/>
              <a:cxnLst/>
              <a:rect l="l" t="t" r="r" b="b"/>
              <a:pathLst>
                <a:path w="11521440" h="1280160">
                  <a:moveTo>
                    <a:pt x="0" y="0"/>
                  </a:moveTo>
                  <a:lnTo>
                    <a:pt x="11521440" y="0"/>
                  </a:lnTo>
                  <a:lnTo>
                    <a:pt x="11521440" y="1280160"/>
                  </a:lnTo>
                  <a:lnTo>
                    <a:pt x="0" y="1280160"/>
                  </a:lnTo>
                  <a:close/>
                </a:path>
              </a:pathLst>
            </a:custGeom>
            <a:blipFill>
              <a:blip r:embed="rId3">
                <a:alphaModFix amt="0"/>
              </a:blip>
              <a:stretch>
                <a:fillRect t="-125365" b="-125365"/>
              </a:stretch>
            </a:blipFill>
          </p:spPr>
          <p:txBody>
            <a:bodyPr/>
            <a:lstStyle/>
            <a:p>
              <a:endParaRPr lang="en-GB"/>
            </a:p>
          </p:txBody>
        </p:sp>
        <p:sp>
          <p:nvSpPr>
            <p:cNvPr id="22" name="TextBox 22"/>
            <p:cNvSpPr txBox="1"/>
            <p:nvPr/>
          </p:nvSpPr>
          <p:spPr>
            <a:xfrm>
              <a:off x="-48380" y="-1092096"/>
              <a:ext cx="11569820" cy="4545871"/>
            </a:xfrm>
            <a:prstGeom prst="rect">
              <a:avLst/>
            </a:prstGeom>
          </p:spPr>
          <p:txBody>
            <a:bodyPr lIns="0" tIns="0" rIns="0" bIns="0" rtlCol="0" anchor="ctr"/>
            <a:lstStyle/>
            <a:p>
              <a:pPr>
                <a:lnSpc>
                  <a:spcPts val="2879"/>
                </a:lnSpc>
              </a:pPr>
              <a:r>
                <a:rPr lang="en-US" sz="2400">
                  <a:solidFill>
                    <a:srgbClr val="667085"/>
                  </a:solidFill>
                  <a:latin typeface="Aptos"/>
                  <a:ea typeface="Aptos"/>
                  <a:cs typeface="Aptos"/>
                  <a:sym typeface="Aptos"/>
                </a:rPr>
                <a:t>Group members: </a:t>
              </a:r>
            </a:p>
            <a:p>
              <a:pPr>
                <a:lnSpc>
                  <a:spcPts val="2879"/>
                </a:lnSpc>
              </a:pPr>
              <a:r>
                <a:rPr lang="en-US" sz="2400">
                  <a:solidFill>
                    <a:srgbClr val="667085"/>
                  </a:solidFill>
                  <a:latin typeface="Aptos"/>
                  <a:ea typeface="Aptos"/>
                  <a:cs typeface="Aptos"/>
                  <a:sym typeface="Aptos"/>
                </a:rPr>
                <a:t>Yunhao Huang, Nev Cohen, Xiaowei Xiao, </a:t>
              </a:r>
            </a:p>
            <a:p>
              <a:pPr>
                <a:lnSpc>
                  <a:spcPts val="2879"/>
                </a:lnSpc>
              </a:pPr>
              <a:r>
                <a:rPr lang="en-US" sz="2400">
                  <a:solidFill>
                    <a:srgbClr val="667085"/>
                  </a:solidFill>
                  <a:latin typeface="Aptos"/>
                  <a:ea typeface="Aptos"/>
                  <a:cs typeface="Aptos"/>
                  <a:sym typeface="Aptos"/>
                </a:rPr>
                <a:t>Karthik </a:t>
              </a:r>
              <a:r>
                <a:rPr lang="en-US" sz="2400" err="1">
                  <a:solidFill>
                    <a:srgbClr val="667085"/>
                  </a:solidFill>
                  <a:latin typeface="Aptos"/>
                  <a:ea typeface="Aptos"/>
                  <a:cs typeface="Aptos"/>
                  <a:sym typeface="Aptos"/>
                </a:rPr>
                <a:t>Mandigiri</a:t>
              </a:r>
              <a:r>
                <a:rPr lang="en-US" sz="2400">
                  <a:solidFill>
                    <a:srgbClr val="667085"/>
                  </a:solidFill>
                  <a:latin typeface="Aptos"/>
                  <a:ea typeface="Aptos"/>
                  <a:cs typeface="Aptos"/>
                  <a:sym typeface="Aptos"/>
                </a:rPr>
                <a:t> , Tao Bai, </a:t>
              </a:r>
              <a:r>
                <a:rPr lang="en-US" sz="2400" err="1">
                  <a:solidFill>
                    <a:srgbClr val="667085"/>
                  </a:solidFill>
                  <a:latin typeface="Aptos"/>
                  <a:ea typeface="Aptos"/>
                  <a:cs typeface="Aptos"/>
                  <a:sym typeface="Aptos"/>
                </a:rPr>
                <a:t>Yaocheng</a:t>
              </a:r>
              <a:r>
                <a:rPr lang="en-US" sz="2400">
                  <a:solidFill>
                    <a:srgbClr val="667085"/>
                  </a:solidFill>
                  <a:latin typeface="Aptos"/>
                  <a:ea typeface="Aptos"/>
                  <a:cs typeface="Aptos"/>
                  <a:sym typeface="Aptos"/>
                </a:rPr>
                <a:t> Wan, </a:t>
              </a:r>
            </a:p>
            <a:p>
              <a:pPr>
                <a:lnSpc>
                  <a:spcPts val="2879"/>
                </a:lnSpc>
              </a:pPr>
              <a:r>
                <a:rPr lang="en-US" sz="2400">
                  <a:solidFill>
                    <a:srgbClr val="667085"/>
                  </a:solidFill>
                  <a:latin typeface="Aptos"/>
                  <a:ea typeface="Aptos"/>
                  <a:cs typeface="Aptos"/>
                  <a:sym typeface="Aptos"/>
                </a:rPr>
                <a:t>Sheng Ruan</a:t>
              </a:r>
              <a:endParaRPr lang="en-US" sz="2400">
                <a:solidFill>
                  <a:srgbClr val="667085"/>
                </a:solidFill>
                <a:latin typeface="Aptos"/>
                <a:ea typeface="Aptos"/>
                <a:cs typeface="Aptos"/>
              </a:endParaRPr>
            </a:p>
            <a:p>
              <a:pPr>
                <a:lnSpc>
                  <a:spcPts val="2879"/>
                </a:lnSpc>
              </a:pPr>
              <a:endParaRPr lang="en-US" sz="2400">
                <a:solidFill>
                  <a:srgbClr val="667085"/>
                </a:solidFill>
                <a:latin typeface="Aptos"/>
                <a:sym typeface="Aptos"/>
              </a:endParaRPr>
            </a:p>
            <a:p>
              <a:pPr>
                <a:lnSpc>
                  <a:spcPts val="2879"/>
                </a:lnSpc>
              </a:pPr>
              <a:r>
                <a:rPr lang="en-US" sz="2400">
                  <a:solidFill>
                    <a:srgbClr val="667085"/>
                  </a:solidFill>
                  <a:latin typeface="Aptos"/>
                  <a:sym typeface="Aptos"/>
                </a:rPr>
                <a:t>Student IDs: </a:t>
              </a:r>
              <a:endParaRPr lang="en-GB" sz="2400">
                <a:solidFill>
                  <a:srgbClr val="667085"/>
                </a:solidFill>
                <a:latin typeface="Aptos"/>
                <a:ea typeface="Calibri"/>
                <a:cs typeface="Calibri"/>
                <a:sym typeface="Aptos"/>
              </a:endParaRPr>
            </a:p>
            <a:p>
              <a:pPr>
                <a:lnSpc>
                  <a:spcPts val="2879"/>
                </a:lnSpc>
              </a:pPr>
              <a:r>
                <a:rPr lang="en-US" sz="2400">
                  <a:solidFill>
                    <a:srgbClr val="667085"/>
                  </a:solidFill>
                  <a:latin typeface="Aptos"/>
                  <a:sym typeface="Aptos"/>
                </a:rPr>
                <a:t>3132056H, 2365006C, 3092768X, </a:t>
              </a:r>
              <a:endParaRPr lang="en-GB" sz="2400">
                <a:solidFill>
                  <a:srgbClr val="667085"/>
                </a:solidFill>
                <a:latin typeface="Aptos"/>
                <a:ea typeface="Calibri"/>
                <a:cs typeface="Calibri"/>
                <a:sym typeface="Aptos"/>
              </a:endParaRPr>
            </a:p>
            <a:p>
              <a:pPr>
                <a:lnSpc>
                  <a:spcPts val="2879"/>
                </a:lnSpc>
              </a:pPr>
              <a:r>
                <a:rPr lang="en-US" sz="2400">
                  <a:solidFill>
                    <a:srgbClr val="667085"/>
                  </a:solidFill>
                  <a:latin typeface="Aptos"/>
                  <a:sym typeface="Aptos"/>
                </a:rPr>
                <a:t>3155271M</a:t>
              </a:r>
              <a:r>
                <a:rPr lang="en-US" sz="2400">
                  <a:solidFill>
                    <a:srgbClr val="667085"/>
                  </a:solidFill>
                  <a:latin typeface="Aptos"/>
                </a:rPr>
                <a:t>, </a:t>
              </a:r>
              <a:r>
                <a:rPr lang="en-GB" sz="2400">
                  <a:solidFill>
                    <a:srgbClr val="667085"/>
                  </a:solidFill>
                  <a:latin typeface="Aptos"/>
                </a:rPr>
                <a:t>3163950B, 3117486W, </a:t>
              </a:r>
              <a:endParaRPr lang="en-GB" sz="2400">
                <a:solidFill>
                  <a:srgbClr val="667085"/>
                </a:solidFill>
                <a:latin typeface="Aptos"/>
                <a:ea typeface="Calibri"/>
                <a:cs typeface="Calibri"/>
              </a:endParaRPr>
            </a:p>
            <a:p>
              <a:pPr>
                <a:lnSpc>
                  <a:spcPts val="2879"/>
                </a:lnSpc>
              </a:pPr>
              <a:r>
                <a:rPr lang="en-GB" sz="2400">
                  <a:solidFill>
                    <a:srgbClr val="667085"/>
                  </a:solidFill>
                  <a:latin typeface="Aptos"/>
                </a:rPr>
                <a:t>3149157R</a:t>
              </a:r>
              <a:endParaRPr lang="en-GB" sz="2400">
                <a:solidFill>
                  <a:srgbClr val="667085"/>
                </a:solidFill>
                <a:latin typeface="Aptos"/>
                <a:ea typeface="Calibri"/>
                <a:cs typeface="Calibri"/>
              </a:endParaRPr>
            </a:p>
          </p:txBody>
        </p:sp>
      </p:grpSp>
      <p:grpSp>
        <p:nvGrpSpPr>
          <p:cNvPr id="23" name="Group 23"/>
          <p:cNvGrpSpPr/>
          <p:nvPr/>
        </p:nvGrpSpPr>
        <p:grpSpPr>
          <a:xfrm>
            <a:off x="12540615" y="1499235"/>
            <a:ext cx="4476750" cy="6465570"/>
            <a:chOff x="0" y="0"/>
            <a:chExt cx="5969000" cy="8620760"/>
          </a:xfrm>
        </p:grpSpPr>
        <p:sp>
          <p:nvSpPr>
            <p:cNvPr id="24" name="Freeform 24"/>
            <p:cNvSpPr/>
            <p:nvPr/>
          </p:nvSpPr>
          <p:spPr>
            <a:xfrm>
              <a:off x="12700" y="12700"/>
              <a:ext cx="5943600" cy="8595360"/>
            </a:xfrm>
            <a:custGeom>
              <a:avLst/>
              <a:gdLst/>
              <a:ahLst/>
              <a:cxnLst/>
              <a:rect l="l" t="t" r="r" b="b"/>
              <a:pathLst>
                <a:path w="5943600" h="8595360">
                  <a:moveTo>
                    <a:pt x="0" y="991870"/>
                  </a:moveTo>
                  <a:cubicBezTo>
                    <a:pt x="0" y="444119"/>
                    <a:pt x="443484" y="0"/>
                    <a:pt x="990600" y="0"/>
                  </a:cubicBezTo>
                  <a:lnTo>
                    <a:pt x="4953000" y="0"/>
                  </a:lnTo>
                  <a:cubicBezTo>
                    <a:pt x="5500116" y="0"/>
                    <a:pt x="5943600" y="444119"/>
                    <a:pt x="5943600" y="991870"/>
                  </a:cubicBezTo>
                  <a:lnTo>
                    <a:pt x="5943600" y="7603490"/>
                  </a:lnTo>
                  <a:cubicBezTo>
                    <a:pt x="5943600" y="8151368"/>
                    <a:pt x="5500116" y="8595360"/>
                    <a:pt x="4953000" y="8595360"/>
                  </a:cubicBezTo>
                  <a:lnTo>
                    <a:pt x="990600" y="8595360"/>
                  </a:lnTo>
                  <a:cubicBezTo>
                    <a:pt x="443484" y="8595360"/>
                    <a:pt x="0" y="8151241"/>
                    <a:pt x="0" y="7603490"/>
                  </a:cubicBezTo>
                  <a:close/>
                </a:path>
              </a:pathLst>
            </a:custGeom>
            <a:solidFill>
              <a:srgbClr val="FFFFFF"/>
            </a:solidFill>
          </p:spPr>
          <p:txBody>
            <a:bodyPr/>
            <a:lstStyle/>
            <a:p>
              <a:endParaRPr lang="en-GB"/>
            </a:p>
          </p:txBody>
        </p:sp>
        <p:sp>
          <p:nvSpPr>
            <p:cNvPr id="25" name="Freeform 25"/>
            <p:cNvSpPr/>
            <p:nvPr/>
          </p:nvSpPr>
          <p:spPr>
            <a:xfrm>
              <a:off x="0" y="0"/>
              <a:ext cx="5969000" cy="8620760"/>
            </a:xfrm>
            <a:custGeom>
              <a:avLst/>
              <a:gdLst/>
              <a:ahLst/>
              <a:cxnLst/>
              <a:rect l="l" t="t" r="r" b="b"/>
              <a:pathLst>
                <a:path w="5969000" h="8620760">
                  <a:moveTo>
                    <a:pt x="0" y="1004570"/>
                  </a:moveTo>
                  <a:cubicBezTo>
                    <a:pt x="0" y="449834"/>
                    <a:pt x="449199" y="0"/>
                    <a:pt x="1003300" y="0"/>
                  </a:cubicBezTo>
                  <a:lnTo>
                    <a:pt x="4965700" y="0"/>
                  </a:lnTo>
                  <a:lnTo>
                    <a:pt x="4965700" y="12700"/>
                  </a:lnTo>
                  <a:lnTo>
                    <a:pt x="4965700" y="0"/>
                  </a:lnTo>
                  <a:cubicBezTo>
                    <a:pt x="5519801" y="0"/>
                    <a:pt x="5969000" y="449834"/>
                    <a:pt x="5969000" y="1004570"/>
                  </a:cubicBezTo>
                  <a:lnTo>
                    <a:pt x="5969000" y="7616190"/>
                  </a:lnTo>
                  <a:lnTo>
                    <a:pt x="5956300" y="7616190"/>
                  </a:lnTo>
                  <a:lnTo>
                    <a:pt x="5969000" y="7616190"/>
                  </a:lnTo>
                  <a:cubicBezTo>
                    <a:pt x="5969000" y="8171053"/>
                    <a:pt x="5519801" y="8620760"/>
                    <a:pt x="4965700" y="8620760"/>
                  </a:cubicBezTo>
                  <a:lnTo>
                    <a:pt x="4965700" y="8608060"/>
                  </a:lnTo>
                  <a:lnTo>
                    <a:pt x="4965700" y="8620760"/>
                  </a:lnTo>
                  <a:lnTo>
                    <a:pt x="1003300" y="8620760"/>
                  </a:lnTo>
                  <a:lnTo>
                    <a:pt x="1003300" y="8608060"/>
                  </a:lnTo>
                  <a:lnTo>
                    <a:pt x="1003300" y="8620760"/>
                  </a:lnTo>
                  <a:cubicBezTo>
                    <a:pt x="449199" y="8620760"/>
                    <a:pt x="0" y="8170926"/>
                    <a:pt x="0" y="7616190"/>
                  </a:cubicBezTo>
                  <a:lnTo>
                    <a:pt x="0" y="1004570"/>
                  </a:lnTo>
                  <a:lnTo>
                    <a:pt x="12700" y="1004570"/>
                  </a:lnTo>
                  <a:lnTo>
                    <a:pt x="0" y="1004570"/>
                  </a:lnTo>
                  <a:moveTo>
                    <a:pt x="25400" y="1004570"/>
                  </a:moveTo>
                  <a:lnTo>
                    <a:pt x="25400" y="7616190"/>
                  </a:lnTo>
                  <a:lnTo>
                    <a:pt x="12700" y="7616190"/>
                  </a:lnTo>
                  <a:lnTo>
                    <a:pt x="25400" y="7616190"/>
                  </a:lnTo>
                  <a:cubicBezTo>
                    <a:pt x="25400" y="8156956"/>
                    <a:pt x="463296" y="8595360"/>
                    <a:pt x="1003300" y="8595360"/>
                  </a:cubicBezTo>
                  <a:lnTo>
                    <a:pt x="4965700" y="8595360"/>
                  </a:lnTo>
                  <a:cubicBezTo>
                    <a:pt x="5505831" y="8595360"/>
                    <a:pt x="5943600" y="8156956"/>
                    <a:pt x="5943600" y="7616190"/>
                  </a:cubicBezTo>
                  <a:lnTo>
                    <a:pt x="5943600" y="1004570"/>
                  </a:lnTo>
                  <a:lnTo>
                    <a:pt x="5956300" y="1004570"/>
                  </a:lnTo>
                  <a:lnTo>
                    <a:pt x="5943600" y="1004570"/>
                  </a:lnTo>
                  <a:cubicBezTo>
                    <a:pt x="5943600" y="463804"/>
                    <a:pt x="5505704" y="25400"/>
                    <a:pt x="4965700" y="25400"/>
                  </a:cubicBezTo>
                  <a:lnTo>
                    <a:pt x="1003300" y="25400"/>
                  </a:lnTo>
                  <a:lnTo>
                    <a:pt x="1003300" y="12700"/>
                  </a:lnTo>
                  <a:lnTo>
                    <a:pt x="1003300" y="25400"/>
                  </a:lnTo>
                  <a:cubicBezTo>
                    <a:pt x="463296" y="25400"/>
                    <a:pt x="25400" y="463804"/>
                    <a:pt x="25400" y="1004570"/>
                  </a:cubicBezTo>
                  <a:close/>
                </a:path>
              </a:pathLst>
            </a:custGeom>
            <a:solidFill>
              <a:srgbClr val="C9D7E6"/>
            </a:solidFill>
          </p:spPr>
          <p:txBody>
            <a:bodyPr/>
            <a:lstStyle/>
            <a:p>
              <a:endParaRPr lang="en-GB"/>
            </a:p>
          </p:txBody>
        </p:sp>
      </p:grpSp>
      <p:grpSp>
        <p:nvGrpSpPr>
          <p:cNvPr id="26" name="Group 26"/>
          <p:cNvGrpSpPr/>
          <p:nvPr/>
        </p:nvGrpSpPr>
        <p:grpSpPr>
          <a:xfrm>
            <a:off x="17282160" y="9834372"/>
            <a:ext cx="411480" cy="219456"/>
            <a:chOff x="0" y="0"/>
            <a:chExt cx="548640" cy="292608"/>
          </a:xfrm>
        </p:grpSpPr>
        <p:sp>
          <p:nvSpPr>
            <p:cNvPr id="27" name="Freeform 27"/>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28" name="TextBox 28"/>
            <p:cNvSpPr txBox="1"/>
            <p:nvPr/>
          </p:nvSpPr>
          <p:spPr>
            <a:xfrm>
              <a:off x="0" y="-9525"/>
              <a:ext cx="548640" cy="302133"/>
            </a:xfrm>
            <a:prstGeom prst="rect">
              <a:avLst/>
            </a:prstGeom>
          </p:spPr>
          <p:txBody>
            <a:bodyPr lIns="0" tIns="0" rIns="0" bIns="0" rtlCol="0" anchor="ctr"/>
            <a:lstStyle/>
            <a:p>
              <a:pPr algn="r">
                <a:lnSpc>
                  <a:spcPts val="1620"/>
                </a:lnSpc>
              </a:pPr>
              <a:r>
                <a:rPr lang="en-US" sz="1350">
                  <a:solidFill>
                    <a:srgbClr val="667085"/>
                  </a:solidFill>
                  <a:latin typeface="Aptos"/>
                  <a:ea typeface="Aptos"/>
                  <a:cs typeface="Aptos"/>
                  <a:sym typeface="Aptos"/>
                </a:rPr>
                <a:t>1</a:t>
              </a:r>
            </a:p>
          </p:txBody>
        </p:sp>
      </p:grpSp>
      <p:pic>
        <p:nvPicPr>
          <p:cNvPr id="29" name="Picture 28" descr="A screenshot of a device&#10;&#10;AI-generated content may be incorrect.">
            <a:extLst>
              <a:ext uri="{FF2B5EF4-FFF2-40B4-BE49-F238E27FC236}">
                <a16:creationId xmlns:a16="http://schemas.microsoft.com/office/drawing/2014/main" id="{EE8C7920-E945-35FD-EE01-E9185BCDEA9C}"/>
              </a:ext>
            </a:extLst>
          </p:cNvPr>
          <p:cNvPicPr>
            <a:picLocks noChangeAspect="1"/>
          </p:cNvPicPr>
          <p:nvPr/>
        </p:nvPicPr>
        <p:blipFill>
          <a:blip r:embed="rId4"/>
          <a:stretch>
            <a:fillRect/>
          </a:stretch>
        </p:blipFill>
        <p:spPr>
          <a:xfrm>
            <a:off x="12537141" y="1487581"/>
            <a:ext cx="4475630" cy="6471397"/>
          </a:xfrm>
          <a:prstGeom prst="rect">
            <a:avLst/>
          </a:prstGeom>
        </p:spPr>
      </p:pic>
      <p:sp>
        <p:nvSpPr>
          <p:cNvPr id="30" name="TextBox 10">
            <a:extLst>
              <a:ext uri="{FF2B5EF4-FFF2-40B4-BE49-F238E27FC236}">
                <a16:creationId xmlns:a16="http://schemas.microsoft.com/office/drawing/2014/main" id="{F3274A01-ED73-138C-8C93-0C2B792F586E}"/>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6593" cy="499110"/>
            <a:chOff x="0" y="0"/>
            <a:chExt cx="24408790" cy="665480"/>
          </a:xfrm>
        </p:grpSpPr>
        <p:sp>
          <p:nvSpPr>
            <p:cNvPr id="3" name="Freeform 3"/>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p:cNvGrpSpPr/>
          <p:nvPr/>
        </p:nvGrpSpPr>
        <p:grpSpPr>
          <a:xfrm>
            <a:off x="-9525" y="9797415"/>
            <a:ext cx="18306593" cy="499110"/>
            <a:chOff x="0" y="0"/>
            <a:chExt cx="24408790" cy="665480"/>
          </a:xfrm>
        </p:grpSpPr>
        <p:sp>
          <p:nvSpPr>
            <p:cNvPr id="6" name="Freeform 6"/>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p:cNvGrpSpPr/>
          <p:nvPr/>
        </p:nvGrpSpPr>
        <p:grpSpPr>
          <a:xfrm>
            <a:off x="754380" y="754380"/>
            <a:ext cx="13441680" cy="685800"/>
            <a:chOff x="0" y="0"/>
            <a:chExt cx="17922240" cy="914400"/>
          </a:xfrm>
        </p:grpSpPr>
        <p:sp>
          <p:nvSpPr>
            <p:cNvPr id="12" name="Freeform 12"/>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Problem and Motivation</a:t>
              </a:r>
            </a:p>
          </p:txBody>
        </p:sp>
      </p:grpSp>
      <p:sp>
        <p:nvSpPr>
          <p:cNvPr id="15" name="Freeform 15"/>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17" name="Group 17"/>
          <p:cNvGrpSpPr/>
          <p:nvPr/>
        </p:nvGrpSpPr>
        <p:grpSpPr>
          <a:xfrm>
            <a:off x="950595" y="2116455"/>
            <a:ext cx="5368290" cy="6739890"/>
            <a:chOff x="0" y="0"/>
            <a:chExt cx="7157720" cy="8986520"/>
          </a:xfrm>
        </p:grpSpPr>
        <p:sp>
          <p:nvSpPr>
            <p:cNvPr id="18" name="Freeform 18"/>
            <p:cNvSpPr/>
            <p:nvPr/>
          </p:nvSpPr>
          <p:spPr>
            <a:xfrm>
              <a:off x="12700" y="12700"/>
              <a:ext cx="7132320" cy="8961120"/>
            </a:xfrm>
            <a:custGeom>
              <a:avLst/>
              <a:gdLst/>
              <a:ahLst/>
              <a:cxnLst/>
              <a:rect l="l" t="t" r="r" b="b"/>
              <a:pathLst>
                <a:path w="7132320" h="8961120">
                  <a:moveTo>
                    <a:pt x="0" y="146431"/>
                  </a:moveTo>
                  <a:cubicBezTo>
                    <a:pt x="0" y="65532"/>
                    <a:pt x="65532" y="0"/>
                    <a:pt x="146304" y="0"/>
                  </a:cubicBezTo>
                  <a:lnTo>
                    <a:pt x="6986016" y="0"/>
                  </a:lnTo>
                  <a:cubicBezTo>
                    <a:pt x="7066788" y="0"/>
                    <a:pt x="7132320" y="65532"/>
                    <a:pt x="7132320" y="146431"/>
                  </a:cubicBezTo>
                  <a:lnTo>
                    <a:pt x="7132320" y="8814689"/>
                  </a:lnTo>
                  <a:cubicBezTo>
                    <a:pt x="7132320" y="8895588"/>
                    <a:pt x="7066788" y="8961120"/>
                    <a:pt x="6986016" y="8961120"/>
                  </a:cubicBezTo>
                  <a:lnTo>
                    <a:pt x="146304" y="8961120"/>
                  </a:lnTo>
                  <a:cubicBezTo>
                    <a:pt x="65532" y="8961120"/>
                    <a:pt x="0" y="8895588"/>
                    <a:pt x="0" y="8814689"/>
                  </a:cubicBezTo>
                  <a:close/>
                </a:path>
              </a:pathLst>
            </a:custGeom>
            <a:solidFill>
              <a:srgbClr val="FFFFFF"/>
            </a:solidFill>
          </p:spPr>
          <p:txBody>
            <a:bodyPr/>
            <a:lstStyle/>
            <a:p>
              <a:endParaRPr lang="en-GB"/>
            </a:p>
          </p:txBody>
        </p:sp>
        <p:sp>
          <p:nvSpPr>
            <p:cNvPr id="19" name="Freeform 19"/>
            <p:cNvSpPr/>
            <p:nvPr/>
          </p:nvSpPr>
          <p:spPr>
            <a:xfrm>
              <a:off x="0" y="0"/>
              <a:ext cx="7157720" cy="8986520"/>
            </a:xfrm>
            <a:custGeom>
              <a:avLst/>
              <a:gdLst/>
              <a:ahLst/>
              <a:cxnLst/>
              <a:rect l="l" t="t" r="r" b="b"/>
              <a:pathLst>
                <a:path w="7157720" h="8986520">
                  <a:moveTo>
                    <a:pt x="0" y="159131"/>
                  </a:moveTo>
                  <a:cubicBezTo>
                    <a:pt x="0" y="71247"/>
                    <a:pt x="71120" y="0"/>
                    <a:pt x="159004" y="0"/>
                  </a:cubicBezTo>
                  <a:lnTo>
                    <a:pt x="6998716" y="0"/>
                  </a:lnTo>
                  <a:lnTo>
                    <a:pt x="6998716" y="12700"/>
                  </a:lnTo>
                  <a:lnTo>
                    <a:pt x="6998716" y="0"/>
                  </a:lnTo>
                  <a:cubicBezTo>
                    <a:pt x="7086600" y="0"/>
                    <a:pt x="7157720" y="71247"/>
                    <a:pt x="7157720" y="159131"/>
                  </a:cubicBezTo>
                  <a:lnTo>
                    <a:pt x="7145020" y="159131"/>
                  </a:lnTo>
                  <a:lnTo>
                    <a:pt x="7157720" y="159131"/>
                  </a:lnTo>
                  <a:lnTo>
                    <a:pt x="7157720" y="8827389"/>
                  </a:lnTo>
                  <a:lnTo>
                    <a:pt x="7145020" y="8827389"/>
                  </a:lnTo>
                  <a:lnTo>
                    <a:pt x="7157720" y="8827389"/>
                  </a:lnTo>
                  <a:cubicBezTo>
                    <a:pt x="7157720" y="8915273"/>
                    <a:pt x="7086600" y="8986520"/>
                    <a:pt x="6998715" y="8986520"/>
                  </a:cubicBezTo>
                  <a:lnTo>
                    <a:pt x="6998715" y="8973820"/>
                  </a:lnTo>
                  <a:lnTo>
                    <a:pt x="6998715" y="8986520"/>
                  </a:lnTo>
                  <a:lnTo>
                    <a:pt x="159004" y="8986520"/>
                  </a:lnTo>
                  <a:lnTo>
                    <a:pt x="159004" y="8973820"/>
                  </a:lnTo>
                  <a:lnTo>
                    <a:pt x="159004" y="8986520"/>
                  </a:lnTo>
                  <a:cubicBezTo>
                    <a:pt x="71120" y="8986520"/>
                    <a:pt x="0" y="8915273"/>
                    <a:pt x="0" y="8827389"/>
                  </a:cubicBezTo>
                  <a:lnTo>
                    <a:pt x="0" y="159131"/>
                  </a:lnTo>
                  <a:lnTo>
                    <a:pt x="12700" y="159131"/>
                  </a:lnTo>
                  <a:lnTo>
                    <a:pt x="0" y="159131"/>
                  </a:lnTo>
                  <a:moveTo>
                    <a:pt x="25400" y="159131"/>
                  </a:moveTo>
                  <a:lnTo>
                    <a:pt x="25400" y="8827389"/>
                  </a:lnTo>
                  <a:lnTo>
                    <a:pt x="12700" y="8827389"/>
                  </a:lnTo>
                  <a:lnTo>
                    <a:pt x="25400" y="8827389"/>
                  </a:lnTo>
                  <a:cubicBezTo>
                    <a:pt x="25400" y="8901176"/>
                    <a:pt x="85217" y="8961120"/>
                    <a:pt x="159004" y="8961120"/>
                  </a:cubicBezTo>
                  <a:lnTo>
                    <a:pt x="6998716" y="8961120"/>
                  </a:lnTo>
                  <a:cubicBezTo>
                    <a:pt x="7072503" y="8961120"/>
                    <a:pt x="7132320" y="8901303"/>
                    <a:pt x="7132320" y="8827389"/>
                  </a:cubicBezTo>
                  <a:lnTo>
                    <a:pt x="7132320" y="159131"/>
                  </a:lnTo>
                  <a:cubicBezTo>
                    <a:pt x="7132320" y="85217"/>
                    <a:pt x="7072503" y="25400"/>
                    <a:pt x="699871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20" name="Group 20"/>
          <p:cNvGrpSpPr/>
          <p:nvPr/>
        </p:nvGrpSpPr>
        <p:grpSpPr>
          <a:xfrm>
            <a:off x="950595" y="2116455"/>
            <a:ext cx="183642" cy="6739890"/>
            <a:chOff x="0" y="0"/>
            <a:chExt cx="244856" cy="8986520"/>
          </a:xfrm>
        </p:grpSpPr>
        <p:sp>
          <p:nvSpPr>
            <p:cNvPr id="21" name="Freeform 21"/>
            <p:cNvSpPr/>
            <p:nvPr/>
          </p:nvSpPr>
          <p:spPr>
            <a:xfrm>
              <a:off x="12700" y="12700"/>
              <a:ext cx="219456" cy="8961120"/>
            </a:xfrm>
            <a:custGeom>
              <a:avLst/>
              <a:gdLst/>
              <a:ahLst/>
              <a:cxnLst/>
              <a:rect l="l" t="t" r="r" b="b"/>
              <a:pathLst>
                <a:path w="219456" h="8961120">
                  <a:moveTo>
                    <a:pt x="0" y="0"/>
                  </a:moveTo>
                  <a:lnTo>
                    <a:pt x="219456" y="0"/>
                  </a:lnTo>
                  <a:lnTo>
                    <a:pt x="219456" y="8961120"/>
                  </a:lnTo>
                  <a:lnTo>
                    <a:pt x="0" y="8961120"/>
                  </a:lnTo>
                  <a:close/>
                </a:path>
              </a:pathLst>
            </a:custGeom>
            <a:solidFill>
              <a:srgbClr val="1F4E79"/>
            </a:solidFill>
          </p:spPr>
          <p:txBody>
            <a:bodyPr/>
            <a:lstStyle/>
            <a:p>
              <a:endParaRPr lang="en-GB"/>
            </a:p>
          </p:txBody>
        </p:sp>
        <p:sp>
          <p:nvSpPr>
            <p:cNvPr id="22" name="Freeform 22"/>
            <p:cNvSpPr/>
            <p:nvPr/>
          </p:nvSpPr>
          <p:spPr>
            <a:xfrm>
              <a:off x="0" y="0"/>
              <a:ext cx="244856" cy="8986520"/>
            </a:xfrm>
            <a:custGeom>
              <a:avLst/>
              <a:gdLst/>
              <a:ahLst/>
              <a:cxnLst/>
              <a:rect l="l" t="t" r="r" b="b"/>
              <a:pathLst>
                <a:path w="244856" h="8986520">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1F4E79"/>
            </a:solidFill>
          </p:spPr>
          <p:txBody>
            <a:bodyPr/>
            <a:lstStyle/>
            <a:p>
              <a:endParaRPr lang="en-GB"/>
            </a:p>
          </p:txBody>
        </p:sp>
      </p:grpSp>
      <p:grpSp>
        <p:nvGrpSpPr>
          <p:cNvPr id="23" name="Group 23"/>
          <p:cNvGrpSpPr/>
          <p:nvPr/>
        </p:nvGrpSpPr>
        <p:grpSpPr>
          <a:xfrm>
            <a:off x="1261872" y="2263140"/>
            <a:ext cx="4965192" cy="411480"/>
            <a:chOff x="0" y="0"/>
            <a:chExt cx="6620256" cy="548640"/>
          </a:xfrm>
        </p:grpSpPr>
        <p:sp>
          <p:nvSpPr>
            <p:cNvPr id="24" name="Freeform 24"/>
            <p:cNvSpPr/>
            <p:nvPr/>
          </p:nvSpPr>
          <p:spPr>
            <a:xfrm>
              <a:off x="0" y="0"/>
              <a:ext cx="6620256" cy="548640"/>
            </a:xfrm>
            <a:custGeom>
              <a:avLst/>
              <a:gdLst/>
              <a:ahLst/>
              <a:cxnLst/>
              <a:rect l="l" t="t" r="r" b="b"/>
              <a:pathLst>
                <a:path w="6620256" h="548640">
                  <a:moveTo>
                    <a:pt x="0" y="0"/>
                  </a:moveTo>
                  <a:lnTo>
                    <a:pt x="6620256" y="0"/>
                  </a:lnTo>
                  <a:lnTo>
                    <a:pt x="6620256" y="548640"/>
                  </a:lnTo>
                  <a:lnTo>
                    <a:pt x="0" y="548640"/>
                  </a:lnTo>
                  <a:close/>
                </a:path>
              </a:pathLst>
            </a:custGeom>
            <a:blipFill>
              <a:blip r:embed="rId3">
                <a:alphaModFix amt="0"/>
              </a:blip>
              <a:stretch>
                <a:fillRect t="-185119" b="-185119"/>
              </a:stretch>
            </a:blipFill>
          </p:spPr>
          <p:txBody>
            <a:bodyPr/>
            <a:lstStyle/>
            <a:p>
              <a:endParaRPr lang="en-GB"/>
            </a:p>
          </p:txBody>
        </p:sp>
        <p:sp>
          <p:nvSpPr>
            <p:cNvPr id="25" name="TextBox 25"/>
            <p:cNvSpPr txBox="1"/>
            <p:nvPr/>
          </p:nvSpPr>
          <p:spPr>
            <a:xfrm>
              <a:off x="0" y="0"/>
              <a:ext cx="6620256" cy="548640"/>
            </a:xfrm>
            <a:prstGeom prst="rect">
              <a:avLst/>
            </a:prstGeom>
          </p:spPr>
          <p:txBody>
            <a:bodyPr lIns="0" tIns="0" rIns="0" bIns="0" rtlCol="0" anchor="ctr"/>
            <a:lstStyle/>
            <a:p>
              <a:pPr algn="l">
                <a:lnSpc>
                  <a:spcPts val="3060"/>
                </a:lnSpc>
              </a:pPr>
              <a:r>
                <a:rPr lang="en-US" sz="2550" b="1">
                  <a:solidFill>
                    <a:srgbClr val="123A63"/>
                  </a:solidFill>
                  <a:latin typeface="Aptos Bold"/>
                  <a:ea typeface="Aptos Bold"/>
                  <a:cs typeface="Aptos Bold"/>
                  <a:sym typeface="Aptos Bold"/>
                </a:rPr>
                <a:t>Task</a:t>
              </a:r>
            </a:p>
          </p:txBody>
        </p:sp>
      </p:grpSp>
      <p:sp>
        <p:nvSpPr>
          <p:cNvPr id="26" name="TextBox 26"/>
          <p:cNvSpPr txBox="1"/>
          <p:nvPr/>
        </p:nvSpPr>
        <p:spPr>
          <a:xfrm>
            <a:off x="1207513" y="2743705"/>
            <a:ext cx="4964173" cy="3323987"/>
          </a:xfrm>
          <a:prstGeom prst="rect">
            <a:avLst/>
          </a:prstGeom>
        </p:spPr>
        <p:txBody>
          <a:bodyPr lIns="0" tIns="0" rIns="0" bIns="0" rtlCol="0" anchor="t">
            <a:spAutoFit/>
          </a:bodyPr>
          <a:lstStyle/>
          <a:p>
            <a:pPr>
              <a:buFont typeface="Arial"/>
              <a:buChar char="•"/>
            </a:pPr>
            <a:r>
              <a:rPr lang="en-US" sz="2400">
                <a:solidFill>
                  <a:srgbClr val="1F2933"/>
                </a:solidFill>
                <a:ea typeface="+mn-lt"/>
                <a:cs typeface="+mn-lt"/>
                <a:sym typeface="Aptos"/>
              </a:rPr>
              <a:t>Robustly follow warehouse floor lines in the </a:t>
            </a:r>
            <a:r>
              <a:rPr lang="en-US" sz="2400" err="1">
                <a:solidFill>
                  <a:srgbClr val="1F2933"/>
                </a:solidFill>
                <a:ea typeface="+mn-lt"/>
                <a:cs typeface="+mn-lt"/>
                <a:sym typeface="Aptos"/>
              </a:rPr>
              <a:t>Quanser</a:t>
            </a:r>
            <a:r>
              <a:rPr lang="en-US" sz="2400">
                <a:solidFill>
                  <a:srgbClr val="1F2933"/>
                </a:solidFill>
                <a:ea typeface="+mn-lt"/>
                <a:cs typeface="+mn-lt"/>
                <a:sym typeface="Aptos"/>
              </a:rPr>
              <a:t> simulated environment.</a:t>
            </a:r>
            <a:endParaRPr lang="en-US">
              <a:solidFill>
                <a:srgbClr val="000000"/>
              </a:solidFill>
              <a:ea typeface="+mn-lt"/>
              <a:cs typeface="+mn-lt"/>
            </a:endParaRPr>
          </a:p>
          <a:p>
            <a:pPr>
              <a:buFont typeface="Arial"/>
              <a:buChar char="•"/>
            </a:pPr>
            <a:endParaRPr lang="en-US" sz="2400">
              <a:solidFill>
                <a:srgbClr val="1F2933"/>
              </a:solidFill>
              <a:ea typeface="+mn-lt"/>
              <a:cs typeface="+mn-lt"/>
              <a:sym typeface="Aptos"/>
            </a:endParaRPr>
          </a:p>
          <a:p>
            <a:pPr algn="l">
              <a:buFont typeface="Arial"/>
              <a:buChar char="•"/>
            </a:pPr>
            <a:r>
              <a:rPr lang="en-US" sz="2400">
                <a:solidFill>
                  <a:srgbClr val="1F2933"/>
                </a:solidFill>
                <a:ea typeface="+mn-lt"/>
                <a:cs typeface="+mn-lt"/>
                <a:sym typeface="Aptos"/>
              </a:rPr>
              <a:t>Handle straight sections, corners, junction-related situations, and recovery cases.</a:t>
            </a:r>
            <a:endParaRPr lang="en-US">
              <a:ea typeface="+mn-lt"/>
              <a:cs typeface="+mn-lt"/>
            </a:endParaRPr>
          </a:p>
          <a:p>
            <a:pPr>
              <a:buFont typeface="Arial"/>
              <a:buChar char="•"/>
            </a:pPr>
            <a:endParaRPr lang="en-US" sz="2400">
              <a:solidFill>
                <a:srgbClr val="1F2933"/>
              </a:solidFill>
              <a:ea typeface="+mn-lt"/>
              <a:cs typeface="+mn-lt"/>
              <a:sym typeface="Aptos"/>
            </a:endParaRPr>
          </a:p>
          <a:p>
            <a:pPr>
              <a:buFont typeface="Arial"/>
              <a:buChar char="•"/>
            </a:pPr>
            <a:r>
              <a:rPr lang="en-US" sz="2400">
                <a:solidFill>
                  <a:srgbClr val="1F2933"/>
                </a:solidFill>
                <a:ea typeface="+mn-lt"/>
                <a:cs typeface="+mn-lt"/>
                <a:sym typeface="Aptos"/>
              </a:rPr>
              <a:t>Maintain stable closed-loop </a:t>
            </a:r>
            <a:r>
              <a:rPr lang="en-US" sz="2400" err="1">
                <a:solidFill>
                  <a:srgbClr val="1F2933"/>
                </a:solidFill>
                <a:ea typeface="+mn-lt"/>
                <a:cs typeface="+mn-lt"/>
                <a:sym typeface="Aptos"/>
              </a:rPr>
              <a:t>behaviour</a:t>
            </a:r>
            <a:r>
              <a:rPr lang="en-US" sz="2400">
                <a:solidFill>
                  <a:srgbClr val="1F2933"/>
                </a:solidFill>
                <a:ea typeface="+mn-lt"/>
                <a:cs typeface="+mn-lt"/>
                <a:sym typeface="Aptos"/>
              </a:rPr>
              <a:t> in real time.</a:t>
            </a:r>
            <a:endParaRPr lang="en-US">
              <a:ea typeface="+mn-lt"/>
              <a:cs typeface="+mn-lt"/>
              <a:sym typeface="Aptos"/>
            </a:endParaRPr>
          </a:p>
        </p:txBody>
      </p:sp>
      <p:grpSp>
        <p:nvGrpSpPr>
          <p:cNvPr id="27" name="Group 27"/>
          <p:cNvGrpSpPr/>
          <p:nvPr/>
        </p:nvGrpSpPr>
        <p:grpSpPr>
          <a:xfrm>
            <a:off x="6574155" y="2116455"/>
            <a:ext cx="5093970" cy="6739890"/>
            <a:chOff x="0" y="0"/>
            <a:chExt cx="6791960" cy="8986520"/>
          </a:xfrm>
        </p:grpSpPr>
        <p:sp>
          <p:nvSpPr>
            <p:cNvPr id="28" name="Freeform 28"/>
            <p:cNvSpPr/>
            <p:nvPr/>
          </p:nvSpPr>
          <p:spPr>
            <a:xfrm>
              <a:off x="12700" y="12700"/>
              <a:ext cx="6766561" cy="8961120"/>
            </a:xfrm>
            <a:custGeom>
              <a:avLst/>
              <a:gdLst/>
              <a:ahLst/>
              <a:cxnLst/>
              <a:rect l="l" t="t" r="r" b="b"/>
              <a:pathLst>
                <a:path w="6766561" h="8961120">
                  <a:moveTo>
                    <a:pt x="0" y="146431"/>
                  </a:moveTo>
                  <a:cubicBezTo>
                    <a:pt x="0" y="65532"/>
                    <a:pt x="65532" y="0"/>
                    <a:pt x="146304" y="0"/>
                  </a:cubicBezTo>
                  <a:lnTo>
                    <a:pt x="6620256" y="0"/>
                  </a:lnTo>
                  <a:cubicBezTo>
                    <a:pt x="6701028" y="0"/>
                    <a:pt x="6766561" y="65532"/>
                    <a:pt x="6766561" y="146431"/>
                  </a:cubicBezTo>
                  <a:lnTo>
                    <a:pt x="6766561" y="8814689"/>
                  </a:lnTo>
                  <a:cubicBezTo>
                    <a:pt x="6766561" y="8895588"/>
                    <a:pt x="6701028" y="8961120"/>
                    <a:pt x="6620256" y="8961120"/>
                  </a:cubicBezTo>
                  <a:lnTo>
                    <a:pt x="146304" y="8961120"/>
                  </a:lnTo>
                  <a:cubicBezTo>
                    <a:pt x="65532" y="8961120"/>
                    <a:pt x="0" y="8895588"/>
                    <a:pt x="0" y="8814689"/>
                  </a:cubicBezTo>
                  <a:close/>
                </a:path>
              </a:pathLst>
            </a:custGeom>
            <a:solidFill>
              <a:srgbClr val="FFFFFF"/>
            </a:solidFill>
          </p:spPr>
          <p:txBody>
            <a:bodyPr/>
            <a:lstStyle/>
            <a:p>
              <a:endParaRPr lang="en-GB"/>
            </a:p>
          </p:txBody>
        </p:sp>
        <p:sp>
          <p:nvSpPr>
            <p:cNvPr id="29" name="Freeform 29"/>
            <p:cNvSpPr/>
            <p:nvPr/>
          </p:nvSpPr>
          <p:spPr>
            <a:xfrm>
              <a:off x="0" y="0"/>
              <a:ext cx="6791961" cy="8986520"/>
            </a:xfrm>
            <a:custGeom>
              <a:avLst/>
              <a:gdLst/>
              <a:ahLst/>
              <a:cxnLst/>
              <a:rect l="l" t="t" r="r" b="b"/>
              <a:pathLst>
                <a:path w="6791961" h="8986520">
                  <a:moveTo>
                    <a:pt x="0" y="159131"/>
                  </a:moveTo>
                  <a:cubicBezTo>
                    <a:pt x="0" y="71247"/>
                    <a:pt x="71120" y="0"/>
                    <a:pt x="159004" y="0"/>
                  </a:cubicBezTo>
                  <a:lnTo>
                    <a:pt x="6632956" y="0"/>
                  </a:lnTo>
                  <a:lnTo>
                    <a:pt x="6632956" y="12700"/>
                  </a:lnTo>
                  <a:lnTo>
                    <a:pt x="6632956" y="0"/>
                  </a:lnTo>
                  <a:cubicBezTo>
                    <a:pt x="6720713" y="0"/>
                    <a:pt x="6791961" y="71247"/>
                    <a:pt x="6791961" y="159131"/>
                  </a:cubicBezTo>
                  <a:lnTo>
                    <a:pt x="6779261" y="159131"/>
                  </a:lnTo>
                  <a:lnTo>
                    <a:pt x="6791961" y="159131"/>
                  </a:lnTo>
                  <a:lnTo>
                    <a:pt x="6791961" y="8827389"/>
                  </a:lnTo>
                  <a:lnTo>
                    <a:pt x="6779261" y="8827389"/>
                  </a:lnTo>
                  <a:lnTo>
                    <a:pt x="6791961" y="8827389"/>
                  </a:lnTo>
                  <a:cubicBezTo>
                    <a:pt x="6791961" y="8915273"/>
                    <a:pt x="6720840" y="8986520"/>
                    <a:pt x="6632956" y="8986520"/>
                  </a:cubicBezTo>
                  <a:lnTo>
                    <a:pt x="6632956" y="8973820"/>
                  </a:lnTo>
                  <a:lnTo>
                    <a:pt x="6632956" y="8986520"/>
                  </a:lnTo>
                  <a:lnTo>
                    <a:pt x="159004" y="8986520"/>
                  </a:lnTo>
                  <a:lnTo>
                    <a:pt x="159004" y="8973820"/>
                  </a:lnTo>
                  <a:lnTo>
                    <a:pt x="159004" y="8986520"/>
                  </a:lnTo>
                  <a:cubicBezTo>
                    <a:pt x="71120" y="8986520"/>
                    <a:pt x="0" y="8915273"/>
                    <a:pt x="0" y="8827389"/>
                  </a:cubicBezTo>
                  <a:lnTo>
                    <a:pt x="0" y="159131"/>
                  </a:lnTo>
                  <a:lnTo>
                    <a:pt x="12700" y="159131"/>
                  </a:lnTo>
                  <a:lnTo>
                    <a:pt x="0" y="159131"/>
                  </a:lnTo>
                  <a:moveTo>
                    <a:pt x="25400" y="159131"/>
                  </a:moveTo>
                  <a:lnTo>
                    <a:pt x="25400" y="8827389"/>
                  </a:lnTo>
                  <a:lnTo>
                    <a:pt x="12700" y="8827389"/>
                  </a:lnTo>
                  <a:lnTo>
                    <a:pt x="25400" y="8827389"/>
                  </a:lnTo>
                  <a:cubicBezTo>
                    <a:pt x="25400" y="8901303"/>
                    <a:pt x="85217" y="8961120"/>
                    <a:pt x="159004" y="8961120"/>
                  </a:cubicBezTo>
                  <a:lnTo>
                    <a:pt x="6632956" y="8961120"/>
                  </a:lnTo>
                  <a:cubicBezTo>
                    <a:pt x="6706743" y="8961120"/>
                    <a:pt x="6766561" y="8901303"/>
                    <a:pt x="6766561" y="8827389"/>
                  </a:cubicBezTo>
                  <a:lnTo>
                    <a:pt x="6766561" y="159131"/>
                  </a:lnTo>
                  <a:cubicBezTo>
                    <a:pt x="6766560" y="85217"/>
                    <a:pt x="6706743" y="25400"/>
                    <a:pt x="663295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30" name="Group 30"/>
          <p:cNvGrpSpPr/>
          <p:nvPr/>
        </p:nvGrpSpPr>
        <p:grpSpPr>
          <a:xfrm>
            <a:off x="6574155" y="2116455"/>
            <a:ext cx="183642" cy="6739890"/>
            <a:chOff x="0" y="0"/>
            <a:chExt cx="244856" cy="8986520"/>
          </a:xfrm>
        </p:grpSpPr>
        <p:sp>
          <p:nvSpPr>
            <p:cNvPr id="31" name="Freeform 31"/>
            <p:cNvSpPr/>
            <p:nvPr/>
          </p:nvSpPr>
          <p:spPr>
            <a:xfrm>
              <a:off x="12700" y="12700"/>
              <a:ext cx="219456" cy="8961120"/>
            </a:xfrm>
            <a:custGeom>
              <a:avLst/>
              <a:gdLst/>
              <a:ahLst/>
              <a:cxnLst/>
              <a:rect l="l" t="t" r="r" b="b"/>
              <a:pathLst>
                <a:path w="219456" h="8961120">
                  <a:moveTo>
                    <a:pt x="0" y="0"/>
                  </a:moveTo>
                  <a:lnTo>
                    <a:pt x="219456" y="0"/>
                  </a:lnTo>
                  <a:lnTo>
                    <a:pt x="219456" y="8961120"/>
                  </a:lnTo>
                  <a:lnTo>
                    <a:pt x="0" y="8961120"/>
                  </a:lnTo>
                  <a:close/>
                </a:path>
              </a:pathLst>
            </a:custGeom>
            <a:solidFill>
              <a:srgbClr val="D87E2A"/>
            </a:solidFill>
          </p:spPr>
          <p:txBody>
            <a:bodyPr/>
            <a:lstStyle/>
            <a:p>
              <a:endParaRPr lang="en-GB"/>
            </a:p>
          </p:txBody>
        </p:sp>
        <p:sp>
          <p:nvSpPr>
            <p:cNvPr id="32" name="Freeform 32"/>
            <p:cNvSpPr/>
            <p:nvPr/>
          </p:nvSpPr>
          <p:spPr>
            <a:xfrm>
              <a:off x="0" y="0"/>
              <a:ext cx="244856" cy="8986520"/>
            </a:xfrm>
            <a:custGeom>
              <a:avLst/>
              <a:gdLst/>
              <a:ahLst/>
              <a:cxnLst/>
              <a:rect l="l" t="t" r="r" b="b"/>
              <a:pathLst>
                <a:path w="244856" h="8986520">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D87E2A"/>
            </a:solidFill>
          </p:spPr>
          <p:txBody>
            <a:bodyPr/>
            <a:lstStyle/>
            <a:p>
              <a:endParaRPr lang="en-GB"/>
            </a:p>
          </p:txBody>
        </p:sp>
      </p:grpSp>
      <p:grpSp>
        <p:nvGrpSpPr>
          <p:cNvPr id="33" name="Group 33"/>
          <p:cNvGrpSpPr/>
          <p:nvPr/>
        </p:nvGrpSpPr>
        <p:grpSpPr>
          <a:xfrm>
            <a:off x="6903575" y="2371997"/>
            <a:ext cx="4690872" cy="411480"/>
            <a:chOff x="0" y="0"/>
            <a:chExt cx="6254496" cy="548640"/>
          </a:xfrm>
        </p:grpSpPr>
        <p:sp>
          <p:nvSpPr>
            <p:cNvPr id="34" name="Freeform 34"/>
            <p:cNvSpPr/>
            <p:nvPr/>
          </p:nvSpPr>
          <p:spPr>
            <a:xfrm>
              <a:off x="0" y="0"/>
              <a:ext cx="6254496" cy="548640"/>
            </a:xfrm>
            <a:custGeom>
              <a:avLst/>
              <a:gdLst/>
              <a:ahLst/>
              <a:cxnLst/>
              <a:rect l="l" t="t" r="r" b="b"/>
              <a:pathLst>
                <a:path w="6254496" h="548640">
                  <a:moveTo>
                    <a:pt x="0" y="0"/>
                  </a:moveTo>
                  <a:lnTo>
                    <a:pt x="6254496" y="0"/>
                  </a:lnTo>
                  <a:lnTo>
                    <a:pt x="6254496" y="548640"/>
                  </a:lnTo>
                  <a:lnTo>
                    <a:pt x="0" y="548640"/>
                  </a:lnTo>
                  <a:close/>
                </a:path>
              </a:pathLst>
            </a:custGeom>
            <a:blipFill>
              <a:blip r:embed="rId3">
                <a:alphaModFix amt="0"/>
              </a:blip>
              <a:stretch>
                <a:fillRect t="-172129" b="-172129"/>
              </a:stretch>
            </a:blipFill>
          </p:spPr>
          <p:txBody>
            <a:bodyPr/>
            <a:lstStyle/>
            <a:p>
              <a:endParaRPr lang="en-GB"/>
            </a:p>
          </p:txBody>
        </p:sp>
        <p:sp>
          <p:nvSpPr>
            <p:cNvPr id="35" name="TextBox 35"/>
            <p:cNvSpPr txBox="1"/>
            <p:nvPr/>
          </p:nvSpPr>
          <p:spPr>
            <a:xfrm>
              <a:off x="0" y="0"/>
              <a:ext cx="6254496" cy="548640"/>
            </a:xfrm>
            <a:prstGeom prst="rect">
              <a:avLst/>
            </a:prstGeom>
          </p:spPr>
          <p:txBody>
            <a:bodyPr lIns="0" tIns="0" rIns="0" bIns="0" rtlCol="0" anchor="ctr"/>
            <a:lstStyle/>
            <a:p>
              <a:pPr algn="l">
                <a:lnSpc>
                  <a:spcPts val="3060"/>
                </a:lnSpc>
              </a:pPr>
              <a:r>
                <a:rPr lang="en-US" sz="2550" b="1">
                  <a:solidFill>
                    <a:srgbClr val="123A63"/>
                  </a:solidFill>
                  <a:latin typeface="Aptos Bold"/>
                  <a:ea typeface="Aptos Bold"/>
                  <a:cs typeface="Aptos Bold"/>
                  <a:sym typeface="Aptos Bold"/>
                </a:rPr>
                <a:t>Observed limitations of pure PID</a:t>
              </a:r>
              <a:endParaRPr lang="en-US" sz="2550"/>
            </a:p>
          </p:txBody>
        </p:sp>
      </p:grpSp>
      <p:sp>
        <p:nvSpPr>
          <p:cNvPr id="36" name="TextBox 36"/>
          <p:cNvSpPr txBox="1"/>
          <p:nvPr/>
        </p:nvSpPr>
        <p:spPr>
          <a:xfrm>
            <a:off x="6883028" y="3117283"/>
            <a:ext cx="4689853" cy="4062651"/>
          </a:xfrm>
          <a:prstGeom prst="rect">
            <a:avLst/>
          </a:prstGeom>
        </p:spPr>
        <p:txBody>
          <a:bodyPr lIns="0" tIns="0" rIns="0" bIns="0" rtlCol="0" anchor="t">
            <a:spAutoFit/>
          </a:bodyPr>
          <a:lstStyle/>
          <a:p>
            <a:pPr>
              <a:buFont typeface="Arial"/>
              <a:buChar char="•"/>
            </a:pPr>
            <a:r>
              <a:rPr lang="en-US" sz="2400">
                <a:solidFill>
                  <a:srgbClr val="1F2933"/>
                </a:solidFill>
                <a:ea typeface="+mn-lt"/>
                <a:cs typeface="+mn-lt"/>
                <a:sym typeface="Aptos"/>
              </a:rPr>
              <a:t>Performs reasonably well on simple lines and many corners.</a:t>
            </a:r>
            <a:endParaRPr lang="en-US">
              <a:ea typeface="+mn-lt"/>
              <a:cs typeface="+mn-lt"/>
            </a:endParaRPr>
          </a:p>
          <a:p>
            <a:pPr>
              <a:buFont typeface="Arial"/>
              <a:buChar char="•"/>
            </a:pPr>
            <a:endParaRPr lang="en-US" sz="2400">
              <a:solidFill>
                <a:srgbClr val="1F2933"/>
              </a:solidFill>
              <a:ea typeface="+mn-lt"/>
              <a:cs typeface="+mn-lt"/>
              <a:sym typeface="Aptos"/>
            </a:endParaRPr>
          </a:p>
          <a:p>
            <a:pPr>
              <a:buFont typeface="Arial"/>
              <a:buChar char="•"/>
            </a:pPr>
            <a:r>
              <a:rPr lang="en-US" sz="2400">
                <a:solidFill>
                  <a:srgbClr val="1F2933"/>
                </a:solidFill>
                <a:ea typeface="+mn-lt"/>
                <a:cs typeface="+mn-lt"/>
                <a:sym typeface="Aptos"/>
              </a:rPr>
              <a:t>Struggles to handle junction-like situations reliably.</a:t>
            </a:r>
            <a:endParaRPr lang="en-US">
              <a:ea typeface="+mn-lt"/>
              <a:cs typeface="+mn-lt"/>
            </a:endParaRPr>
          </a:p>
          <a:p>
            <a:pPr>
              <a:buFont typeface="Arial"/>
              <a:buChar char="•"/>
            </a:pPr>
            <a:endParaRPr lang="en-US" sz="2400">
              <a:solidFill>
                <a:srgbClr val="1F2933"/>
              </a:solidFill>
              <a:ea typeface="+mn-lt"/>
              <a:cs typeface="+mn-lt"/>
              <a:sym typeface="Aptos"/>
            </a:endParaRPr>
          </a:p>
          <a:p>
            <a:pPr>
              <a:buFont typeface="Arial"/>
              <a:buChar char="•"/>
            </a:pPr>
            <a:r>
              <a:rPr lang="en-US" sz="2400">
                <a:solidFill>
                  <a:srgbClr val="1F2933"/>
                </a:solidFill>
                <a:ea typeface="+mn-lt"/>
                <a:cs typeface="+mn-lt"/>
                <a:sym typeface="Aptos"/>
              </a:rPr>
              <a:t>Often requires a conservative target speed to avoid leaving the line.</a:t>
            </a:r>
            <a:endParaRPr lang="en-US">
              <a:ea typeface="+mn-lt"/>
              <a:cs typeface="+mn-lt"/>
              <a:sym typeface="Aptos"/>
            </a:endParaRPr>
          </a:p>
          <a:p>
            <a:pPr>
              <a:buFont typeface="Arial"/>
              <a:buChar char="•"/>
            </a:pPr>
            <a:endParaRPr lang="en-US" sz="2400">
              <a:solidFill>
                <a:srgbClr val="1F2933"/>
              </a:solidFill>
              <a:ea typeface="+mn-lt"/>
              <a:cs typeface="+mn-lt"/>
              <a:sym typeface="Aptos"/>
            </a:endParaRPr>
          </a:p>
          <a:p>
            <a:pPr>
              <a:buFont typeface="Arial"/>
              <a:buChar char="•"/>
            </a:pPr>
            <a:r>
              <a:rPr lang="en-US" sz="2400">
                <a:solidFill>
                  <a:srgbClr val="1F2933"/>
                </a:solidFill>
                <a:ea typeface="+mn-lt"/>
                <a:cs typeface="+mn-lt"/>
                <a:sym typeface="Aptos"/>
              </a:rPr>
              <a:t>Has limited ability to adapt control </a:t>
            </a:r>
            <a:r>
              <a:rPr lang="en-US" sz="2400" err="1">
                <a:solidFill>
                  <a:srgbClr val="1F2933"/>
                </a:solidFill>
                <a:ea typeface="+mn-lt"/>
                <a:cs typeface="+mn-lt"/>
                <a:sym typeface="Aptos"/>
              </a:rPr>
              <a:t>behaviour</a:t>
            </a:r>
            <a:r>
              <a:rPr lang="en-US" sz="2400">
                <a:solidFill>
                  <a:srgbClr val="1F2933"/>
                </a:solidFill>
                <a:ea typeface="+mn-lt"/>
                <a:cs typeface="+mn-lt"/>
                <a:sym typeface="Aptos"/>
              </a:rPr>
              <a:t> based on scene type.</a:t>
            </a:r>
            <a:endParaRPr lang="en-US">
              <a:sym typeface="Aptos"/>
            </a:endParaRPr>
          </a:p>
        </p:txBody>
      </p:sp>
      <p:grpSp>
        <p:nvGrpSpPr>
          <p:cNvPr id="37" name="Group 37"/>
          <p:cNvGrpSpPr/>
          <p:nvPr/>
        </p:nvGrpSpPr>
        <p:grpSpPr>
          <a:xfrm>
            <a:off x="11923395" y="2116455"/>
            <a:ext cx="5368290" cy="6739890"/>
            <a:chOff x="0" y="0"/>
            <a:chExt cx="7157720" cy="8986520"/>
          </a:xfrm>
        </p:grpSpPr>
        <p:sp>
          <p:nvSpPr>
            <p:cNvPr id="38" name="Freeform 38"/>
            <p:cNvSpPr/>
            <p:nvPr/>
          </p:nvSpPr>
          <p:spPr>
            <a:xfrm>
              <a:off x="12700" y="12700"/>
              <a:ext cx="7132320" cy="8961120"/>
            </a:xfrm>
            <a:custGeom>
              <a:avLst/>
              <a:gdLst/>
              <a:ahLst/>
              <a:cxnLst/>
              <a:rect l="l" t="t" r="r" b="b"/>
              <a:pathLst>
                <a:path w="7132320" h="8961120">
                  <a:moveTo>
                    <a:pt x="0" y="146431"/>
                  </a:moveTo>
                  <a:cubicBezTo>
                    <a:pt x="0" y="65532"/>
                    <a:pt x="65532" y="0"/>
                    <a:pt x="146304" y="0"/>
                  </a:cubicBezTo>
                  <a:lnTo>
                    <a:pt x="6986016" y="0"/>
                  </a:lnTo>
                  <a:cubicBezTo>
                    <a:pt x="7066788" y="0"/>
                    <a:pt x="7132320" y="65532"/>
                    <a:pt x="7132320" y="146431"/>
                  </a:cubicBezTo>
                  <a:lnTo>
                    <a:pt x="7132320" y="8814689"/>
                  </a:lnTo>
                  <a:cubicBezTo>
                    <a:pt x="7132320" y="8895588"/>
                    <a:pt x="7066788" y="8961120"/>
                    <a:pt x="6986016" y="8961120"/>
                  </a:cubicBezTo>
                  <a:lnTo>
                    <a:pt x="146304" y="8961120"/>
                  </a:lnTo>
                  <a:cubicBezTo>
                    <a:pt x="65532" y="8961120"/>
                    <a:pt x="0" y="8895588"/>
                    <a:pt x="0" y="8814689"/>
                  </a:cubicBezTo>
                  <a:close/>
                </a:path>
              </a:pathLst>
            </a:custGeom>
            <a:solidFill>
              <a:srgbClr val="FFFFFF"/>
            </a:solidFill>
          </p:spPr>
          <p:txBody>
            <a:bodyPr/>
            <a:lstStyle/>
            <a:p>
              <a:endParaRPr lang="en-GB"/>
            </a:p>
          </p:txBody>
        </p:sp>
        <p:sp>
          <p:nvSpPr>
            <p:cNvPr id="39" name="Freeform 39"/>
            <p:cNvSpPr/>
            <p:nvPr/>
          </p:nvSpPr>
          <p:spPr>
            <a:xfrm>
              <a:off x="0" y="0"/>
              <a:ext cx="7157720" cy="8986520"/>
            </a:xfrm>
            <a:custGeom>
              <a:avLst/>
              <a:gdLst/>
              <a:ahLst/>
              <a:cxnLst/>
              <a:rect l="l" t="t" r="r" b="b"/>
              <a:pathLst>
                <a:path w="7157720" h="8986520">
                  <a:moveTo>
                    <a:pt x="0" y="159131"/>
                  </a:moveTo>
                  <a:cubicBezTo>
                    <a:pt x="0" y="71247"/>
                    <a:pt x="71120" y="0"/>
                    <a:pt x="159004" y="0"/>
                  </a:cubicBezTo>
                  <a:lnTo>
                    <a:pt x="6998716" y="0"/>
                  </a:lnTo>
                  <a:lnTo>
                    <a:pt x="6998716" y="12700"/>
                  </a:lnTo>
                  <a:lnTo>
                    <a:pt x="6998716" y="0"/>
                  </a:lnTo>
                  <a:cubicBezTo>
                    <a:pt x="7086600" y="0"/>
                    <a:pt x="7157720" y="71247"/>
                    <a:pt x="7157720" y="159131"/>
                  </a:cubicBezTo>
                  <a:lnTo>
                    <a:pt x="7145020" y="159131"/>
                  </a:lnTo>
                  <a:lnTo>
                    <a:pt x="7157720" y="159131"/>
                  </a:lnTo>
                  <a:lnTo>
                    <a:pt x="7157720" y="8827389"/>
                  </a:lnTo>
                  <a:lnTo>
                    <a:pt x="7145020" y="8827389"/>
                  </a:lnTo>
                  <a:lnTo>
                    <a:pt x="7157720" y="8827389"/>
                  </a:lnTo>
                  <a:cubicBezTo>
                    <a:pt x="7157720" y="8915273"/>
                    <a:pt x="7086600" y="8986520"/>
                    <a:pt x="6998715" y="8986520"/>
                  </a:cubicBezTo>
                  <a:lnTo>
                    <a:pt x="6998715" y="8973820"/>
                  </a:lnTo>
                  <a:lnTo>
                    <a:pt x="6998715" y="8986520"/>
                  </a:lnTo>
                  <a:lnTo>
                    <a:pt x="159004" y="8986520"/>
                  </a:lnTo>
                  <a:lnTo>
                    <a:pt x="159004" y="8973820"/>
                  </a:lnTo>
                  <a:lnTo>
                    <a:pt x="159004" y="8986520"/>
                  </a:lnTo>
                  <a:cubicBezTo>
                    <a:pt x="71120" y="8986520"/>
                    <a:pt x="0" y="8915273"/>
                    <a:pt x="0" y="8827389"/>
                  </a:cubicBezTo>
                  <a:lnTo>
                    <a:pt x="0" y="159131"/>
                  </a:lnTo>
                  <a:lnTo>
                    <a:pt x="12700" y="159131"/>
                  </a:lnTo>
                  <a:lnTo>
                    <a:pt x="0" y="159131"/>
                  </a:lnTo>
                  <a:moveTo>
                    <a:pt x="25400" y="159131"/>
                  </a:moveTo>
                  <a:lnTo>
                    <a:pt x="25400" y="8827389"/>
                  </a:lnTo>
                  <a:lnTo>
                    <a:pt x="12700" y="8827389"/>
                  </a:lnTo>
                  <a:lnTo>
                    <a:pt x="25400" y="8827389"/>
                  </a:lnTo>
                  <a:cubicBezTo>
                    <a:pt x="25400" y="8901176"/>
                    <a:pt x="85217" y="8961120"/>
                    <a:pt x="159004" y="8961120"/>
                  </a:cubicBezTo>
                  <a:lnTo>
                    <a:pt x="6998716" y="8961120"/>
                  </a:lnTo>
                  <a:cubicBezTo>
                    <a:pt x="7072503" y="8961120"/>
                    <a:pt x="7132320" y="8901303"/>
                    <a:pt x="7132320" y="8827389"/>
                  </a:cubicBezTo>
                  <a:lnTo>
                    <a:pt x="7132320" y="159131"/>
                  </a:lnTo>
                  <a:cubicBezTo>
                    <a:pt x="7132320" y="85217"/>
                    <a:pt x="7072503" y="25400"/>
                    <a:pt x="699871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40" name="Group 40"/>
          <p:cNvGrpSpPr/>
          <p:nvPr/>
        </p:nvGrpSpPr>
        <p:grpSpPr>
          <a:xfrm>
            <a:off x="11923395" y="2116455"/>
            <a:ext cx="183642" cy="6739890"/>
            <a:chOff x="0" y="0"/>
            <a:chExt cx="244856" cy="8986520"/>
          </a:xfrm>
        </p:grpSpPr>
        <p:sp>
          <p:nvSpPr>
            <p:cNvPr id="41" name="Freeform 41"/>
            <p:cNvSpPr/>
            <p:nvPr/>
          </p:nvSpPr>
          <p:spPr>
            <a:xfrm>
              <a:off x="12700" y="12700"/>
              <a:ext cx="219456" cy="8961120"/>
            </a:xfrm>
            <a:custGeom>
              <a:avLst/>
              <a:gdLst/>
              <a:ahLst/>
              <a:cxnLst/>
              <a:rect l="l" t="t" r="r" b="b"/>
              <a:pathLst>
                <a:path w="219456" h="8961120">
                  <a:moveTo>
                    <a:pt x="0" y="0"/>
                  </a:moveTo>
                  <a:lnTo>
                    <a:pt x="219456" y="0"/>
                  </a:lnTo>
                  <a:lnTo>
                    <a:pt x="219456" y="8961120"/>
                  </a:lnTo>
                  <a:lnTo>
                    <a:pt x="0" y="8961120"/>
                  </a:lnTo>
                  <a:close/>
                </a:path>
              </a:pathLst>
            </a:custGeom>
            <a:solidFill>
              <a:srgbClr val="2F7F79"/>
            </a:solidFill>
          </p:spPr>
          <p:txBody>
            <a:bodyPr/>
            <a:lstStyle/>
            <a:p>
              <a:endParaRPr lang="en-GB"/>
            </a:p>
          </p:txBody>
        </p:sp>
        <p:sp>
          <p:nvSpPr>
            <p:cNvPr id="42" name="Freeform 42"/>
            <p:cNvSpPr/>
            <p:nvPr/>
          </p:nvSpPr>
          <p:spPr>
            <a:xfrm>
              <a:off x="0" y="0"/>
              <a:ext cx="244856" cy="8986520"/>
            </a:xfrm>
            <a:custGeom>
              <a:avLst/>
              <a:gdLst/>
              <a:ahLst/>
              <a:cxnLst/>
              <a:rect l="l" t="t" r="r" b="b"/>
              <a:pathLst>
                <a:path w="244856" h="8986520">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2F7F79"/>
            </a:solidFill>
          </p:spPr>
          <p:txBody>
            <a:bodyPr/>
            <a:lstStyle/>
            <a:p>
              <a:endParaRPr lang="en-GB"/>
            </a:p>
          </p:txBody>
        </p:sp>
      </p:grpSp>
      <p:grpSp>
        <p:nvGrpSpPr>
          <p:cNvPr id="43" name="Group 43"/>
          <p:cNvGrpSpPr/>
          <p:nvPr/>
        </p:nvGrpSpPr>
        <p:grpSpPr>
          <a:xfrm>
            <a:off x="12234672" y="2263140"/>
            <a:ext cx="4965192" cy="411480"/>
            <a:chOff x="0" y="0"/>
            <a:chExt cx="6620256" cy="548640"/>
          </a:xfrm>
        </p:grpSpPr>
        <p:sp>
          <p:nvSpPr>
            <p:cNvPr id="44" name="Freeform 44"/>
            <p:cNvSpPr/>
            <p:nvPr/>
          </p:nvSpPr>
          <p:spPr>
            <a:xfrm>
              <a:off x="0" y="0"/>
              <a:ext cx="6620256" cy="548640"/>
            </a:xfrm>
            <a:custGeom>
              <a:avLst/>
              <a:gdLst/>
              <a:ahLst/>
              <a:cxnLst/>
              <a:rect l="l" t="t" r="r" b="b"/>
              <a:pathLst>
                <a:path w="6620256" h="548640">
                  <a:moveTo>
                    <a:pt x="0" y="0"/>
                  </a:moveTo>
                  <a:lnTo>
                    <a:pt x="6620256" y="0"/>
                  </a:lnTo>
                  <a:lnTo>
                    <a:pt x="6620256" y="548640"/>
                  </a:lnTo>
                  <a:lnTo>
                    <a:pt x="0" y="548640"/>
                  </a:lnTo>
                  <a:close/>
                </a:path>
              </a:pathLst>
            </a:custGeom>
            <a:blipFill>
              <a:blip r:embed="rId3">
                <a:alphaModFix amt="0"/>
              </a:blip>
              <a:stretch>
                <a:fillRect t="-185119" b="-185119"/>
              </a:stretch>
            </a:blipFill>
          </p:spPr>
          <p:txBody>
            <a:bodyPr/>
            <a:lstStyle/>
            <a:p>
              <a:endParaRPr lang="en-GB"/>
            </a:p>
          </p:txBody>
        </p:sp>
        <p:sp>
          <p:nvSpPr>
            <p:cNvPr id="45" name="TextBox 45"/>
            <p:cNvSpPr txBox="1"/>
            <p:nvPr/>
          </p:nvSpPr>
          <p:spPr>
            <a:xfrm>
              <a:off x="0" y="0"/>
              <a:ext cx="6620256" cy="548640"/>
            </a:xfrm>
            <a:prstGeom prst="rect">
              <a:avLst/>
            </a:prstGeom>
          </p:spPr>
          <p:txBody>
            <a:bodyPr lIns="0" tIns="0" rIns="0" bIns="0" rtlCol="0" anchor="ctr"/>
            <a:lstStyle/>
            <a:p>
              <a:pPr algn="l">
                <a:lnSpc>
                  <a:spcPts val="3060"/>
                </a:lnSpc>
              </a:pPr>
              <a:r>
                <a:rPr lang="en-US" sz="2550" b="1">
                  <a:solidFill>
                    <a:srgbClr val="123A63"/>
                  </a:solidFill>
                  <a:latin typeface="Aptos Bold"/>
                  <a:ea typeface="Aptos Bold"/>
                  <a:cs typeface="Aptos Bold"/>
                  <a:sym typeface="Aptos Bold"/>
                </a:rPr>
                <a:t>Our design decision</a:t>
              </a:r>
            </a:p>
          </p:txBody>
        </p:sp>
      </p:grpSp>
      <p:sp>
        <p:nvSpPr>
          <p:cNvPr id="46" name="TextBox 46"/>
          <p:cNvSpPr txBox="1"/>
          <p:nvPr/>
        </p:nvSpPr>
        <p:spPr>
          <a:xfrm>
            <a:off x="12180313" y="2743705"/>
            <a:ext cx="4964173" cy="5170646"/>
          </a:xfrm>
          <a:prstGeom prst="rect">
            <a:avLst/>
          </a:prstGeom>
        </p:spPr>
        <p:txBody>
          <a:bodyPr lIns="0" tIns="0" rIns="0" bIns="0" rtlCol="0" anchor="t">
            <a:spAutoFit/>
          </a:bodyPr>
          <a:lstStyle/>
          <a:p>
            <a:pPr>
              <a:buFont typeface="Arial"/>
              <a:buChar char="•"/>
            </a:pPr>
            <a:r>
              <a:rPr lang="en-US" sz="2400">
                <a:solidFill>
                  <a:srgbClr val="1F2933"/>
                </a:solidFill>
                <a:ea typeface="+mn-lt"/>
                <a:cs typeface="+mn-lt"/>
                <a:sym typeface="Aptos"/>
              </a:rPr>
              <a:t>Retain PID as the low-level controller for stable closed-loop execution.</a:t>
            </a:r>
            <a:endParaRPr lang="en-US">
              <a:ea typeface="+mn-lt"/>
              <a:cs typeface="+mn-lt"/>
            </a:endParaRPr>
          </a:p>
          <a:p>
            <a:pPr>
              <a:buFont typeface="Arial"/>
              <a:buChar char="•"/>
            </a:pPr>
            <a:endParaRPr lang="en-US" sz="2400">
              <a:solidFill>
                <a:srgbClr val="1F2933"/>
              </a:solidFill>
              <a:ea typeface="+mn-lt"/>
              <a:cs typeface="+mn-lt"/>
              <a:sym typeface="Aptos"/>
            </a:endParaRPr>
          </a:p>
          <a:p>
            <a:pPr>
              <a:buFont typeface="Arial"/>
              <a:buChar char="•"/>
            </a:pPr>
            <a:r>
              <a:rPr lang="en-US" sz="2400">
                <a:solidFill>
                  <a:srgbClr val="1F2933"/>
                </a:solidFill>
                <a:ea typeface="+mn-lt"/>
                <a:cs typeface="+mn-lt"/>
                <a:sym typeface="Aptos"/>
              </a:rPr>
              <a:t>Use CNN-based scene classification to improve scene understanding and mode selection.</a:t>
            </a:r>
            <a:endParaRPr lang="en-US">
              <a:ea typeface="+mn-lt"/>
              <a:cs typeface="+mn-lt"/>
            </a:endParaRPr>
          </a:p>
          <a:p>
            <a:pPr>
              <a:buFont typeface="Arial"/>
              <a:buChar char="•"/>
            </a:pPr>
            <a:endParaRPr lang="en-US" sz="2400">
              <a:solidFill>
                <a:srgbClr val="1F2933"/>
              </a:solidFill>
              <a:ea typeface="+mn-lt"/>
              <a:cs typeface="+mn-lt"/>
              <a:sym typeface="Aptos"/>
            </a:endParaRPr>
          </a:p>
          <a:p>
            <a:pPr>
              <a:buFont typeface="Arial"/>
              <a:buChar char="•"/>
            </a:pPr>
            <a:r>
              <a:rPr lang="en-US" sz="2400">
                <a:solidFill>
                  <a:srgbClr val="1F2933"/>
                </a:solidFill>
                <a:ea typeface="+mn-lt"/>
                <a:cs typeface="+mn-lt"/>
                <a:sym typeface="Aptos"/>
              </a:rPr>
              <a:t>Adapt controller gains and target speed based on the predicted scene type.</a:t>
            </a:r>
            <a:endParaRPr lang="en-US">
              <a:sym typeface="Aptos"/>
            </a:endParaRPr>
          </a:p>
          <a:p>
            <a:pPr>
              <a:buFont typeface="Arial"/>
              <a:buChar char="•"/>
            </a:pPr>
            <a:endParaRPr lang="en-US" sz="2400">
              <a:solidFill>
                <a:srgbClr val="1F2933"/>
              </a:solidFill>
              <a:ea typeface="+mn-lt"/>
              <a:cs typeface="+mn-lt"/>
              <a:sym typeface="Aptos"/>
            </a:endParaRPr>
          </a:p>
          <a:p>
            <a:pPr>
              <a:buFont typeface="Arial"/>
              <a:buChar char="•"/>
            </a:pPr>
            <a:r>
              <a:rPr lang="en-US" sz="2400">
                <a:solidFill>
                  <a:srgbClr val="1F2933"/>
                </a:solidFill>
                <a:ea typeface="+mn-lt"/>
                <a:cs typeface="+mn-lt"/>
                <a:sym typeface="Aptos"/>
              </a:rPr>
              <a:t>Keep the framework interpretable, lightweight, and suitable for deployment in </a:t>
            </a:r>
            <a:r>
              <a:rPr lang="en-US" sz="2400" err="1">
                <a:solidFill>
                  <a:srgbClr val="1F2933"/>
                </a:solidFill>
                <a:ea typeface="+mn-lt"/>
                <a:cs typeface="+mn-lt"/>
                <a:sym typeface="Aptos"/>
              </a:rPr>
              <a:t>Quanser</a:t>
            </a:r>
            <a:r>
              <a:rPr lang="en-US" sz="2400">
                <a:solidFill>
                  <a:srgbClr val="1F2933"/>
                </a:solidFill>
                <a:ea typeface="+mn-lt"/>
                <a:cs typeface="+mn-lt"/>
                <a:sym typeface="Aptos"/>
              </a:rPr>
              <a:t>.</a:t>
            </a:r>
            <a:endParaRPr lang="en-US">
              <a:ea typeface="+mn-lt"/>
              <a:cs typeface="+mn-lt"/>
              <a:sym typeface="Aptos"/>
            </a:endParaRPr>
          </a:p>
        </p:txBody>
      </p:sp>
      <p:grpSp>
        <p:nvGrpSpPr>
          <p:cNvPr id="47" name="Group 47"/>
          <p:cNvGrpSpPr/>
          <p:nvPr/>
        </p:nvGrpSpPr>
        <p:grpSpPr>
          <a:xfrm>
            <a:off x="17282160" y="9834372"/>
            <a:ext cx="411480" cy="219456"/>
            <a:chOff x="0" y="0"/>
            <a:chExt cx="548640" cy="292608"/>
          </a:xfrm>
        </p:grpSpPr>
        <p:sp>
          <p:nvSpPr>
            <p:cNvPr id="48" name="Freeform 48"/>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49" name="TextBox 49"/>
            <p:cNvSpPr txBox="1"/>
            <p:nvPr/>
          </p:nvSpPr>
          <p:spPr>
            <a:xfrm>
              <a:off x="0" y="-9525"/>
              <a:ext cx="548640" cy="302133"/>
            </a:xfrm>
            <a:prstGeom prst="rect">
              <a:avLst/>
            </a:prstGeom>
          </p:spPr>
          <p:txBody>
            <a:bodyPr lIns="0" tIns="0" rIns="0" bIns="0" rtlCol="0" anchor="ctr"/>
            <a:lstStyle/>
            <a:p>
              <a:pPr algn="r">
                <a:lnSpc>
                  <a:spcPts val="1620"/>
                </a:lnSpc>
              </a:pPr>
              <a:r>
                <a:rPr lang="en-US" sz="1350">
                  <a:solidFill>
                    <a:srgbClr val="667085"/>
                  </a:solidFill>
                  <a:latin typeface="Aptos"/>
                  <a:ea typeface="Aptos"/>
                  <a:cs typeface="Aptos"/>
                  <a:sym typeface="Aptos"/>
                </a:rPr>
                <a:t>2</a:t>
              </a:r>
            </a:p>
          </p:txBody>
        </p:sp>
      </p:grpSp>
      <p:sp>
        <p:nvSpPr>
          <p:cNvPr id="14" name="TextBox 10">
            <a:extLst>
              <a:ext uri="{FF2B5EF4-FFF2-40B4-BE49-F238E27FC236}">
                <a16:creationId xmlns:a16="http://schemas.microsoft.com/office/drawing/2014/main" id="{8A32D7D9-ECF5-98DF-B5AD-1A78A378295E}"/>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6593" cy="499110"/>
            <a:chOff x="0" y="0"/>
            <a:chExt cx="24408790" cy="665480"/>
          </a:xfrm>
        </p:grpSpPr>
        <p:sp>
          <p:nvSpPr>
            <p:cNvPr id="3" name="Freeform 3"/>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p:cNvGrpSpPr/>
          <p:nvPr/>
        </p:nvGrpSpPr>
        <p:grpSpPr>
          <a:xfrm>
            <a:off x="-9525" y="9797415"/>
            <a:ext cx="18306593" cy="499110"/>
            <a:chOff x="0" y="0"/>
            <a:chExt cx="24408790" cy="665480"/>
          </a:xfrm>
        </p:grpSpPr>
        <p:sp>
          <p:nvSpPr>
            <p:cNvPr id="6" name="Freeform 6"/>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grpSp>
        <p:nvGrpSpPr>
          <p:cNvPr id="11" name="Group 11"/>
          <p:cNvGrpSpPr/>
          <p:nvPr/>
        </p:nvGrpSpPr>
        <p:grpSpPr>
          <a:xfrm>
            <a:off x="754380" y="754380"/>
            <a:ext cx="13441680" cy="685800"/>
            <a:chOff x="0" y="0"/>
            <a:chExt cx="17922240" cy="914400"/>
          </a:xfrm>
        </p:grpSpPr>
        <p:sp>
          <p:nvSpPr>
            <p:cNvPr id="12" name="Freeform 12"/>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Final System Overview</a:t>
              </a:r>
              <a:endParaRPr lang="en-US" sz="3900">
                <a:solidFill>
                  <a:srgbClr val="000000"/>
                </a:solidFill>
                <a:latin typeface="Aptos Bold"/>
                <a:ea typeface="Aptos Bold"/>
                <a:cs typeface="Aptos Bold"/>
                <a:sym typeface="Aptos Bold"/>
              </a:endParaRPr>
            </a:p>
          </p:txBody>
        </p:sp>
      </p:grpSp>
      <p:sp>
        <p:nvSpPr>
          <p:cNvPr id="15" name="Freeform 15"/>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19" name="Group 19"/>
          <p:cNvGrpSpPr/>
          <p:nvPr/>
        </p:nvGrpSpPr>
        <p:grpSpPr>
          <a:xfrm>
            <a:off x="1097280" y="8503920"/>
            <a:ext cx="15910560" cy="384048"/>
            <a:chOff x="0" y="0"/>
            <a:chExt cx="21214080" cy="512064"/>
          </a:xfrm>
        </p:grpSpPr>
        <p:sp>
          <p:nvSpPr>
            <p:cNvPr id="20" name="Freeform 20"/>
            <p:cNvSpPr/>
            <p:nvPr/>
          </p:nvSpPr>
          <p:spPr>
            <a:xfrm>
              <a:off x="0" y="0"/>
              <a:ext cx="21214080" cy="512064"/>
            </a:xfrm>
            <a:custGeom>
              <a:avLst/>
              <a:gdLst/>
              <a:ahLst/>
              <a:cxnLst/>
              <a:rect l="l" t="t" r="r" b="b"/>
              <a:pathLst>
                <a:path w="21214080" h="512064">
                  <a:moveTo>
                    <a:pt x="0" y="0"/>
                  </a:moveTo>
                  <a:lnTo>
                    <a:pt x="21214080" y="0"/>
                  </a:lnTo>
                  <a:lnTo>
                    <a:pt x="21214080" y="512064"/>
                  </a:lnTo>
                  <a:lnTo>
                    <a:pt x="0" y="512064"/>
                  </a:lnTo>
                  <a:close/>
                </a:path>
              </a:pathLst>
            </a:custGeom>
            <a:blipFill>
              <a:blip r:embed="rId3">
                <a:alphaModFix amt="0"/>
              </a:blip>
              <a:stretch>
                <a:fillRect t="-757237" b="-757237"/>
              </a:stretch>
            </a:blipFill>
          </p:spPr>
          <p:txBody>
            <a:bodyPr/>
            <a:lstStyle/>
            <a:p>
              <a:endParaRPr lang="en-GB"/>
            </a:p>
          </p:txBody>
        </p:sp>
        <p:sp>
          <p:nvSpPr>
            <p:cNvPr id="21" name="TextBox 21"/>
            <p:cNvSpPr txBox="1"/>
            <p:nvPr/>
          </p:nvSpPr>
          <p:spPr>
            <a:xfrm>
              <a:off x="0" y="0"/>
              <a:ext cx="21214080" cy="512064"/>
            </a:xfrm>
            <a:prstGeom prst="rect">
              <a:avLst/>
            </a:prstGeom>
          </p:spPr>
          <p:txBody>
            <a:bodyPr lIns="0" tIns="0" rIns="0" bIns="0" rtlCol="0" anchor="ctr"/>
            <a:lstStyle/>
            <a:p>
              <a:pPr algn="ctr">
                <a:lnSpc>
                  <a:spcPts val="3240"/>
                </a:lnSpc>
              </a:pPr>
              <a:r>
                <a:rPr lang="en-US" sz="2700" b="1">
                  <a:solidFill>
                    <a:srgbClr val="123A63"/>
                  </a:solidFill>
                  <a:latin typeface="Aptos Bold"/>
                  <a:ea typeface="Aptos Bold"/>
                  <a:cs typeface="Aptos Bold"/>
                  <a:sym typeface="Aptos Bold"/>
                </a:rPr>
                <a:t>Key point: the CNN is a scene classifier, not a direct end-to-end motor controller.</a:t>
              </a:r>
            </a:p>
          </p:txBody>
        </p:sp>
      </p:grpSp>
      <p:grpSp>
        <p:nvGrpSpPr>
          <p:cNvPr id="22" name="Group 22"/>
          <p:cNvGrpSpPr/>
          <p:nvPr/>
        </p:nvGrpSpPr>
        <p:grpSpPr>
          <a:xfrm>
            <a:off x="17282160" y="9834372"/>
            <a:ext cx="411480" cy="219456"/>
            <a:chOff x="0" y="0"/>
            <a:chExt cx="548640" cy="292608"/>
          </a:xfrm>
        </p:grpSpPr>
        <p:sp>
          <p:nvSpPr>
            <p:cNvPr id="23" name="Freeform 23"/>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24" name="TextBox 24"/>
            <p:cNvSpPr txBox="1"/>
            <p:nvPr/>
          </p:nvSpPr>
          <p:spPr>
            <a:xfrm>
              <a:off x="0" y="-9525"/>
              <a:ext cx="548640" cy="302133"/>
            </a:xfrm>
            <a:prstGeom prst="rect">
              <a:avLst/>
            </a:prstGeom>
          </p:spPr>
          <p:txBody>
            <a:bodyPr lIns="0" tIns="0" rIns="0" bIns="0" rtlCol="0" anchor="ctr"/>
            <a:lstStyle/>
            <a:p>
              <a:pPr algn="r">
                <a:lnSpc>
                  <a:spcPts val="1620"/>
                </a:lnSpc>
              </a:pPr>
              <a:r>
                <a:rPr lang="en-US" sz="1350">
                  <a:solidFill>
                    <a:srgbClr val="667085"/>
                  </a:solidFill>
                  <a:latin typeface="Aptos"/>
                  <a:ea typeface="Aptos"/>
                  <a:cs typeface="Aptos"/>
                  <a:sym typeface="Aptos"/>
                </a:rPr>
                <a:t>3</a:t>
              </a:r>
            </a:p>
          </p:txBody>
        </p:sp>
      </p:grpSp>
      <p:pic>
        <p:nvPicPr>
          <p:cNvPr id="14" name="Picture 13">
            <a:extLst>
              <a:ext uri="{FF2B5EF4-FFF2-40B4-BE49-F238E27FC236}">
                <a16:creationId xmlns:a16="http://schemas.microsoft.com/office/drawing/2014/main" id="{35AD91CE-3AB7-0971-8F8B-98C0296EE51D}"/>
              </a:ext>
            </a:extLst>
          </p:cNvPr>
          <p:cNvPicPr>
            <a:picLocks noChangeAspect="1"/>
          </p:cNvPicPr>
          <p:nvPr/>
        </p:nvPicPr>
        <p:blipFill>
          <a:blip r:embed="rId4"/>
          <a:stretch>
            <a:fillRect/>
          </a:stretch>
        </p:blipFill>
        <p:spPr>
          <a:xfrm>
            <a:off x="19050" y="2361765"/>
            <a:ext cx="18287523" cy="4789588"/>
          </a:xfrm>
          <a:prstGeom prst="rect">
            <a:avLst/>
          </a:prstGeom>
        </p:spPr>
      </p:pic>
      <p:sp>
        <p:nvSpPr>
          <p:cNvPr id="16" name="TextBox 10">
            <a:extLst>
              <a:ext uri="{FF2B5EF4-FFF2-40B4-BE49-F238E27FC236}">
                <a16:creationId xmlns:a16="http://schemas.microsoft.com/office/drawing/2014/main" id="{C3353242-DB76-171B-2382-C29A974FC51A}"/>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4380" y="754380"/>
            <a:ext cx="13441680" cy="685800"/>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r>
              <a:rPr lang="en-US" sz="3900" b="1">
                <a:solidFill>
                  <a:srgbClr val="123A63"/>
                </a:solidFill>
                <a:latin typeface="Aptos Display"/>
                <a:ea typeface="Aptos Display" pitchFamily="34" charset="-122"/>
                <a:cs typeface="Aptos Display" pitchFamily="34" charset="-120"/>
              </a:rPr>
              <a:t>Implementation Workflow</a:t>
            </a:r>
            <a:endParaRPr lang="en-US" sz="3900" b="1">
              <a:solidFill>
                <a:srgbClr val="123A63"/>
              </a:solidFill>
              <a:latin typeface="Aptos Bold"/>
            </a:endParaRPr>
          </a:p>
        </p:txBody>
      </p:sp>
      <p:sp>
        <p:nvSpPr>
          <p:cNvPr id="4" name="Shape 2"/>
          <p:cNvSpPr/>
          <p:nvPr/>
        </p:nvSpPr>
        <p:spPr>
          <a:xfrm>
            <a:off x="3325458" y="2119929"/>
            <a:ext cx="521208" cy="521208"/>
          </a:xfrm>
          <a:prstGeom prst="ellipse">
            <a:avLst/>
          </a:prstGeom>
          <a:solidFill>
            <a:srgbClr val="1F4E79"/>
          </a:solidFill>
          <a:ln w="12700">
            <a:solidFill>
              <a:srgbClr val="1F4E79"/>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5" name="Text 3"/>
          <p:cNvSpPr/>
          <p:nvPr/>
        </p:nvSpPr>
        <p:spPr>
          <a:xfrm>
            <a:off x="3325458" y="2257089"/>
            <a:ext cx="521208" cy="16459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00" b="1">
                <a:solidFill>
                  <a:srgbClr val="FFFFFF"/>
                </a:solidFill>
              </a:rPr>
              <a:t>1</a:t>
            </a:r>
            <a:endParaRPr lang="en-US" sz="1800"/>
          </a:p>
        </p:txBody>
      </p:sp>
      <p:sp>
        <p:nvSpPr>
          <p:cNvPr id="6" name="Shape 4"/>
          <p:cNvSpPr/>
          <p:nvPr/>
        </p:nvSpPr>
        <p:spPr>
          <a:xfrm>
            <a:off x="3586062" y="2627421"/>
            <a:ext cx="0" cy="768096"/>
          </a:xfrm>
          <a:prstGeom prst="line">
            <a:avLst/>
          </a:prstGeom>
          <a:noFill/>
          <a:ln w="12700">
            <a:solidFill>
              <a:srgbClr val="B9C5D3"/>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7" name="Text 5"/>
          <p:cNvSpPr/>
          <p:nvPr/>
        </p:nvSpPr>
        <p:spPr>
          <a:xfrm>
            <a:off x="4189742" y="2249176"/>
            <a:ext cx="4526280" cy="30175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200" b="1">
                <a:solidFill>
                  <a:srgbClr val="123A63"/>
                </a:solidFill>
              </a:rPr>
              <a:t>Collect data in </a:t>
            </a:r>
            <a:r>
              <a:rPr lang="en-US" sz="3200" b="1" err="1">
                <a:solidFill>
                  <a:srgbClr val="123A63"/>
                </a:solidFill>
              </a:rPr>
              <a:t>Quanser</a:t>
            </a:r>
            <a:endParaRPr lang="en-US" sz="3200" err="1"/>
          </a:p>
        </p:txBody>
      </p:sp>
      <p:sp>
        <p:nvSpPr>
          <p:cNvPr id="9" name="Shape 7"/>
          <p:cNvSpPr/>
          <p:nvPr/>
        </p:nvSpPr>
        <p:spPr>
          <a:xfrm>
            <a:off x="3325458" y="3464097"/>
            <a:ext cx="521208" cy="521208"/>
          </a:xfrm>
          <a:prstGeom prst="ellipse">
            <a:avLst/>
          </a:prstGeom>
          <a:solidFill>
            <a:srgbClr val="D87E2A"/>
          </a:solidFill>
          <a:ln w="12700">
            <a:solidFill>
              <a:srgbClr val="D87E2A"/>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10" name="Text 8"/>
          <p:cNvSpPr/>
          <p:nvPr/>
        </p:nvSpPr>
        <p:spPr>
          <a:xfrm>
            <a:off x="3325458" y="3601257"/>
            <a:ext cx="521208" cy="16459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00" b="1">
                <a:solidFill>
                  <a:srgbClr val="FFFFFF"/>
                </a:solidFill>
              </a:rPr>
              <a:t>2</a:t>
            </a:r>
            <a:endParaRPr lang="en-US" sz="1800"/>
          </a:p>
        </p:txBody>
      </p:sp>
      <p:sp>
        <p:nvSpPr>
          <p:cNvPr id="11" name="Shape 9"/>
          <p:cNvSpPr/>
          <p:nvPr/>
        </p:nvSpPr>
        <p:spPr>
          <a:xfrm>
            <a:off x="3586062" y="3971589"/>
            <a:ext cx="0" cy="768096"/>
          </a:xfrm>
          <a:prstGeom prst="line">
            <a:avLst/>
          </a:prstGeom>
          <a:noFill/>
          <a:ln w="12700">
            <a:solidFill>
              <a:srgbClr val="B9C5D3"/>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12" name="Text 10"/>
          <p:cNvSpPr/>
          <p:nvPr/>
        </p:nvSpPr>
        <p:spPr>
          <a:xfrm>
            <a:off x="4189742" y="3593344"/>
            <a:ext cx="4526280" cy="30175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200" b="1">
                <a:solidFill>
                  <a:srgbClr val="123A63"/>
                </a:solidFill>
              </a:rPr>
              <a:t>Train outside </a:t>
            </a:r>
            <a:r>
              <a:rPr lang="en-US" sz="3200" b="1" err="1">
                <a:solidFill>
                  <a:srgbClr val="123A63"/>
                </a:solidFill>
              </a:rPr>
              <a:t>Quanser</a:t>
            </a:r>
            <a:endParaRPr lang="en-US" sz="3200" err="1"/>
          </a:p>
        </p:txBody>
      </p:sp>
      <p:sp>
        <p:nvSpPr>
          <p:cNvPr id="14" name="Shape 12"/>
          <p:cNvSpPr/>
          <p:nvPr/>
        </p:nvSpPr>
        <p:spPr>
          <a:xfrm>
            <a:off x="3325458" y="4808265"/>
            <a:ext cx="521208" cy="521208"/>
          </a:xfrm>
          <a:prstGeom prst="ellipse">
            <a:avLst/>
          </a:prstGeom>
          <a:solidFill>
            <a:srgbClr val="2F7F79"/>
          </a:solidFill>
          <a:ln w="12700">
            <a:solidFill>
              <a:srgbClr val="2F7F79"/>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15" name="Text 13"/>
          <p:cNvSpPr/>
          <p:nvPr/>
        </p:nvSpPr>
        <p:spPr>
          <a:xfrm>
            <a:off x="3325458" y="4945425"/>
            <a:ext cx="521208" cy="16459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00" b="1">
                <a:solidFill>
                  <a:srgbClr val="FFFFFF"/>
                </a:solidFill>
              </a:rPr>
              <a:t>3</a:t>
            </a:r>
            <a:endParaRPr lang="en-US" sz="1800"/>
          </a:p>
        </p:txBody>
      </p:sp>
      <p:sp>
        <p:nvSpPr>
          <p:cNvPr id="16" name="Shape 14"/>
          <p:cNvSpPr/>
          <p:nvPr/>
        </p:nvSpPr>
        <p:spPr>
          <a:xfrm>
            <a:off x="3586062" y="5315757"/>
            <a:ext cx="0" cy="768096"/>
          </a:xfrm>
          <a:prstGeom prst="line">
            <a:avLst/>
          </a:prstGeom>
          <a:noFill/>
          <a:ln w="12700">
            <a:solidFill>
              <a:srgbClr val="B9C5D3"/>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17" name="Text 15"/>
          <p:cNvSpPr/>
          <p:nvPr/>
        </p:nvSpPr>
        <p:spPr>
          <a:xfrm>
            <a:off x="4189742" y="4937512"/>
            <a:ext cx="4526280" cy="30175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200" b="1">
                <a:solidFill>
                  <a:srgbClr val="123A63"/>
                </a:solidFill>
              </a:rPr>
              <a:t>Save the model file</a:t>
            </a:r>
            <a:endParaRPr lang="en-US" sz="3200"/>
          </a:p>
        </p:txBody>
      </p:sp>
      <p:sp>
        <p:nvSpPr>
          <p:cNvPr id="19" name="Shape 17"/>
          <p:cNvSpPr/>
          <p:nvPr/>
        </p:nvSpPr>
        <p:spPr>
          <a:xfrm>
            <a:off x="3325458" y="6152433"/>
            <a:ext cx="521208" cy="521208"/>
          </a:xfrm>
          <a:prstGeom prst="ellipse">
            <a:avLst/>
          </a:prstGeom>
          <a:solidFill>
            <a:srgbClr val="1F4E79"/>
          </a:solidFill>
          <a:ln w="12700">
            <a:solidFill>
              <a:srgbClr val="1F4E79"/>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20" name="Text 18"/>
          <p:cNvSpPr/>
          <p:nvPr/>
        </p:nvSpPr>
        <p:spPr>
          <a:xfrm>
            <a:off x="3325458" y="6289593"/>
            <a:ext cx="521208" cy="16459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00" b="1">
                <a:solidFill>
                  <a:srgbClr val="FFFFFF"/>
                </a:solidFill>
              </a:rPr>
              <a:t>4</a:t>
            </a:r>
            <a:endParaRPr lang="en-US" sz="1800"/>
          </a:p>
        </p:txBody>
      </p:sp>
      <p:sp>
        <p:nvSpPr>
          <p:cNvPr id="21" name="Shape 19"/>
          <p:cNvSpPr/>
          <p:nvPr/>
        </p:nvSpPr>
        <p:spPr>
          <a:xfrm>
            <a:off x="3586062" y="6659925"/>
            <a:ext cx="0" cy="768096"/>
          </a:xfrm>
          <a:prstGeom prst="line">
            <a:avLst/>
          </a:prstGeom>
          <a:noFill/>
          <a:ln w="12700">
            <a:solidFill>
              <a:srgbClr val="B9C5D3"/>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22" name="Text 20"/>
          <p:cNvSpPr/>
          <p:nvPr/>
        </p:nvSpPr>
        <p:spPr>
          <a:xfrm>
            <a:off x="4189742" y="6292670"/>
            <a:ext cx="5348893" cy="293093"/>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200" b="1">
                <a:solidFill>
                  <a:srgbClr val="123A63"/>
                </a:solidFill>
              </a:rPr>
              <a:t>Load model back into </a:t>
            </a:r>
            <a:r>
              <a:rPr lang="en-US" sz="3200" b="1" err="1">
                <a:solidFill>
                  <a:srgbClr val="123A63"/>
                </a:solidFill>
              </a:rPr>
              <a:t>Quanser</a:t>
            </a:r>
            <a:endParaRPr lang="en-US" sz="3200" err="1"/>
          </a:p>
        </p:txBody>
      </p:sp>
      <p:sp>
        <p:nvSpPr>
          <p:cNvPr id="24" name="Shape 22"/>
          <p:cNvSpPr/>
          <p:nvPr/>
        </p:nvSpPr>
        <p:spPr>
          <a:xfrm>
            <a:off x="3325458" y="7496601"/>
            <a:ext cx="521208" cy="521208"/>
          </a:xfrm>
          <a:prstGeom prst="ellipse">
            <a:avLst/>
          </a:prstGeom>
          <a:solidFill>
            <a:srgbClr val="A54848"/>
          </a:solidFill>
          <a:ln w="12700">
            <a:solidFill>
              <a:srgbClr val="A54848"/>
            </a:solidFill>
            <a:prstDash val="solid"/>
          </a:ln>
        </p:spPr>
        <p:txBody>
          <a:bodyP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endParaRPr lang="en-US" sz="4050"/>
          </a:p>
        </p:txBody>
      </p:sp>
      <p:sp>
        <p:nvSpPr>
          <p:cNvPr id="25" name="Text 23"/>
          <p:cNvSpPr/>
          <p:nvPr/>
        </p:nvSpPr>
        <p:spPr>
          <a:xfrm>
            <a:off x="3325458" y="7633761"/>
            <a:ext cx="521208" cy="16459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ctr">
              <a:buNone/>
            </a:pPr>
            <a:r>
              <a:rPr lang="en-US" sz="1800" b="1">
                <a:solidFill>
                  <a:srgbClr val="FFFFFF"/>
                </a:solidFill>
              </a:rPr>
              <a:t>5</a:t>
            </a:r>
            <a:endParaRPr lang="en-US" sz="1800"/>
          </a:p>
        </p:txBody>
      </p:sp>
      <p:sp>
        <p:nvSpPr>
          <p:cNvPr id="26" name="Text 24"/>
          <p:cNvSpPr/>
          <p:nvPr/>
        </p:nvSpPr>
        <p:spPr>
          <a:xfrm>
            <a:off x="4189742" y="7625848"/>
            <a:ext cx="4526280" cy="301752"/>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buNone/>
            </a:pPr>
            <a:r>
              <a:rPr lang="en-US" sz="3200" b="1">
                <a:solidFill>
                  <a:srgbClr val="123A63"/>
                </a:solidFill>
              </a:rPr>
              <a:t>Iterate</a:t>
            </a:r>
            <a:r>
              <a:rPr lang="zh-CN" altLang="en-US" sz="3200" b="1">
                <a:solidFill>
                  <a:srgbClr val="123A63"/>
                </a:solidFill>
              </a:rPr>
              <a:t> </a:t>
            </a:r>
            <a:r>
              <a:rPr lang="en-US" altLang="zh-CN" sz="3200" b="1">
                <a:solidFill>
                  <a:srgbClr val="123A63"/>
                </a:solidFill>
              </a:rPr>
              <a:t>&amp;</a:t>
            </a:r>
            <a:r>
              <a:rPr lang="zh-CN" altLang="en-US" sz="3200" b="1">
                <a:solidFill>
                  <a:srgbClr val="123A63"/>
                </a:solidFill>
              </a:rPr>
              <a:t> </a:t>
            </a:r>
            <a:r>
              <a:rPr lang="en-US" altLang="zh-CN" sz="3200" b="1">
                <a:solidFill>
                  <a:srgbClr val="123A63"/>
                </a:solidFill>
              </a:rPr>
              <a:t>Final</a:t>
            </a:r>
            <a:r>
              <a:rPr lang="zh-CN" altLang="en-US" sz="3200" b="1">
                <a:solidFill>
                  <a:srgbClr val="123A63"/>
                </a:solidFill>
              </a:rPr>
              <a:t> </a:t>
            </a:r>
            <a:r>
              <a:rPr lang="en-US" altLang="zh-CN" sz="3200" b="1">
                <a:solidFill>
                  <a:srgbClr val="123A63"/>
                </a:solidFill>
              </a:rPr>
              <a:t>Test</a:t>
            </a:r>
            <a:endParaRPr lang="en-US" sz="3200"/>
          </a:p>
        </p:txBody>
      </p:sp>
      <p:sp>
        <p:nvSpPr>
          <p:cNvPr id="36" name="Text 34"/>
          <p:cNvSpPr/>
          <p:nvPr/>
        </p:nvSpPr>
        <p:spPr>
          <a:xfrm>
            <a:off x="17295412" y="9834372"/>
            <a:ext cx="411480" cy="219456"/>
          </a:xfrm>
          <a:prstGeom prst="rect">
            <a:avLst/>
          </a:prstGeom>
          <a:noFill/>
          <a:ln/>
        </p:spPr>
        <p:txBody>
          <a:bodyPr wrap="square" lIns="0" tIns="0" rIns="0" bIns="0" rtlCol="0" anchor="ctr"/>
          <a:lstStyle>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marL="0" indent="0" algn="r">
              <a:buNone/>
            </a:pPr>
            <a:r>
              <a:rPr lang="en-US" altLang="zh-CN" sz="1350">
                <a:solidFill>
                  <a:srgbClr val="667085"/>
                </a:solidFill>
              </a:rPr>
              <a:t>4</a:t>
            </a:r>
            <a:endParaRPr lang="en-US" sz="1350"/>
          </a:p>
        </p:txBody>
      </p:sp>
      <p:grpSp>
        <p:nvGrpSpPr>
          <p:cNvPr id="34" name="Group 50">
            <a:extLst>
              <a:ext uri="{FF2B5EF4-FFF2-40B4-BE49-F238E27FC236}">
                <a16:creationId xmlns:a16="http://schemas.microsoft.com/office/drawing/2014/main" id="{AF7590B2-E3DD-6C48-A4C1-B3FCD35AE817}"/>
              </a:ext>
            </a:extLst>
          </p:cNvPr>
          <p:cNvGrpSpPr/>
          <p:nvPr/>
        </p:nvGrpSpPr>
        <p:grpSpPr>
          <a:xfrm>
            <a:off x="11678676" y="3179130"/>
            <a:ext cx="4020869" cy="1050563"/>
            <a:chOff x="0" y="0"/>
            <a:chExt cx="3500120" cy="1342136"/>
          </a:xfrm>
        </p:grpSpPr>
        <p:sp>
          <p:nvSpPr>
            <p:cNvPr id="32" name="Freeform 51">
              <a:extLst>
                <a:ext uri="{FF2B5EF4-FFF2-40B4-BE49-F238E27FC236}">
                  <a16:creationId xmlns:a16="http://schemas.microsoft.com/office/drawing/2014/main" id="{395BEC1B-76E2-3D56-E600-9512BFAC99B3}"/>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33" name="Freeform 52">
              <a:extLst>
                <a:ext uri="{FF2B5EF4-FFF2-40B4-BE49-F238E27FC236}">
                  <a16:creationId xmlns:a16="http://schemas.microsoft.com/office/drawing/2014/main" id="{3D282A3B-4E93-F75D-EE27-DE4A1D0F59F9}"/>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39" name="Group 65">
            <a:extLst>
              <a:ext uri="{FF2B5EF4-FFF2-40B4-BE49-F238E27FC236}">
                <a16:creationId xmlns:a16="http://schemas.microsoft.com/office/drawing/2014/main" id="{4F5CB61E-00A4-79F4-0987-08DA650E4BF9}"/>
              </a:ext>
            </a:extLst>
          </p:cNvPr>
          <p:cNvGrpSpPr/>
          <p:nvPr/>
        </p:nvGrpSpPr>
        <p:grpSpPr>
          <a:xfrm>
            <a:off x="11678676" y="3547139"/>
            <a:ext cx="4023799" cy="417282"/>
            <a:chOff x="0" y="-237234"/>
            <a:chExt cx="3474720" cy="529842"/>
          </a:xfrm>
        </p:grpSpPr>
        <p:sp>
          <p:nvSpPr>
            <p:cNvPr id="37" name="Freeform 66">
              <a:extLst>
                <a:ext uri="{FF2B5EF4-FFF2-40B4-BE49-F238E27FC236}">
                  <a16:creationId xmlns:a16="http://schemas.microsoft.com/office/drawing/2014/main" id="{B0781AAD-108E-B7B0-F849-F8934B8918ED}"/>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38" name="TextBox 67">
              <a:extLst>
                <a:ext uri="{FF2B5EF4-FFF2-40B4-BE49-F238E27FC236}">
                  <a16:creationId xmlns:a16="http://schemas.microsoft.com/office/drawing/2014/main" id="{3307F383-E91F-D7FB-6940-881C03155045}"/>
                </a:ext>
              </a:extLst>
            </p:cNvPr>
            <p:cNvSpPr txBox="1"/>
            <p:nvPr/>
          </p:nvSpPr>
          <p:spPr>
            <a:xfrm>
              <a:off x="0" y="-237234"/>
              <a:ext cx="3474720" cy="292608"/>
            </a:xfrm>
            <a:prstGeom prst="rect">
              <a:avLst/>
            </a:prstGeom>
          </p:spPr>
          <p:txBody>
            <a:bodyPr lIns="0" tIns="0" rIns="0" bIns="0" rtlCol="0" anchor="ctr"/>
            <a:lstStyle/>
            <a:p>
              <a:pPr algn="ctr">
                <a:lnSpc>
                  <a:spcPts val="2879"/>
                </a:lnSpc>
              </a:pPr>
              <a:r>
                <a:rPr lang="en-US" sz="2400" b="1">
                  <a:solidFill>
                    <a:srgbClr val="123A63"/>
                  </a:solidFill>
                  <a:latin typeface="Aptos Bold"/>
                </a:rPr>
                <a:t>Yunhao Huang, Karthik</a:t>
              </a:r>
              <a:endParaRPr lang="en-US" altLang="zh-CN" sz="2400" b="1" err="1">
                <a:solidFill>
                  <a:srgbClr val="123A63"/>
                </a:solidFill>
                <a:latin typeface="Aptos Bold"/>
              </a:endParaRPr>
            </a:p>
          </p:txBody>
        </p:sp>
      </p:grpSp>
      <p:grpSp>
        <p:nvGrpSpPr>
          <p:cNvPr id="43" name="Group 80">
            <a:extLst>
              <a:ext uri="{FF2B5EF4-FFF2-40B4-BE49-F238E27FC236}">
                <a16:creationId xmlns:a16="http://schemas.microsoft.com/office/drawing/2014/main" id="{3F029644-B8D7-32CC-61AE-8D241673A425}"/>
              </a:ext>
            </a:extLst>
          </p:cNvPr>
          <p:cNvGrpSpPr/>
          <p:nvPr/>
        </p:nvGrpSpPr>
        <p:grpSpPr>
          <a:xfrm>
            <a:off x="11678676" y="1698176"/>
            <a:ext cx="4020869" cy="1045815"/>
            <a:chOff x="0" y="0"/>
            <a:chExt cx="3500120" cy="1342136"/>
          </a:xfrm>
        </p:grpSpPr>
        <p:sp>
          <p:nvSpPr>
            <p:cNvPr id="41" name="Freeform 81">
              <a:extLst>
                <a:ext uri="{FF2B5EF4-FFF2-40B4-BE49-F238E27FC236}">
                  <a16:creationId xmlns:a16="http://schemas.microsoft.com/office/drawing/2014/main" id="{D18C6171-154B-2365-9DE2-912929165160}"/>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42" name="Freeform 82">
              <a:extLst>
                <a:ext uri="{FF2B5EF4-FFF2-40B4-BE49-F238E27FC236}">
                  <a16:creationId xmlns:a16="http://schemas.microsoft.com/office/drawing/2014/main" id="{C52F97DC-EBF2-330C-E1D6-629D1EBDBDD6}"/>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47" name="Group 95">
            <a:extLst>
              <a:ext uri="{FF2B5EF4-FFF2-40B4-BE49-F238E27FC236}">
                <a16:creationId xmlns:a16="http://schemas.microsoft.com/office/drawing/2014/main" id="{C0DF70EB-DA92-20F2-97F4-86299C51EE6C}"/>
              </a:ext>
            </a:extLst>
          </p:cNvPr>
          <p:cNvGrpSpPr/>
          <p:nvPr/>
        </p:nvGrpSpPr>
        <p:grpSpPr>
          <a:xfrm>
            <a:off x="11678676" y="2083572"/>
            <a:ext cx="4023798" cy="224291"/>
            <a:chOff x="0" y="0"/>
            <a:chExt cx="3474720" cy="292608"/>
          </a:xfrm>
        </p:grpSpPr>
        <p:sp>
          <p:nvSpPr>
            <p:cNvPr id="45" name="Freeform 96">
              <a:extLst>
                <a:ext uri="{FF2B5EF4-FFF2-40B4-BE49-F238E27FC236}">
                  <a16:creationId xmlns:a16="http://schemas.microsoft.com/office/drawing/2014/main" id="{655EFEED-78AD-5F98-85FB-FCFDA7F662AA}"/>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lIns="91440" tIns="45720" rIns="91440" bIns="45720" anchor="t"/>
            <a:lstStyle/>
            <a:p>
              <a:endParaRPr lang="en-GB">
                <a:ea typeface="Calibri"/>
                <a:cs typeface="Calibri"/>
              </a:endParaRPr>
            </a:p>
          </p:txBody>
        </p:sp>
        <p:sp>
          <p:nvSpPr>
            <p:cNvPr id="46" name="TextBox 97">
              <a:extLst>
                <a:ext uri="{FF2B5EF4-FFF2-40B4-BE49-F238E27FC236}">
                  <a16:creationId xmlns:a16="http://schemas.microsoft.com/office/drawing/2014/main" id="{25C3553E-6BB6-9B19-7490-E799FBEBC991}"/>
                </a:ext>
              </a:extLst>
            </p:cNvPr>
            <p:cNvSpPr txBox="1"/>
            <p:nvPr/>
          </p:nvSpPr>
          <p:spPr>
            <a:xfrm>
              <a:off x="0" y="0"/>
              <a:ext cx="3474720" cy="292608"/>
            </a:xfrm>
            <a:prstGeom prst="rect">
              <a:avLst/>
            </a:prstGeom>
          </p:spPr>
          <p:txBody>
            <a:bodyPr lIns="0" tIns="0" rIns="0" bIns="0" rtlCol="0" anchor="ctr"/>
            <a:lstStyle/>
            <a:p>
              <a:pPr algn="ctr">
                <a:lnSpc>
                  <a:spcPts val="2879"/>
                </a:lnSpc>
              </a:pPr>
              <a:r>
                <a:rPr lang="en-US" sz="2400" b="1">
                  <a:solidFill>
                    <a:srgbClr val="123A63"/>
                  </a:solidFill>
                  <a:latin typeface="Aptos Bold"/>
                  <a:ea typeface="Aptos Bold"/>
                  <a:cs typeface="Aptos Bold"/>
                  <a:sym typeface="Aptos Bold"/>
                </a:rPr>
                <a:t>Xiaowei Xiao, Sheng Ruan</a:t>
              </a:r>
              <a:endParaRPr lang="en-US" sz="2400">
                <a:solidFill>
                  <a:srgbClr val="000000"/>
                </a:solidFill>
                <a:latin typeface="Aptos Bold"/>
                <a:ea typeface="Aptos Bold"/>
                <a:cs typeface="Aptos Bold"/>
                <a:sym typeface="Aptos Bold"/>
              </a:endParaRPr>
            </a:p>
          </p:txBody>
        </p:sp>
      </p:grpSp>
      <p:grpSp>
        <p:nvGrpSpPr>
          <p:cNvPr id="67" name="Group 80">
            <a:extLst>
              <a:ext uri="{FF2B5EF4-FFF2-40B4-BE49-F238E27FC236}">
                <a16:creationId xmlns:a16="http://schemas.microsoft.com/office/drawing/2014/main" id="{8AAD20D4-88E4-4133-CB58-4343DF6FCFE2}"/>
              </a:ext>
            </a:extLst>
          </p:cNvPr>
          <p:cNvGrpSpPr/>
          <p:nvPr/>
        </p:nvGrpSpPr>
        <p:grpSpPr>
          <a:xfrm>
            <a:off x="11678676" y="4660084"/>
            <a:ext cx="4020869" cy="1045815"/>
            <a:chOff x="0" y="0"/>
            <a:chExt cx="3500120" cy="1342136"/>
          </a:xfrm>
        </p:grpSpPr>
        <p:sp>
          <p:nvSpPr>
            <p:cNvPr id="68" name="Freeform 81">
              <a:extLst>
                <a:ext uri="{FF2B5EF4-FFF2-40B4-BE49-F238E27FC236}">
                  <a16:creationId xmlns:a16="http://schemas.microsoft.com/office/drawing/2014/main" id="{5F059086-C6C8-0D6A-673F-E19311C3B724}"/>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69" name="Freeform 82">
              <a:extLst>
                <a:ext uri="{FF2B5EF4-FFF2-40B4-BE49-F238E27FC236}">
                  <a16:creationId xmlns:a16="http://schemas.microsoft.com/office/drawing/2014/main" id="{FFCDCA5C-1F67-34CE-A152-F4B7E7B36A1B}"/>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70" name="Group 95">
            <a:extLst>
              <a:ext uri="{FF2B5EF4-FFF2-40B4-BE49-F238E27FC236}">
                <a16:creationId xmlns:a16="http://schemas.microsoft.com/office/drawing/2014/main" id="{D5BA3995-F0B5-6069-9903-2B7606F6E7A1}"/>
              </a:ext>
            </a:extLst>
          </p:cNvPr>
          <p:cNvGrpSpPr/>
          <p:nvPr/>
        </p:nvGrpSpPr>
        <p:grpSpPr>
          <a:xfrm>
            <a:off x="11678676" y="5072956"/>
            <a:ext cx="4023798" cy="224291"/>
            <a:chOff x="0" y="0"/>
            <a:chExt cx="3474720" cy="292608"/>
          </a:xfrm>
        </p:grpSpPr>
        <p:sp>
          <p:nvSpPr>
            <p:cNvPr id="71" name="Freeform 96">
              <a:extLst>
                <a:ext uri="{FF2B5EF4-FFF2-40B4-BE49-F238E27FC236}">
                  <a16:creationId xmlns:a16="http://schemas.microsoft.com/office/drawing/2014/main" id="{FF915C8E-8B5A-0E97-E348-FAAA9E84FF59}"/>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lIns="91440" tIns="45720" rIns="91440" bIns="45720" anchor="t"/>
            <a:lstStyle/>
            <a:p>
              <a:endParaRPr lang="en-GB">
                <a:ea typeface="Calibri"/>
                <a:cs typeface="Calibri"/>
              </a:endParaRPr>
            </a:p>
          </p:txBody>
        </p:sp>
        <p:sp>
          <p:nvSpPr>
            <p:cNvPr id="72" name="TextBox 97">
              <a:extLst>
                <a:ext uri="{FF2B5EF4-FFF2-40B4-BE49-F238E27FC236}">
                  <a16:creationId xmlns:a16="http://schemas.microsoft.com/office/drawing/2014/main" id="{27F07FDB-278F-106C-D9B1-946D552D4288}"/>
                </a:ext>
              </a:extLst>
            </p:cNvPr>
            <p:cNvSpPr txBox="1"/>
            <p:nvPr/>
          </p:nvSpPr>
          <p:spPr>
            <a:xfrm>
              <a:off x="0" y="0"/>
              <a:ext cx="3474720" cy="292608"/>
            </a:xfrm>
            <a:prstGeom prst="rect">
              <a:avLst/>
            </a:prstGeom>
          </p:spPr>
          <p:txBody>
            <a:bodyPr lIns="0" tIns="0" rIns="0" bIns="0" rtlCol="0" anchor="ctr"/>
            <a:lstStyle/>
            <a:p>
              <a:pPr algn="ctr">
                <a:lnSpc>
                  <a:spcPts val="2879"/>
                </a:lnSpc>
              </a:pPr>
              <a:r>
                <a:rPr lang="en-US" sz="2400" b="1">
                  <a:solidFill>
                    <a:srgbClr val="123A63"/>
                  </a:solidFill>
                  <a:latin typeface="Aptos Bold"/>
                  <a:sym typeface="Aptos Bold"/>
                </a:rPr>
                <a:t>Tao Bai</a:t>
              </a:r>
              <a:endParaRPr lang="zh-CN" altLang="en-US"/>
            </a:p>
          </p:txBody>
        </p:sp>
      </p:grpSp>
      <p:grpSp>
        <p:nvGrpSpPr>
          <p:cNvPr id="73" name="Group 50">
            <a:extLst>
              <a:ext uri="{FF2B5EF4-FFF2-40B4-BE49-F238E27FC236}">
                <a16:creationId xmlns:a16="http://schemas.microsoft.com/office/drawing/2014/main" id="{1E28BCE8-9C42-BEC8-2508-9EEB969FDE33}"/>
              </a:ext>
            </a:extLst>
          </p:cNvPr>
          <p:cNvGrpSpPr/>
          <p:nvPr/>
        </p:nvGrpSpPr>
        <p:grpSpPr>
          <a:xfrm>
            <a:off x="11678676" y="6141039"/>
            <a:ext cx="4020869" cy="1050563"/>
            <a:chOff x="0" y="0"/>
            <a:chExt cx="3500120" cy="1342136"/>
          </a:xfrm>
        </p:grpSpPr>
        <p:sp>
          <p:nvSpPr>
            <p:cNvPr id="74" name="Freeform 51">
              <a:extLst>
                <a:ext uri="{FF2B5EF4-FFF2-40B4-BE49-F238E27FC236}">
                  <a16:creationId xmlns:a16="http://schemas.microsoft.com/office/drawing/2014/main" id="{01A74064-DDEC-2CC9-AF81-530D20B5CD1D}"/>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75" name="Freeform 52">
              <a:extLst>
                <a:ext uri="{FF2B5EF4-FFF2-40B4-BE49-F238E27FC236}">
                  <a16:creationId xmlns:a16="http://schemas.microsoft.com/office/drawing/2014/main" id="{91410B3E-7117-A8CD-F464-665CEEB4B442}"/>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76" name="Group 65">
            <a:extLst>
              <a:ext uri="{FF2B5EF4-FFF2-40B4-BE49-F238E27FC236}">
                <a16:creationId xmlns:a16="http://schemas.microsoft.com/office/drawing/2014/main" id="{8E78C105-58F3-3581-AD0C-C41B2F986087}"/>
              </a:ext>
            </a:extLst>
          </p:cNvPr>
          <p:cNvGrpSpPr/>
          <p:nvPr/>
        </p:nvGrpSpPr>
        <p:grpSpPr>
          <a:xfrm>
            <a:off x="11678676" y="6525532"/>
            <a:ext cx="4023799" cy="351340"/>
            <a:chOff x="0" y="-153505"/>
            <a:chExt cx="3474720" cy="446113"/>
          </a:xfrm>
        </p:grpSpPr>
        <p:sp>
          <p:nvSpPr>
            <p:cNvPr id="77" name="Freeform 66">
              <a:extLst>
                <a:ext uri="{FF2B5EF4-FFF2-40B4-BE49-F238E27FC236}">
                  <a16:creationId xmlns:a16="http://schemas.microsoft.com/office/drawing/2014/main" id="{CADE76F4-FE49-4AEA-EDBB-7ED1BAB2CF62}"/>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78" name="TextBox 67">
              <a:extLst>
                <a:ext uri="{FF2B5EF4-FFF2-40B4-BE49-F238E27FC236}">
                  <a16:creationId xmlns:a16="http://schemas.microsoft.com/office/drawing/2014/main" id="{34FBFD13-891E-4722-6C8B-480A60E03976}"/>
                </a:ext>
              </a:extLst>
            </p:cNvPr>
            <p:cNvSpPr txBox="1"/>
            <p:nvPr/>
          </p:nvSpPr>
          <p:spPr>
            <a:xfrm>
              <a:off x="0" y="-153505"/>
              <a:ext cx="3474720" cy="292608"/>
            </a:xfrm>
            <a:prstGeom prst="rect">
              <a:avLst/>
            </a:prstGeom>
          </p:spPr>
          <p:txBody>
            <a:bodyPr lIns="0" tIns="0" rIns="0" bIns="0" rtlCol="0" anchor="ctr"/>
            <a:lstStyle/>
            <a:p>
              <a:pPr algn="ctr">
                <a:lnSpc>
                  <a:spcPts val="2879"/>
                </a:lnSpc>
              </a:pPr>
              <a:r>
                <a:rPr lang="en-US" sz="2400" b="1">
                  <a:solidFill>
                    <a:srgbClr val="123A63"/>
                  </a:solidFill>
                  <a:latin typeface="Aptos Bold"/>
                </a:rPr>
                <a:t>Nev Cohen</a:t>
              </a:r>
              <a:endParaRPr lang="zh-CN" altLang="en-US"/>
            </a:p>
          </p:txBody>
        </p:sp>
      </p:grpSp>
      <p:grpSp>
        <p:nvGrpSpPr>
          <p:cNvPr id="79" name="Group 80">
            <a:extLst>
              <a:ext uri="{FF2B5EF4-FFF2-40B4-BE49-F238E27FC236}">
                <a16:creationId xmlns:a16="http://schemas.microsoft.com/office/drawing/2014/main" id="{1BA4B487-5751-2539-79D3-8463A797CF65}"/>
              </a:ext>
            </a:extLst>
          </p:cNvPr>
          <p:cNvGrpSpPr/>
          <p:nvPr/>
        </p:nvGrpSpPr>
        <p:grpSpPr>
          <a:xfrm>
            <a:off x="11678676" y="7621993"/>
            <a:ext cx="4020869" cy="1045815"/>
            <a:chOff x="0" y="0"/>
            <a:chExt cx="3500120" cy="1342136"/>
          </a:xfrm>
        </p:grpSpPr>
        <p:sp>
          <p:nvSpPr>
            <p:cNvPr id="80" name="Freeform 81">
              <a:extLst>
                <a:ext uri="{FF2B5EF4-FFF2-40B4-BE49-F238E27FC236}">
                  <a16:creationId xmlns:a16="http://schemas.microsoft.com/office/drawing/2014/main" id="{84747E6E-5BC5-9324-6E3E-768599E1CDAB}"/>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81" name="Freeform 82">
              <a:extLst>
                <a:ext uri="{FF2B5EF4-FFF2-40B4-BE49-F238E27FC236}">
                  <a16:creationId xmlns:a16="http://schemas.microsoft.com/office/drawing/2014/main" id="{C9C362CD-5B42-2A79-E703-4A0E8E277A53}"/>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82" name="Group 95">
            <a:extLst>
              <a:ext uri="{FF2B5EF4-FFF2-40B4-BE49-F238E27FC236}">
                <a16:creationId xmlns:a16="http://schemas.microsoft.com/office/drawing/2014/main" id="{FAF3EF69-76FD-6C3B-FE3F-E4456BFB6B5A}"/>
              </a:ext>
            </a:extLst>
          </p:cNvPr>
          <p:cNvGrpSpPr/>
          <p:nvPr/>
        </p:nvGrpSpPr>
        <p:grpSpPr>
          <a:xfrm>
            <a:off x="11678676" y="8040359"/>
            <a:ext cx="4023798" cy="224291"/>
            <a:chOff x="0" y="0"/>
            <a:chExt cx="3474720" cy="292608"/>
          </a:xfrm>
        </p:grpSpPr>
        <p:sp>
          <p:nvSpPr>
            <p:cNvPr id="83" name="Freeform 96">
              <a:extLst>
                <a:ext uri="{FF2B5EF4-FFF2-40B4-BE49-F238E27FC236}">
                  <a16:creationId xmlns:a16="http://schemas.microsoft.com/office/drawing/2014/main" id="{A4D86CAC-722F-3968-588D-815F168E3DBB}"/>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lIns="91440" tIns="45720" rIns="91440" bIns="45720" anchor="t"/>
            <a:lstStyle/>
            <a:p>
              <a:endParaRPr lang="en-GB">
                <a:ea typeface="Calibri"/>
                <a:cs typeface="Calibri"/>
              </a:endParaRPr>
            </a:p>
          </p:txBody>
        </p:sp>
        <p:sp>
          <p:nvSpPr>
            <p:cNvPr id="84" name="TextBox 97">
              <a:extLst>
                <a:ext uri="{FF2B5EF4-FFF2-40B4-BE49-F238E27FC236}">
                  <a16:creationId xmlns:a16="http://schemas.microsoft.com/office/drawing/2014/main" id="{A7EA089F-D2ED-EA5A-921D-A40632762350}"/>
                </a:ext>
              </a:extLst>
            </p:cNvPr>
            <p:cNvSpPr txBox="1"/>
            <p:nvPr/>
          </p:nvSpPr>
          <p:spPr>
            <a:xfrm>
              <a:off x="0" y="0"/>
              <a:ext cx="3474720" cy="292608"/>
            </a:xfrm>
            <a:prstGeom prst="rect">
              <a:avLst/>
            </a:prstGeom>
          </p:spPr>
          <p:txBody>
            <a:bodyPr lIns="0" tIns="0" rIns="0" bIns="0" rtlCol="0" anchor="ctr"/>
            <a:lstStyle/>
            <a:p>
              <a:pPr algn="ctr">
                <a:lnSpc>
                  <a:spcPts val="2879"/>
                </a:lnSpc>
              </a:pPr>
              <a:r>
                <a:rPr lang="en-US" sz="2400" b="1" err="1">
                  <a:solidFill>
                    <a:srgbClr val="123A63"/>
                  </a:solidFill>
                  <a:latin typeface="Aptos Bold"/>
                  <a:sym typeface="Aptos Bold"/>
                </a:rPr>
                <a:t>Yaocheng</a:t>
              </a:r>
              <a:r>
                <a:rPr lang="en-US" sz="2400" b="1">
                  <a:solidFill>
                    <a:srgbClr val="123A63"/>
                  </a:solidFill>
                  <a:latin typeface="Aptos Bold"/>
                  <a:sym typeface="Aptos Bold"/>
                </a:rPr>
                <a:t> Wan, Xiaowei Xiao</a:t>
              </a:r>
              <a:endParaRPr lang="zh-CN" altLang="en-US"/>
            </a:p>
          </p:txBody>
        </p:sp>
      </p:grpSp>
      <p:sp>
        <p:nvSpPr>
          <p:cNvPr id="86" name="箭头: 燕尾形 85">
            <a:extLst>
              <a:ext uri="{FF2B5EF4-FFF2-40B4-BE49-F238E27FC236}">
                <a16:creationId xmlns:a16="http://schemas.microsoft.com/office/drawing/2014/main" id="{64097CC6-2CC8-30A0-310D-E6E58EBB44B8}"/>
              </a:ext>
            </a:extLst>
          </p:cNvPr>
          <p:cNvSpPr/>
          <p:nvPr/>
        </p:nvSpPr>
        <p:spPr>
          <a:xfrm>
            <a:off x="9946207" y="2185245"/>
            <a:ext cx="970383" cy="382555"/>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箭头: 燕尾形 86">
            <a:extLst>
              <a:ext uri="{FF2B5EF4-FFF2-40B4-BE49-F238E27FC236}">
                <a16:creationId xmlns:a16="http://schemas.microsoft.com/office/drawing/2014/main" id="{5DE7AB3C-ED92-0104-2888-DE3CCF6F70D4}"/>
              </a:ext>
            </a:extLst>
          </p:cNvPr>
          <p:cNvSpPr/>
          <p:nvPr/>
        </p:nvSpPr>
        <p:spPr>
          <a:xfrm>
            <a:off x="9946207" y="3570034"/>
            <a:ext cx="970383" cy="382555"/>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箭头: 燕尾形 87">
            <a:extLst>
              <a:ext uri="{FF2B5EF4-FFF2-40B4-BE49-F238E27FC236}">
                <a16:creationId xmlns:a16="http://schemas.microsoft.com/office/drawing/2014/main" id="{D2976238-1D05-1D67-93B2-F71ACC86E569}"/>
              </a:ext>
            </a:extLst>
          </p:cNvPr>
          <p:cNvSpPr/>
          <p:nvPr/>
        </p:nvSpPr>
        <p:spPr>
          <a:xfrm>
            <a:off x="9946207" y="6339611"/>
            <a:ext cx="970383" cy="382555"/>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箭头: 燕尾形 89">
            <a:extLst>
              <a:ext uri="{FF2B5EF4-FFF2-40B4-BE49-F238E27FC236}">
                <a16:creationId xmlns:a16="http://schemas.microsoft.com/office/drawing/2014/main" id="{9726ED2F-B1FA-AB78-C996-901867D36D4F}"/>
              </a:ext>
            </a:extLst>
          </p:cNvPr>
          <p:cNvSpPr/>
          <p:nvPr/>
        </p:nvSpPr>
        <p:spPr>
          <a:xfrm>
            <a:off x="9946207" y="4954822"/>
            <a:ext cx="970383" cy="382555"/>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箭头: 燕尾形 90">
            <a:extLst>
              <a:ext uri="{FF2B5EF4-FFF2-40B4-BE49-F238E27FC236}">
                <a16:creationId xmlns:a16="http://schemas.microsoft.com/office/drawing/2014/main" id="{C0ECD2D8-0885-507C-D267-21863E71A5FA}"/>
              </a:ext>
            </a:extLst>
          </p:cNvPr>
          <p:cNvSpPr/>
          <p:nvPr/>
        </p:nvSpPr>
        <p:spPr>
          <a:xfrm>
            <a:off x="9946207" y="7724399"/>
            <a:ext cx="970383" cy="382555"/>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10">
            <a:extLst>
              <a:ext uri="{FF2B5EF4-FFF2-40B4-BE49-F238E27FC236}">
                <a16:creationId xmlns:a16="http://schemas.microsoft.com/office/drawing/2014/main" id="{F65A0337-A2D7-C4EF-5A25-E73EC537BAB9}"/>
              </a:ext>
            </a:extLst>
          </p:cNvPr>
          <p:cNvSpPr txBox="1"/>
          <p:nvPr/>
        </p:nvSpPr>
        <p:spPr>
          <a:xfrm>
            <a:off x="617220" y="9953781"/>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1164116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26B1D-14ED-9771-2A79-9E81F868AD8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724E2D8-8AAB-F80C-D424-AE805354AF1B}"/>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DA498082-83E0-5611-E581-21797C55D797}"/>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78F49572-F134-7221-4DBE-AB74D0BFB8BC}"/>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8855F781-5A76-BF05-0D7C-76BB79CAFE7A}"/>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C92B1131-7BDC-E030-3045-CBC1BD24425D}"/>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80A89550-A4C1-3BCA-15F7-AD8A74FBFA2B}"/>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a:extLst>
              <a:ext uri="{FF2B5EF4-FFF2-40B4-BE49-F238E27FC236}">
                <a16:creationId xmlns:a16="http://schemas.microsoft.com/office/drawing/2014/main" id="{17AC7FE5-2ABC-5907-9232-63B3F3AA734F}"/>
              </a:ext>
            </a:extLst>
          </p:cNvPr>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a:extLst>
              <a:ext uri="{FF2B5EF4-FFF2-40B4-BE49-F238E27FC236}">
                <a16:creationId xmlns:a16="http://schemas.microsoft.com/office/drawing/2014/main" id="{15FFDB3D-5950-848A-91AD-A423C68251AB}"/>
              </a:ext>
            </a:extLst>
          </p:cNvPr>
          <p:cNvGrpSpPr/>
          <p:nvPr/>
        </p:nvGrpSpPr>
        <p:grpSpPr>
          <a:xfrm>
            <a:off x="754380" y="754380"/>
            <a:ext cx="13441680" cy="734932"/>
            <a:chOff x="0" y="0"/>
            <a:chExt cx="17922240" cy="979909"/>
          </a:xfrm>
        </p:grpSpPr>
        <p:sp>
          <p:nvSpPr>
            <p:cNvPr id="12" name="Freeform 12">
              <a:extLst>
                <a:ext uri="{FF2B5EF4-FFF2-40B4-BE49-F238E27FC236}">
                  <a16:creationId xmlns:a16="http://schemas.microsoft.com/office/drawing/2014/main" id="{F436D857-9FFD-B158-42EE-195368AF528B}"/>
                </a:ext>
              </a:extLst>
            </p:cNvPr>
            <p:cNvSpPr/>
            <p:nvPr/>
          </p:nvSpPr>
          <p:spPr>
            <a:xfrm>
              <a:off x="0" y="0"/>
              <a:ext cx="17922239" cy="979909"/>
            </a:xfrm>
            <a:custGeom>
              <a:avLst/>
              <a:gdLst/>
              <a:ahLst/>
              <a:cxnLst/>
              <a:rect l="l" t="t" r="r" b="b"/>
              <a:pathLst>
                <a:path w="17922239" h="979909">
                  <a:moveTo>
                    <a:pt x="0" y="0"/>
                  </a:moveTo>
                  <a:lnTo>
                    <a:pt x="17922239" y="0"/>
                  </a:lnTo>
                  <a:lnTo>
                    <a:pt x="17922239" y="979909"/>
                  </a:lnTo>
                  <a:lnTo>
                    <a:pt x="0" y="979909"/>
                  </a:lnTo>
                  <a:close/>
                </a:path>
              </a:pathLst>
            </a:custGeom>
            <a:blipFill>
              <a:blip r:embed="rId3">
                <a:alphaModFix amt="0"/>
              </a:blip>
              <a:stretch>
                <a:fillRect t="-309718" b="-303032"/>
              </a:stretch>
            </a:blipFill>
          </p:spPr>
          <p:txBody>
            <a:bodyPr/>
            <a:lstStyle/>
            <a:p>
              <a:endParaRPr lang="en-GB"/>
            </a:p>
          </p:txBody>
        </p:sp>
        <p:sp>
          <p:nvSpPr>
            <p:cNvPr id="13" name="TextBox 13">
              <a:extLst>
                <a:ext uri="{FF2B5EF4-FFF2-40B4-BE49-F238E27FC236}">
                  <a16:creationId xmlns:a16="http://schemas.microsoft.com/office/drawing/2014/main" id="{401C9A2F-B6D1-A1DC-B46C-76BD307FC67B}"/>
                </a:ext>
              </a:extLst>
            </p:cNvPr>
            <p:cNvSpPr txBox="1"/>
            <p:nvPr/>
          </p:nvSpPr>
          <p:spPr>
            <a:xfrm>
              <a:off x="0" y="0"/>
              <a:ext cx="17922240" cy="979909"/>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Data Selection and Labelling</a:t>
              </a:r>
            </a:p>
          </p:txBody>
        </p:sp>
      </p:grpSp>
      <p:sp>
        <p:nvSpPr>
          <p:cNvPr id="15" name="Freeform 15">
            <a:extLst>
              <a:ext uri="{FF2B5EF4-FFF2-40B4-BE49-F238E27FC236}">
                <a16:creationId xmlns:a16="http://schemas.microsoft.com/office/drawing/2014/main" id="{14506C9C-CF9E-56B5-196F-0BA44BC6B849}"/>
              </a:ext>
            </a:extLst>
          </p:cNvPr>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17" name="Group 17">
            <a:extLst>
              <a:ext uri="{FF2B5EF4-FFF2-40B4-BE49-F238E27FC236}">
                <a16:creationId xmlns:a16="http://schemas.microsoft.com/office/drawing/2014/main" id="{C0CA17A8-5BDE-573F-C0B3-DABB5AE931F8}"/>
              </a:ext>
            </a:extLst>
          </p:cNvPr>
          <p:cNvGrpSpPr/>
          <p:nvPr/>
        </p:nvGrpSpPr>
        <p:grpSpPr>
          <a:xfrm>
            <a:off x="404047" y="2195096"/>
            <a:ext cx="4650967" cy="1100781"/>
            <a:chOff x="0" y="0"/>
            <a:chExt cx="7249161" cy="9334084"/>
          </a:xfrm>
        </p:grpSpPr>
        <p:sp>
          <p:nvSpPr>
            <p:cNvPr id="18" name="Freeform 18">
              <a:extLst>
                <a:ext uri="{FF2B5EF4-FFF2-40B4-BE49-F238E27FC236}">
                  <a16:creationId xmlns:a16="http://schemas.microsoft.com/office/drawing/2014/main" id="{8306983A-03C2-0B3D-0E64-774D37806783}"/>
                </a:ext>
              </a:extLst>
            </p:cNvPr>
            <p:cNvSpPr/>
            <p:nvPr/>
          </p:nvSpPr>
          <p:spPr>
            <a:xfrm>
              <a:off x="890017" y="5336682"/>
              <a:ext cx="5565648" cy="3997402"/>
            </a:xfrm>
            <a:custGeom>
              <a:avLst/>
              <a:gdLst/>
              <a:ahLst/>
              <a:cxnLst/>
              <a:rect l="l" t="t" r="r" b="b"/>
              <a:pathLst>
                <a:path w="7223761" h="8778240">
                  <a:moveTo>
                    <a:pt x="0" y="146431"/>
                  </a:moveTo>
                  <a:cubicBezTo>
                    <a:pt x="0" y="65532"/>
                    <a:pt x="65532" y="0"/>
                    <a:pt x="146304" y="0"/>
                  </a:cubicBezTo>
                  <a:lnTo>
                    <a:pt x="7077456" y="0"/>
                  </a:lnTo>
                  <a:cubicBezTo>
                    <a:pt x="7158228" y="0"/>
                    <a:pt x="7223761" y="65532"/>
                    <a:pt x="7223761" y="146431"/>
                  </a:cubicBezTo>
                  <a:lnTo>
                    <a:pt x="7223761" y="8631809"/>
                  </a:lnTo>
                  <a:cubicBezTo>
                    <a:pt x="7223761" y="8712708"/>
                    <a:pt x="7158228" y="8778240"/>
                    <a:pt x="7077456" y="8778240"/>
                  </a:cubicBezTo>
                  <a:lnTo>
                    <a:pt x="146304" y="8778240"/>
                  </a:lnTo>
                  <a:cubicBezTo>
                    <a:pt x="65532" y="8778240"/>
                    <a:pt x="0" y="8712708"/>
                    <a:pt x="0" y="8631809"/>
                  </a:cubicBezTo>
                  <a:close/>
                </a:path>
              </a:pathLst>
            </a:custGeom>
            <a:solidFill>
              <a:srgbClr val="FFFFFF"/>
            </a:solidFill>
          </p:spPr>
          <p:txBody>
            <a:bodyPr/>
            <a:lstStyle/>
            <a:p>
              <a:r>
                <a:rPr lang="zh-CN" altLang="en-US"/>
                <a:t>   </a:t>
              </a:r>
              <a:r>
                <a:rPr lang="en-US" altLang="zh-CN"/>
                <a:t>PID</a:t>
              </a:r>
              <a:r>
                <a:rPr lang="zh-CN" altLang="en-US"/>
                <a:t> </a:t>
              </a:r>
              <a:r>
                <a:rPr lang="en-US" altLang="zh-CN"/>
                <a:t>&amp;</a:t>
              </a:r>
              <a:r>
                <a:rPr lang="zh-CN" altLang="en-US"/>
                <a:t> </a:t>
              </a:r>
              <a:r>
                <a:rPr lang="en-US" altLang="zh-CN"/>
                <a:t>Manual</a:t>
              </a:r>
            </a:p>
            <a:p>
              <a:endParaRPr lang="en-US"/>
            </a:p>
            <a:p>
              <a:endParaRPr lang="en-US"/>
            </a:p>
            <a:p>
              <a:endParaRPr lang="en-GB"/>
            </a:p>
          </p:txBody>
        </p:sp>
        <p:sp>
          <p:nvSpPr>
            <p:cNvPr id="19" name="Freeform 19">
              <a:extLst>
                <a:ext uri="{FF2B5EF4-FFF2-40B4-BE49-F238E27FC236}">
                  <a16:creationId xmlns:a16="http://schemas.microsoft.com/office/drawing/2014/main" id="{B0247429-8407-3EB4-9885-44031804A664}"/>
                </a:ext>
              </a:extLst>
            </p:cNvPr>
            <p:cNvSpPr/>
            <p:nvPr/>
          </p:nvSpPr>
          <p:spPr>
            <a:xfrm>
              <a:off x="0" y="0"/>
              <a:ext cx="7249161" cy="8803640"/>
            </a:xfrm>
            <a:custGeom>
              <a:avLst/>
              <a:gdLst/>
              <a:ahLst/>
              <a:cxnLst/>
              <a:rect l="l" t="t" r="r" b="b"/>
              <a:pathLst>
                <a:path w="7249161" h="8803640">
                  <a:moveTo>
                    <a:pt x="0" y="159131"/>
                  </a:moveTo>
                  <a:cubicBezTo>
                    <a:pt x="0" y="71247"/>
                    <a:pt x="71120" y="0"/>
                    <a:pt x="159004" y="0"/>
                  </a:cubicBezTo>
                  <a:lnTo>
                    <a:pt x="7090156" y="0"/>
                  </a:lnTo>
                  <a:lnTo>
                    <a:pt x="7090156" y="12700"/>
                  </a:lnTo>
                  <a:lnTo>
                    <a:pt x="7090156" y="0"/>
                  </a:lnTo>
                  <a:cubicBezTo>
                    <a:pt x="7177913" y="0"/>
                    <a:pt x="7249161" y="71247"/>
                    <a:pt x="7249161" y="159131"/>
                  </a:cubicBezTo>
                  <a:lnTo>
                    <a:pt x="7236461" y="159131"/>
                  </a:lnTo>
                  <a:lnTo>
                    <a:pt x="7249161" y="159131"/>
                  </a:lnTo>
                  <a:lnTo>
                    <a:pt x="7249161" y="8644509"/>
                  </a:lnTo>
                  <a:lnTo>
                    <a:pt x="7236461" y="8644509"/>
                  </a:lnTo>
                  <a:lnTo>
                    <a:pt x="7249161" y="8644509"/>
                  </a:lnTo>
                  <a:cubicBezTo>
                    <a:pt x="7249161" y="8732393"/>
                    <a:pt x="7178040" y="8803640"/>
                    <a:pt x="7090156" y="8803640"/>
                  </a:cubicBezTo>
                  <a:lnTo>
                    <a:pt x="7090156" y="8790940"/>
                  </a:lnTo>
                  <a:lnTo>
                    <a:pt x="7090156" y="8803640"/>
                  </a:lnTo>
                  <a:lnTo>
                    <a:pt x="159004" y="8803640"/>
                  </a:lnTo>
                  <a:lnTo>
                    <a:pt x="159004" y="8790940"/>
                  </a:lnTo>
                  <a:lnTo>
                    <a:pt x="159004" y="8803640"/>
                  </a:lnTo>
                  <a:cubicBezTo>
                    <a:pt x="71120" y="8803640"/>
                    <a:pt x="0" y="8732393"/>
                    <a:pt x="0" y="8644509"/>
                  </a:cubicBezTo>
                  <a:lnTo>
                    <a:pt x="0" y="159131"/>
                  </a:lnTo>
                  <a:lnTo>
                    <a:pt x="12700" y="159131"/>
                  </a:lnTo>
                  <a:lnTo>
                    <a:pt x="0" y="159131"/>
                  </a:lnTo>
                  <a:moveTo>
                    <a:pt x="25400" y="159131"/>
                  </a:moveTo>
                  <a:lnTo>
                    <a:pt x="25400" y="8644509"/>
                  </a:lnTo>
                  <a:lnTo>
                    <a:pt x="12700" y="8644509"/>
                  </a:lnTo>
                  <a:lnTo>
                    <a:pt x="25400" y="8644509"/>
                  </a:lnTo>
                  <a:cubicBezTo>
                    <a:pt x="25400" y="8718296"/>
                    <a:pt x="85217" y="8778240"/>
                    <a:pt x="159004" y="8778240"/>
                  </a:cubicBezTo>
                  <a:lnTo>
                    <a:pt x="7090156" y="8778240"/>
                  </a:lnTo>
                  <a:cubicBezTo>
                    <a:pt x="7163943" y="8778240"/>
                    <a:pt x="7223761" y="8718423"/>
                    <a:pt x="7223761" y="8644509"/>
                  </a:cubicBezTo>
                  <a:lnTo>
                    <a:pt x="7223761" y="159131"/>
                  </a:lnTo>
                  <a:cubicBezTo>
                    <a:pt x="7223760" y="85217"/>
                    <a:pt x="7163943" y="25400"/>
                    <a:pt x="709015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20" name="Group 20">
            <a:extLst>
              <a:ext uri="{FF2B5EF4-FFF2-40B4-BE49-F238E27FC236}">
                <a16:creationId xmlns:a16="http://schemas.microsoft.com/office/drawing/2014/main" id="{012977C5-3F28-56EF-63C0-458D8C5A4491}"/>
              </a:ext>
            </a:extLst>
          </p:cNvPr>
          <p:cNvGrpSpPr/>
          <p:nvPr/>
        </p:nvGrpSpPr>
        <p:grpSpPr>
          <a:xfrm>
            <a:off x="404047" y="2195096"/>
            <a:ext cx="205740" cy="1100781"/>
            <a:chOff x="0" y="0"/>
            <a:chExt cx="244856" cy="8803640"/>
          </a:xfrm>
        </p:grpSpPr>
        <p:sp>
          <p:nvSpPr>
            <p:cNvPr id="21" name="Freeform 21">
              <a:extLst>
                <a:ext uri="{FF2B5EF4-FFF2-40B4-BE49-F238E27FC236}">
                  <a16:creationId xmlns:a16="http://schemas.microsoft.com/office/drawing/2014/main" id="{759DA52E-E954-C2C8-9202-80404CC0EE63}"/>
                </a:ext>
              </a:extLst>
            </p:cNvPr>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solidFill>
              <a:srgbClr val="1F4E79"/>
            </a:solidFill>
          </p:spPr>
          <p:txBody>
            <a:bodyPr/>
            <a:lstStyle/>
            <a:p>
              <a:endParaRPr lang="en-GB"/>
            </a:p>
          </p:txBody>
        </p:sp>
        <p:sp>
          <p:nvSpPr>
            <p:cNvPr id="22" name="Freeform 22">
              <a:extLst>
                <a:ext uri="{FF2B5EF4-FFF2-40B4-BE49-F238E27FC236}">
                  <a16:creationId xmlns:a16="http://schemas.microsoft.com/office/drawing/2014/main" id="{97E47648-7166-9403-0C9F-18A1CE0C05F9}"/>
                </a:ext>
              </a:extLst>
            </p:cNvPr>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solidFill>
              <a:srgbClr val="1F4E79"/>
            </a:solidFill>
          </p:spPr>
          <p:txBody>
            <a:bodyPr/>
            <a:lstStyle/>
            <a:p>
              <a:endParaRPr lang="en-GB"/>
            </a:p>
          </p:txBody>
        </p:sp>
      </p:grpSp>
      <p:grpSp>
        <p:nvGrpSpPr>
          <p:cNvPr id="23" name="Group 23">
            <a:extLst>
              <a:ext uri="{FF2B5EF4-FFF2-40B4-BE49-F238E27FC236}">
                <a16:creationId xmlns:a16="http://schemas.microsoft.com/office/drawing/2014/main" id="{C3A2228F-D9E4-0726-D00C-EB7C6C7F40F5}"/>
              </a:ext>
            </a:extLst>
          </p:cNvPr>
          <p:cNvGrpSpPr/>
          <p:nvPr/>
        </p:nvGrpSpPr>
        <p:grpSpPr>
          <a:xfrm>
            <a:off x="715324" y="2341781"/>
            <a:ext cx="5033772" cy="411480"/>
            <a:chOff x="0" y="0"/>
            <a:chExt cx="6711696" cy="548640"/>
          </a:xfrm>
        </p:grpSpPr>
        <p:sp>
          <p:nvSpPr>
            <p:cNvPr id="24" name="Freeform 24">
              <a:extLst>
                <a:ext uri="{FF2B5EF4-FFF2-40B4-BE49-F238E27FC236}">
                  <a16:creationId xmlns:a16="http://schemas.microsoft.com/office/drawing/2014/main" id="{6B18167F-F488-F28C-7C07-B363F45F26A3}"/>
                </a:ext>
              </a:extLst>
            </p:cNvPr>
            <p:cNvSpPr/>
            <p:nvPr/>
          </p:nvSpPr>
          <p:spPr>
            <a:xfrm>
              <a:off x="0" y="0"/>
              <a:ext cx="6711696" cy="548640"/>
            </a:xfrm>
            <a:custGeom>
              <a:avLst/>
              <a:gdLst/>
              <a:ahLst/>
              <a:cxnLst/>
              <a:rect l="l" t="t" r="r" b="b"/>
              <a:pathLst>
                <a:path w="6711696" h="548640">
                  <a:moveTo>
                    <a:pt x="0" y="0"/>
                  </a:moveTo>
                  <a:lnTo>
                    <a:pt x="6711696" y="0"/>
                  </a:lnTo>
                  <a:lnTo>
                    <a:pt x="6711696" y="548640"/>
                  </a:lnTo>
                  <a:lnTo>
                    <a:pt x="0" y="548640"/>
                  </a:lnTo>
                  <a:close/>
                </a:path>
              </a:pathLst>
            </a:custGeom>
            <a:blipFill>
              <a:blip r:embed="rId3">
                <a:alphaModFix amt="0"/>
              </a:blip>
              <a:stretch>
                <a:fillRect t="-188366" b="-188366"/>
              </a:stretch>
            </a:blipFill>
          </p:spPr>
          <p:txBody>
            <a:bodyPr/>
            <a:lstStyle/>
            <a:p>
              <a:endParaRPr lang="en-GB"/>
            </a:p>
          </p:txBody>
        </p:sp>
        <p:sp>
          <p:nvSpPr>
            <p:cNvPr id="25" name="TextBox 25">
              <a:extLst>
                <a:ext uri="{FF2B5EF4-FFF2-40B4-BE49-F238E27FC236}">
                  <a16:creationId xmlns:a16="http://schemas.microsoft.com/office/drawing/2014/main" id="{732069DC-8E53-E84E-A8C9-E7D70F5CB9E3}"/>
                </a:ext>
              </a:extLst>
            </p:cNvPr>
            <p:cNvSpPr txBox="1"/>
            <p:nvPr/>
          </p:nvSpPr>
          <p:spPr>
            <a:xfrm>
              <a:off x="0" y="0"/>
              <a:ext cx="6711696" cy="548640"/>
            </a:xfrm>
            <a:prstGeom prst="rect">
              <a:avLst/>
            </a:prstGeom>
          </p:spPr>
          <p:txBody>
            <a:bodyPr lIns="0" tIns="0" rIns="0" bIns="0" rtlCol="0" anchor="ctr"/>
            <a:lstStyle/>
            <a:p>
              <a:pPr>
                <a:lnSpc>
                  <a:spcPts val="3060"/>
                </a:lnSpc>
              </a:pPr>
              <a:r>
                <a:rPr lang="en-US" sz="2550" b="1">
                  <a:solidFill>
                    <a:srgbClr val="123A63"/>
                  </a:solidFill>
                  <a:latin typeface="Aptos Bold"/>
                  <a:ea typeface="Aptos Bold"/>
                  <a:cs typeface="Aptos Bold"/>
                </a:rPr>
                <a:t>Data collection method</a:t>
              </a:r>
            </a:p>
          </p:txBody>
        </p:sp>
      </p:grpSp>
      <p:grpSp>
        <p:nvGrpSpPr>
          <p:cNvPr id="27" name="Group 27">
            <a:extLst>
              <a:ext uri="{FF2B5EF4-FFF2-40B4-BE49-F238E27FC236}">
                <a16:creationId xmlns:a16="http://schemas.microsoft.com/office/drawing/2014/main" id="{569D826F-3755-9BBB-5AF9-9D7EC9C78E78}"/>
              </a:ext>
            </a:extLst>
          </p:cNvPr>
          <p:cNvGrpSpPr/>
          <p:nvPr/>
        </p:nvGrpSpPr>
        <p:grpSpPr>
          <a:xfrm>
            <a:off x="308035" y="4073412"/>
            <a:ext cx="4759624" cy="4860612"/>
            <a:chOff x="0" y="0"/>
            <a:chExt cx="4780280" cy="5511800"/>
          </a:xfrm>
        </p:grpSpPr>
        <p:sp>
          <p:nvSpPr>
            <p:cNvPr id="28" name="Freeform 28">
              <a:extLst>
                <a:ext uri="{FF2B5EF4-FFF2-40B4-BE49-F238E27FC236}">
                  <a16:creationId xmlns:a16="http://schemas.microsoft.com/office/drawing/2014/main" id="{E1905ED3-907E-150A-477E-96E2CC92D02B}"/>
                </a:ext>
              </a:extLst>
            </p:cNvPr>
            <p:cNvSpPr/>
            <p:nvPr/>
          </p:nvSpPr>
          <p:spPr>
            <a:xfrm>
              <a:off x="12700" y="12700"/>
              <a:ext cx="4754880" cy="5486400"/>
            </a:xfrm>
            <a:custGeom>
              <a:avLst/>
              <a:gdLst/>
              <a:ahLst/>
              <a:cxnLst/>
              <a:rect l="l" t="t" r="r" b="b"/>
              <a:pathLst>
                <a:path w="4754880" h="5486400">
                  <a:moveTo>
                    <a:pt x="0" y="146431"/>
                  </a:moveTo>
                  <a:cubicBezTo>
                    <a:pt x="0" y="65532"/>
                    <a:pt x="65532" y="0"/>
                    <a:pt x="146304" y="0"/>
                  </a:cubicBezTo>
                  <a:lnTo>
                    <a:pt x="4608576" y="0"/>
                  </a:lnTo>
                  <a:cubicBezTo>
                    <a:pt x="4689348" y="0"/>
                    <a:pt x="4754880" y="65532"/>
                    <a:pt x="4754880" y="146431"/>
                  </a:cubicBezTo>
                  <a:lnTo>
                    <a:pt x="4754880" y="5339969"/>
                  </a:lnTo>
                  <a:cubicBezTo>
                    <a:pt x="4754880" y="5420868"/>
                    <a:pt x="4689348" y="5486400"/>
                    <a:pt x="4608576" y="5486400"/>
                  </a:cubicBezTo>
                  <a:lnTo>
                    <a:pt x="146304" y="5486400"/>
                  </a:lnTo>
                  <a:cubicBezTo>
                    <a:pt x="65532" y="5486400"/>
                    <a:pt x="0" y="5420868"/>
                    <a:pt x="0" y="5339969"/>
                  </a:cubicBezTo>
                  <a:close/>
                </a:path>
              </a:pathLst>
            </a:custGeom>
            <a:solidFill>
              <a:srgbClr val="FFFFFF"/>
            </a:solidFill>
          </p:spPr>
          <p:txBody>
            <a:bodyPr/>
            <a:lstStyle/>
            <a:p>
              <a:endParaRPr lang="en-GB"/>
            </a:p>
          </p:txBody>
        </p:sp>
        <p:sp>
          <p:nvSpPr>
            <p:cNvPr id="29" name="Freeform 29">
              <a:extLst>
                <a:ext uri="{FF2B5EF4-FFF2-40B4-BE49-F238E27FC236}">
                  <a16:creationId xmlns:a16="http://schemas.microsoft.com/office/drawing/2014/main" id="{27F7CBB4-C760-D73D-79F9-90CF172065D7}"/>
                </a:ext>
              </a:extLst>
            </p:cNvPr>
            <p:cNvSpPr/>
            <p:nvPr/>
          </p:nvSpPr>
          <p:spPr>
            <a:xfrm>
              <a:off x="0" y="0"/>
              <a:ext cx="4780280" cy="5511800"/>
            </a:xfrm>
            <a:custGeom>
              <a:avLst/>
              <a:gdLst/>
              <a:ahLst/>
              <a:cxnLst/>
              <a:rect l="l" t="t" r="r" b="b"/>
              <a:pathLst>
                <a:path w="4780280" h="5511800">
                  <a:moveTo>
                    <a:pt x="0" y="159131"/>
                  </a:moveTo>
                  <a:cubicBezTo>
                    <a:pt x="0" y="71247"/>
                    <a:pt x="71120" y="0"/>
                    <a:pt x="159004" y="0"/>
                  </a:cubicBezTo>
                  <a:lnTo>
                    <a:pt x="4621276" y="0"/>
                  </a:lnTo>
                  <a:lnTo>
                    <a:pt x="4621276" y="12700"/>
                  </a:lnTo>
                  <a:lnTo>
                    <a:pt x="4621276" y="0"/>
                  </a:lnTo>
                  <a:cubicBezTo>
                    <a:pt x="4709160" y="0"/>
                    <a:pt x="4780280" y="71247"/>
                    <a:pt x="4780280" y="159131"/>
                  </a:cubicBezTo>
                  <a:lnTo>
                    <a:pt x="4767580" y="159131"/>
                  </a:lnTo>
                  <a:lnTo>
                    <a:pt x="4780280" y="159131"/>
                  </a:lnTo>
                  <a:lnTo>
                    <a:pt x="4780280" y="5352669"/>
                  </a:lnTo>
                  <a:lnTo>
                    <a:pt x="4767580" y="5352669"/>
                  </a:lnTo>
                  <a:lnTo>
                    <a:pt x="4780280" y="5352669"/>
                  </a:lnTo>
                  <a:cubicBezTo>
                    <a:pt x="4780280" y="5440553"/>
                    <a:pt x="4709160" y="5511800"/>
                    <a:pt x="4621276" y="5511800"/>
                  </a:cubicBezTo>
                  <a:lnTo>
                    <a:pt x="4621276" y="5499100"/>
                  </a:lnTo>
                  <a:lnTo>
                    <a:pt x="4621276" y="5511800"/>
                  </a:lnTo>
                  <a:lnTo>
                    <a:pt x="159004" y="5511800"/>
                  </a:lnTo>
                  <a:lnTo>
                    <a:pt x="159004" y="5499100"/>
                  </a:lnTo>
                  <a:lnTo>
                    <a:pt x="159004" y="5511800"/>
                  </a:lnTo>
                  <a:cubicBezTo>
                    <a:pt x="71120" y="5511800"/>
                    <a:pt x="0" y="5440553"/>
                    <a:pt x="0" y="5352669"/>
                  </a:cubicBezTo>
                  <a:lnTo>
                    <a:pt x="0" y="159131"/>
                  </a:lnTo>
                  <a:lnTo>
                    <a:pt x="12700" y="159131"/>
                  </a:lnTo>
                  <a:lnTo>
                    <a:pt x="0" y="159131"/>
                  </a:lnTo>
                  <a:moveTo>
                    <a:pt x="25400" y="159131"/>
                  </a:moveTo>
                  <a:lnTo>
                    <a:pt x="25400" y="5352669"/>
                  </a:lnTo>
                  <a:lnTo>
                    <a:pt x="12700" y="5352669"/>
                  </a:lnTo>
                  <a:lnTo>
                    <a:pt x="25400" y="5352669"/>
                  </a:lnTo>
                  <a:cubicBezTo>
                    <a:pt x="25400" y="5426583"/>
                    <a:pt x="85217" y="5486400"/>
                    <a:pt x="159004" y="5486400"/>
                  </a:cubicBezTo>
                  <a:lnTo>
                    <a:pt x="4621276" y="5486400"/>
                  </a:lnTo>
                  <a:cubicBezTo>
                    <a:pt x="4695063" y="5486400"/>
                    <a:pt x="4754880" y="5426583"/>
                    <a:pt x="4754880" y="5352669"/>
                  </a:cubicBezTo>
                  <a:lnTo>
                    <a:pt x="4754880" y="159131"/>
                  </a:lnTo>
                  <a:cubicBezTo>
                    <a:pt x="4754880" y="85217"/>
                    <a:pt x="4695063" y="25400"/>
                    <a:pt x="462127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30" name="Group 30">
            <a:extLst>
              <a:ext uri="{FF2B5EF4-FFF2-40B4-BE49-F238E27FC236}">
                <a16:creationId xmlns:a16="http://schemas.microsoft.com/office/drawing/2014/main" id="{7465C58A-970E-2A03-A255-C9024E72D0D8}"/>
              </a:ext>
            </a:extLst>
          </p:cNvPr>
          <p:cNvGrpSpPr/>
          <p:nvPr/>
        </p:nvGrpSpPr>
        <p:grpSpPr>
          <a:xfrm>
            <a:off x="435670" y="4082937"/>
            <a:ext cx="202423" cy="4838213"/>
            <a:chOff x="0" y="0"/>
            <a:chExt cx="244856" cy="5511800"/>
          </a:xfrm>
        </p:grpSpPr>
        <p:sp>
          <p:nvSpPr>
            <p:cNvPr id="31" name="Freeform 31">
              <a:extLst>
                <a:ext uri="{FF2B5EF4-FFF2-40B4-BE49-F238E27FC236}">
                  <a16:creationId xmlns:a16="http://schemas.microsoft.com/office/drawing/2014/main" id="{FC6930C8-78E7-E63D-874F-3143F3ED2E60}"/>
                </a:ext>
              </a:extLst>
            </p:cNvPr>
            <p:cNvSpPr/>
            <p:nvPr/>
          </p:nvSpPr>
          <p:spPr>
            <a:xfrm>
              <a:off x="12700" y="12700"/>
              <a:ext cx="219456" cy="5486400"/>
            </a:xfrm>
            <a:custGeom>
              <a:avLst/>
              <a:gdLst/>
              <a:ahLst/>
              <a:cxnLst/>
              <a:rect l="l" t="t" r="r" b="b"/>
              <a:pathLst>
                <a:path w="219456" h="5486400">
                  <a:moveTo>
                    <a:pt x="0" y="0"/>
                  </a:moveTo>
                  <a:lnTo>
                    <a:pt x="219456" y="0"/>
                  </a:lnTo>
                  <a:lnTo>
                    <a:pt x="219456" y="5486400"/>
                  </a:lnTo>
                  <a:lnTo>
                    <a:pt x="0" y="5486400"/>
                  </a:lnTo>
                  <a:close/>
                </a:path>
              </a:pathLst>
            </a:custGeom>
            <a:solidFill>
              <a:srgbClr val="D87E2A"/>
            </a:solidFill>
          </p:spPr>
          <p:txBody>
            <a:bodyPr/>
            <a:lstStyle/>
            <a:p>
              <a:endParaRPr lang="en-GB"/>
            </a:p>
          </p:txBody>
        </p:sp>
        <p:sp>
          <p:nvSpPr>
            <p:cNvPr id="32" name="Freeform 32">
              <a:extLst>
                <a:ext uri="{FF2B5EF4-FFF2-40B4-BE49-F238E27FC236}">
                  <a16:creationId xmlns:a16="http://schemas.microsoft.com/office/drawing/2014/main" id="{6B793A5A-A93B-62E7-35CB-D4DF52D412F6}"/>
                </a:ext>
              </a:extLst>
            </p:cNvPr>
            <p:cNvSpPr/>
            <p:nvPr/>
          </p:nvSpPr>
          <p:spPr>
            <a:xfrm>
              <a:off x="0" y="0"/>
              <a:ext cx="244856" cy="5511800"/>
            </a:xfrm>
            <a:custGeom>
              <a:avLst/>
              <a:gdLst/>
              <a:ahLst/>
              <a:cxnLst/>
              <a:rect l="l" t="t" r="r" b="b"/>
              <a:pathLst>
                <a:path w="244856" h="5511800">
                  <a:moveTo>
                    <a:pt x="12700" y="0"/>
                  </a:moveTo>
                  <a:lnTo>
                    <a:pt x="232156" y="0"/>
                  </a:lnTo>
                  <a:cubicBezTo>
                    <a:pt x="239141" y="0"/>
                    <a:pt x="244856" y="5715"/>
                    <a:pt x="244856" y="12700"/>
                  </a:cubicBezTo>
                  <a:lnTo>
                    <a:pt x="244856" y="5499100"/>
                  </a:lnTo>
                  <a:cubicBezTo>
                    <a:pt x="244856" y="5506085"/>
                    <a:pt x="239141" y="5511800"/>
                    <a:pt x="232156" y="5511800"/>
                  </a:cubicBezTo>
                  <a:lnTo>
                    <a:pt x="12700" y="5511800"/>
                  </a:lnTo>
                  <a:cubicBezTo>
                    <a:pt x="5715" y="5511800"/>
                    <a:pt x="0" y="5506085"/>
                    <a:pt x="0" y="5499100"/>
                  </a:cubicBezTo>
                  <a:lnTo>
                    <a:pt x="0" y="12700"/>
                  </a:lnTo>
                  <a:cubicBezTo>
                    <a:pt x="0" y="5715"/>
                    <a:pt x="5715" y="0"/>
                    <a:pt x="12700" y="0"/>
                  </a:cubicBezTo>
                  <a:moveTo>
                    <a:pt x="12700" y="25400"/>
                  </a:moveTo>
                  <a:lnTo>
                    <a:pt x="12700" y="12700"/>
                  </a:lnTo>
                  <a:lnTo>
                    <a:pt x="25400" y="12700"/>
                  </a:lnTo>
                  <a:lnTo>
                    <a:pt x="25400" y="5499100"/>
                  </a:lnTo>
                  <a:lnTo>
                    <a:pt x="12700" y="5499100"/>
                  </a:lnTo>
                  <a:lnTo>
                    <a:pt x="12700" y="5486400"/>
                  </a:lnTo>
                  <a:lnTo>
                    <a:pt x="232156" y="5486400"/>
                  </a:lnTo>
                  <a:lnTo>
                    <a:pt x="232156" y="5499100"/>
                  </a:lnTo>
                  <a:lnTo>
                    <a:pt x="219456" y="5499100"/>
                  </a:lnTo>
                  <a:lnTo>
                    <a:pt x="219456" y="12700"/>
                  </a:lnTo>
                  <a:lnTo>
                    <a:pt x="232156" y="12700"/>
                  </a:lnTo>
                  <a:lnTo>
                    <a:pt x="232156" y="25400"/>
                  </a:lnTo>
                  <a:lnTo>
                    <a:pt x="12700" y="25400"/>
                  </a:lnTo>
                  <a:close/>
                </a:path>
              </a:pathLst>
            </a:custGeom>
            <a:solidFill>
              <a:srgbClr val="D87E2A"/>
            </a:solidFill>
          </p:spPr>
          <p:txBody>
            <a:bodyPr/>
            <a:lstStyle/>
            <a:p>
              <a:endParaRPr lang="en-GB"/>
            </a:p>
          </p:txBody>
        </p:sp>
      </p:grpSp>
      <p:grpSp>
        <p:nvGrpSpPr>
          <p:cNvPr id="33" name="Group 33">
            <a:extLst>
              <a:ext uri="{FF2B5EF4-FFF2-40B4-BE49-F238E27FC236}">
                <a16:creationId xmlns:a16="http://schemas.microsoft.com/office/drawing/2014/main" id="{5094140E-40D3-DF1B-87A7-BB4362CF866A}"/>
              </a:ext>
            </a:extLst>
          </p:cNvPr>
          <p:cNvGrpSpPr/>
          <p:nvPr/>
        </p:nvGrpSpPr>
        <p:grpSpPr>
          <a:xfrm>
            <a:off x="619313" y="4210572"/>
            <a:ext cx="3283458" cy="421005"/>
            <a:chOff x="0" y="-12700"/>
            <a:chExt cx="4377944" cy="561340"/>
          </a:xfrm>
        </p:grpSpPr>
        <p:sp>
          <p:nvSpPr>
            <p:cNvPr id="34" name="Freeform 34">
              <a:extLst>
                <a:ext uri="{FF2B5EF4-FFF2-40B4-BE49-F238E27FC236}">
                  <a16:creationId xmlns:a16="http://schemas.microsoft.com/office/drawing/2014/main" id="{37727545-2D0A-710F-FA56-07AD1C7B533B}"/>
                </a:ext>
              </a:extLst>
            </p:cNvPr>
            <p:cNvSpPr/>
            <p:nvPr/>
          </p:nvSpPr>
          <p:spPr>
            <a:xfrm>
              <a:off x="0" y="0"/>
              <a:ext cx="4242816" cy="548640"/>
            </a:xfrm>
            <a:custGeom>
              <a:avLst/>
              <a:gdLst/>
              <a:ahLst/>
              <a:cxnLst/>
              <a:rect l="l" t="t" r="r" b="b"/>
              <a:pathLst>
                <a:path w="4242816" h="548640">
                  <a:moveTo>
                    <a:pt x="0" y="0"/>
                  </a:moveTo>
                  <a:lnTo>
                    <a:pt x="4242816" y="0"/>
                  </a:lnTo>
                  <a:lnTo>
                    <a:pt x="4242816" y="548640"/>
                  </a:lnTo>
                  <a:lnTo>
                    <a:pt x="0" y="548640"/>
                  </a:lnTo>
                  <a:close/>
                </a:path>
              </a:pathLst>
            </a:custGeom>
            <a:blipFill>
              <a:blip r:embed="rId3">
                <a:alphaModFix amt="0"/>
              </a:blip>
              <a:stretch>
                <a:fillRect t="-100684" b="-100684"/>
              </a:stretch>
            </a:blipFill>
          </p:spPr>
          <p:txBody>
            <a:bodyPr/>
            <a:lstStyle/>
            <a:p>
              <a:endParaRPr lang="en-GB"/>
            </a:p>
          </p:txBody>
        </p:sp>
        <p:sp>
          <p:nvSpPr>
            <p:cNvPr id="35" name="TextBox 35">
              <a:extLst>
                <a:ext uri="{FF2B5EF4-FFF2-40B4-BE49-F238E27FC236}">
                  <a16:creationId xmlns:a16="http://schemas.microsoft.com/office/drawing/2014/main" id="{8AEDE302-30F4-C44E-119A-F7887667638A}"/>
                </a:ext>
              </a:extLst>
            </p:cNvPr>
            <p:cNvSpPr txBox="1"/>
            <p:nvPr/>
          </p:nvSpPr>
          <p:spPr>
            <a:xfrm>
              <a:off x="135128" y="-12700"/>
              <a:ext cx="4242816" cy="548640"/>
            </a:xfrm>
            <a:prstGeom prst="rect">
              <a:avLst/>
            </a:prstGeom>
          </p:spPr>
          <p:txBody>
            <a:bodyPr lIns="0" tIns="0" rIns="0" bIns="0" rtlCol="0" anchor="ctr"/>
            <a:lstStyle/>
            <a:p>
              <a:pPr>
                <a:lnSpc>
                  <a:spcPts val="3060"/>
                </a:lnSpc>
              </a:pPr>
              <a:r>
                <a:rPr lang="en-US" sz="2550" b="1">
                  <a:solidFill>
                    <a:srgbClr val="123A63"/>
                  </a:solidFill>
                  <a:latin typeface="Aptos Bold"/>
                  <a:ea typeface="Aptos Bold"/>
                  <a:cs typeface="Aptos Bold"/>
                </a:rPr>
                <a:t>Data Labelling</a:t>
              </a:r>
            </a:p>
          </p:txBody>
        </p:sp>
      </p:grpSp>
      <p:grpSp>
        <p:nvGrpSpPr>
          <p:cNvPr id="36" name="Group 36">
            <a:extLst>
              <a:ext uri="{FF2B5EF4-FFF2-40B4-BE49-F238E27FC236}">
                <a16:creationId xmlns:a16="http://schemas.microsoft.com/office/drawing/2014/main" id="{40B71CDE-EE8A-09EF-FE30-6FDF0DED0913}"/>
              </a:ext>
            </a:extLst>
          </p:cNvPr>
          <p:cNvGrpSpPr/>
          <p:nvPr/>
        </p:nvGrpSpPr>
        <p:grpSpPr>
          <a:xfrm>
            <a:off x="11488674" y="2210973"/>
            <a:ext cx="6296786" cy="7130237"/>
            <a:chOff x="0" y="0"/>
            <a:chExt cx="8895080" cy="8803640"/>
          </a:xfrm>
        </p:grpSpPr>
        <p:sp>
          <p:nvSpPr>
            <p:cNvPr id="37" name="Freeform 37">
              <a:extLst>
                <a:ext uri="{FF2B5EF4-FFF2-40B4-BE49-F238E27FC236}">
                  <a16:creationId xmlns:a16="http://schemas.microsoft.com/office/drawing/2014/main" id="{D966596D-8D96-0E83-C29F-5F66D3283215}"/>
                </a:ext>
              </a:extLst>
            </p:cNvPr>
            <p:cNvSpPr/>
            <p:nvPr/>
          </p:nvSpPr>
          <p:spPr>
            <a:xfrm>
              <a:off x="12700" y="12700"/>
              <a:ext cx="8869680" cy="8778240"/>
            </a:xfrm>
            <a:custGeom>
              <a:avLst/>
              <a:gdLst/>
              <a:ahLst/>
              <a:cxnLst/>
              <a:rect l="l" t="t" r="r" b="b"/>
              <a:pathLst>
                <a:path w="8869680" h="8778240">
                  <a:moveTo>
                    <a:pt x="0" y="1463040"/>
                  </a:moveTo>
                  <a:cubicBezTo>
                    <a:pt x="0" y="655066"/>
                    <a:pt x="655066" y="0"/>
                    <a:pt x="1463167" y="0"/>
                  </a:cubicBezTo>
                  <a:lnTo>
                    <a:pt x="7406513" y="0"/>
                  </a:lnTo>
                  <a:cubicBezTo>
                    <a:pt x="8214614" y="0"/>
                    <a:pt x="8869680" y="655066"/>
                    <a:pt x="8869680" y="1463040"/>
                  </a:cubicBezTo>
                  <a:lnTo>
                    <a:pt x="8869680" y="7315200"/>
                  </a:lnTo>
                  <a:cubicBezTo>
                    <a:pt x="8869680" y="8123174"/>
                    <a:pt x="8214614" y="8778240"/>
                    <a:pt x="7406513" y="8778240"/>
                  </a:cubicBezTo>
                  <a:lnTo>
                    <a:pt x="1463167" y="8778240"/>
                  </a:lnTo>
                  <a:cubicBezTo>
                    <a:pt x="655066" y="8778240"/>
                    <a:pt x="0" y="8123174"/>
                    <a:pt x="0" y="7315200"/>
                  </a:cubicBezTo>
                  <a:close/>
                </a:path>
              </a:pathLst>
            </a:custGeom>
            <a:solidFill>
              <a:srgbClr val="FFFFFF"/>
            </a:solidFill>
          </p:spPr>
          <p:txBody>
            <a:bodyPr/>
            <a:lstStyle/>
            <a:p>
              <a:endParaRPr lang="en-GB"/>
            </a:p>
          </p:txBody>
        </p:sp>
        <p:sp>
          <p:nvSpPr>
            <p:cNvPr id="38" name="Freeform 38">
              <a:extLst>
                <a:ext uri="{FF2B5EF4-FFF2-40B4-BE49-F238E27FC236}">
                  <a16:creationId xmlns:a16="http://schemas.microsoft.com/office/drawing/2014/main" id="{3F537692-CBC0-D820-575E-51C10312959E}"/>
                </a:ext>
              </a:extLst>
            </p:cNvPr>
            <p:cNvSpPr/>
            <p:nvPr/>
          </p:nvSpPr>
          <p:spPr>
            <a:xfrm>
              <a:off x="0" y="0"/>
              <a:ext cx="8895080" cy="8803640"/>
            </a:xfrm>
            <a:custGeom>
              <a:avLst/>
              <a:gdLst/>
              <a:ahLst/>
              <a:cxnLst/>
              <a:rect l="l" t="t" r="r" b="b"/>
              <a:pathLst>
                <a:path w="8895080" h="8803640">
                  <a:moveTo>
                    <a:pt x="0" y="1475740"/>
                  </a:moveTo>
                  <a:cubicBezTo>
                    <a:pt x="0" y="660781"/>
                    <a:pt x="660781" y="0"/>
                    <a:pt x="1475867" y="0"/>
                  </a:cubicBezTo>
                  <a:lnTo>
                    <a:pt x="7419213" y="0"/>
                  </a:lnTo>
                  <a:lnTo>
                    <a:pt x="7419213" y="12700"/>
                  </a:lnTo>
                  <a:lnTo>
                    <a:pt x="7419213" y="0"/>
                  </a:lnTo>
                  <a:cubicBezTo>
                    <a:pt x="8234299" y="0"/>
                    <a:pt x="8895080" y="660781"/>
                    <a:pt x="8895080" y="1475740"/>
                  </a:cubicBezTo>
                  <a:lnTo>
                    <a:pt x="8895080" y="7327900"/>
                  </a:lnTo>
                  <a:lnTo>
                    <a:pt x="8882380" y="7327900"/>
                  </a:lnTo>
                  <a:lnTo>
                    <a:pt x="8895080" y="7327900"/>
                  </a:lnTo>
                  <a:cubicBezTo>
                    <a:pt x="8895080" y="8142986"/>
                    <a:pt x="8234300" y="8803640"/>
                    <a:pt x="7419213" y="8803640"/>
                  </a:cubicBezTo>
                  <a:lnTo>
                    <a:pt x="7419213" y="8790940"/>
                  </a:lnTo>
                  <a:lnTo>
                    <a:pt x="7419213" y="8803640"/>
                  </a:lnTo>
                  <a:lnTo>
                    <a:pt x="1475867" y="8803640"/>
                  </a:lnTo>
                  <a:lnTo>
                    <a:pt x="1475867" y="8790940"/>
                  </a:lnTo>
                  <a:lnTo>
                    <a:pt x="1475867" y="8803640"/>
                  </a:lnTo>
                  <a:cubicBezTo>
                    <a:pt x="660781" y="8803640"/>
                    <a:pt x="0" y="8142859"/>
                    <a:pt x="0" y="7327900"/>
                  </a:cubicBezTo>
                  <a:lnTo>
                    <a:pt x="0" y="1475740"/>
                  </a:lnTo>
                  <a:lnTo>
                    <a:pt x="12700" y="1475740"/>
                  </a:lnTo>
                  <a:lnTo>
                    <a:pt x="0" y="1475740"/>
                  </a:lnTo>
                  <a:moveTo>
                    <a:pt x="25400" y="1475740"/>
                  </a:moveTo>
                  <a:lnTo>
                    <a:pt x="25400" y="7327900"/>
                  </a:lnTo>
                  <a:lnTo>
                    <a:pt x="12700" y="7327900"/>
                  </a:lnTo>
                  <a:lnTo>
                    <a:pt x="25400" y="7327900"/>
                  </a:lnTo>
                  <a:cubicBezTo>
                    <a:pt x="25400" y="8128889"/>
                    <a:pt x="674751" y="8778240"/>
                    <a:pt x="1475867" y="8778240"/>
                  </a:cubicBezTo>
                  <a:lnTo>
                    <a:pt x="7419213" y="8778240"/>
                  </a:lnTo>
                  <a:cubicBezTo>
                    <a:pt x="8220202" y="8778240"/>
                    <a:pt x="8869680" y="8128889"/>
                    <a:pt x="8869680" y="7327900"/>
                  </a:cubicBezTo>
                  <a:lnTo>
                    <a:pt x="8869680" y="1475740"/>
                  </a:lnTo>
                  <a:lnTo>
                    <a:pt x="8882380" y="1475740"/>
                  </a:lnTo>
                  <a:lnTo>
                    <a:pt x="8869680" y="1475740"/>
                  </a:lnTo>
                  <a:cubicBezTo>
                    <a:pt x="8869680" y="674751"/>
                    <a:pt x="8220329" y="25400"/>
                    <a:pt x="7419213" y="25400"/>
                  </a:cubicBezTo>
                  <a:lnTo>
                    <a:pt x="1475867" y="25400"/>
                  </a:lnTo>
                  <a:lnTo>
                    <a:pt x="1475867" y="12700"/>
                  </a:lnTo>
                  <a:lnTo>
                    <a:pt x="1475867" y="25400"/>
                  </a:lnTo>
                  <a:cubicBezTo>
                    <a:pt x="674751" y="25400"/>
                    <a:pt x="25400" y="674751"/>
                    <a:pt x="25400" y="1475740"/>
                  </a:cubicBezTo>
                  <a:close/>
                </a:path>
              </a:pathLst>
            </a:custGeom>
            <a:solidFill>
              <a:srgbClr val="D6DEE8"/>
            </a:solidFill>
          </p:spPr>
          <p:txBody>
            <a:bodyPr/>
            <a:lstStyle/>
            <a:p>
              <a:endParaRPr lang="en-GB"/>
            </a:p>
          </p:txBody>
        </p:sp>
      </p:grpSp>
      <p:grpSp>
        <p:nvGrpSpPr>
          <p:cNvPr id="39" name="Group 39">
            <a:extLst>
              <a:ext uri="{FF2B5EF4-FFF2-40B4-BE49-F238E27FC236}">
                <a16:creationId xmlns:a16="http://schemas.microsoft.com/office/drawing/2014/main" id="{0766BF64-D5E9-D8DE-0EB7-6242E3DCA864}"/>
              </a:ext>
            </a:extLst>
          </p:cNvPr>
          <p:cNvGrpSpPr/>
          <p:nvPr/>
        </p:nvGrpSpPr>
        <p:grpSpPr>
          <a:xfrm>
            <a:off x="11499231" y="2700713"/>
            <a:ext cx="6295250" cy="391668"/>
            <a:chOff x="0" y="0"/>
            <a:chExt cx="7519535" cy="521441"/>
          </a:xfrm>
        </p:grpSpPr>
        <p:sp>
          <p:nvSpPr>
            <p:cNvPr id="40" name="Freeform 40">
              <a:extLst>
                <a:ext uri="{FF2B5EF4-FFF2-40B4-BE49-F238E27FC236}">
                  <a16:creationId xmlns:a16="http://schemas.microsoft.com/office/drawing/2014/main" id="{6A8C8DF1-033B-A7BA-0939-11115998BD21}"/>
                </a:ext>
              </a:extLst>
            </p:cNvPr>
            <p:cNvSpPr/>
            <p:nvPr/>
          </p:nvSpPr>
          <p:spPr>
            <a:xfrm>
              <a:off x="0" y="0"/>
              <a:ext cx="6400800" cy="457200"/>
            </a:xfrm>
            <a:custGeom>
              <a:avLst/>
              <a:gdLst/>
              <a:ahLst/>
              <a:cxnLst/>
              <a:rect l="l" t="t" r="r" b="b"/>
              <a:pathLst>
                <a:path w="6400800" h="457200">
                  <a:moveTo>
                    <a:pt x="0" y="0"/>
                  </a:moveTo>
                  <a:lnTo>
                    <a:pt x="6400800" y="0"/>
                  </a:lnTo>
                  <a:lnTo>
                    <a:pt x="6400800" y="457200"/>
                  </a:lnTo>
                  <a:lnTo>
                    <a:pt x="0" y="457200"/>
                  </a:lnTo>
                  <a:close/>
                </a:path>
              </a:pathLst>
            </a:custGeom>
            <a:blipFill>
              <a:blip r:embed="rId3">
                <a:alphaModFix amt="0"/>
              </a:blip>
              <a:stretch>
                <a:fillRect t="-222790" b="-222790"/>
              </a:stretch>
            </a:blipFill>
          </p:spPr>
          <p:txBody>
            <a:bodyPr/>
            <a:lstStyle/>
            <a:p>
              <a:endParaRPr lang="en-GB"/>
            </a:p>
          </p:txBody>
        </p:sp>
        <p:sp>
          <p:nvSpPr>
            <p:cNvPr id="41" name="TextBox 41">
              <a:extLst>
                <a:ext uri="{FF2B5EF4-FFF2-40B4-BE49-F238E27FC236}">
                  <a16:creationId xmlns:a16="http://schemas.microsoft.com/office/drawing/2014/main" id="{5DCBA480-0AD4-F394-0304-0D8AA52027D3}"/>
                </a:ext>
              </a:extLst>
            </p:cNvPr>
            <p:cNvSpPr txBox="1"/>
            <p:nvPr/>
          </p:nvSpPr>
          <p:spPr>
            <a:xfrm>
              <a:off x="640872" y="128816"/>
              <a:ext cx="6878663" cy="392625"/>
            </a:xfrm>
            <a:prstGeom prst="rect">
              <a:avLst/>
            </a:prstGeom>
          </p:spPr>
          <p:txBody>
            <a:bodyPr lIns="0" tIns="0" rIns="0" bIns="0" rtlCol="0" anchor="ctr"/>
            <a:lstStyle/>
            <a:p>
              <a:pPr>
                <a:lnSpc>
                  <a:spcPts val="3240"/>
                </a:lnSpc>
              </a:pPr>
              <a:r>
                <a:rPr lang="en-US" sz="2400" b="1">
                  <a:solidFill>
                    <a:srgbClr val="123A63"/>
                  </a:solidFill>
                  <a:latin typeface="Aptos Bold"/>
                  <a:ea typeface="Aptos Bold"/>
                  <a:cs typeface="Aptos Bold"/>
                  <a:sym typeface="Aptos Bold"/>
                </a:rPr>
                <a:t>Labelled dataset proportion using PID collect / </a:t>
              </a:r>
              <a:r>
                <a:rPr lang="en-US" sz="2400" b="1">
                  <a:solidFill>
                    <a:srgbClr val="FF0000"/>
                  </a:solidFill>
                  <a:latin typeface="Aptos Bold"/>
                  <a:ea typeface="Aptos Bold"/>
                  <a:cs typeface="Aptos Bold"/>
                  <a:sym typeface="Aptos Bold"/>
                </a:rPr>
                <a:t>manually collect</a:t>
              </a:r>
              <a:endParaRPr lang="en-US" sz="2400" b="1">
                <a:solidFill>
                  <a:srgbClr val="FF0000"/>
                </a:solidFill>
                <a:latin typeface="Aptos Bold"/>
                <a:ea typeface="Aptos Bold"/>
                <a:cs typeface="Aptos Bold"/>
              </a:endParaRPr>
            </a:p>
          </p:txBody>
        </p:sp>
      </p:grpSp>
      <p:grpSp>
        <p:nvGrpSpPr>
          <p:cNvPr id="122" name="组合 121">
            <a:extLst>
              <a:ext uri="{FF2B5EF4-FFF2-40B4-BE49-F238E27FC236}">
                <a16:creationId xmlns:a16="http://schemas.microsoft.com/office/drawing/2014/main" id="{4127E36D-4502-15A1-9F3D-B0097DD0E3D4}"/>
              </a:ext>
            </a:extLst>
          </p:cNvPr>
          <p:cNvGrpSpPr/>
          <p:nvPr/>
        </p:nvGrpSpPr>
        <p:grpSpPr>
          <a:xfrm>
            <a:off x="11750427" y="3591302"/>
            <a:ext cx="5751713" cy="3778128"/>
            <a:chOff x="11512539" y="3102514"/>
            <a:chExt cx="5751713" cy="3778128"/>
          </a:xfrm>
        </p:grpSpPr>
        <p:grpSp>
          <p:nvGrpSpPr>
            <p:cNvPr id="42" name="Group 42">
              <a:extLst>
                <a:ext uri="{FF2B5EF4-FFF2-40B4-BE49-F238E27FC236}">
                  <a16:creationId xmlns:a16="http://schemas.microsoft.com/office/drawing/2014/main" id="{7951BFFF-F527-3CB4-A177-2B5B10C0F48F}"/>
                </a:ext>
              </a:extLst>
            </p:cNvPr>
            <p:cNvGrpSpPr/>
            <p:nvPr/>
          </p:nvGrpSpPr>
          <p:grpSpPr>
            <a:xfrm>
              <a:off x="11512539" y="3102514"/>
              <a:ext cx="5751713" cy="596016"/>
              <a:chOff x="0" y="0"/>
              <a:chExt cx="7706360" cy="793496"/>
            </a:xfrm>
          </p:grpSpPr>
          <p:sp>
            <p:nvSpPr>
              <p:cNvPr id="43" name="Freeform 43">
                <a:extLst>
                  <a:ext uri="{FF2B5EF4-FFF2-40B4-BE49-F238E27FC236}">
                    <a16:creationId xmlns:a16="http://schemas.microsoft.com/office/drawing/2014/main" id="{7C817C12-CC1C-B279-6E99-E1A9B8816F46}"/>
                  </a:ext>
                </a:extLst>
              </p:cNvPr>
              <p:cNvSpPr/>
              <p:nvPr/>
            </p:nvSpPr>
            <p:spPr>
              <a:xfrm>
                <a:off x="12700" y="12700"/>
                <a:ext cx="7680960" cy="768096"/>
              </a:xfrm>
              <a:custGeom>
                <a:avLst/>
                <a:gdLst/>
                <a:ahLst/>
                <a:cxnLst/>
                <a:rect l="l" t="t" r="r" b="b"/>
                <a:pathLst>
                  <a:path w="7680960" h="768096">
                    <a:moveTo>
                      <a:pt x="0" y="0"/>
                    </a:moveTo>
                    <a:lnTo>
                      <a:pt x="7680960" y="0"/>
                    </a:lnTo>
                    <a:lnTo>
                      <a:pt x="7680960" y="768096"/>
                    </a:lnTo>
                    <a:lnTo>
                      <a:pt x="0" y="768096"/>
                    </a:lnTo>
                    <a:close/>
                  </a:path>
                </a:pathLst>
              </a:custGeom>
              <a:solidFill>
                <a:srgbClr val="F7F9FC"/>
              </a:solidFill>
            </p:spPr>
            <p:txBody>
              <a:bodyPr/>
              <a:lstStyle/>
              <a:p>
                <a:endParaRPr lang="en-GB"/>
              </a:p>
            </p:txBody>
          </p:sp>
          <p:sp>
            <p:nvSpPr>
              <p:cNvPr id="44" name="Freeform 44">
                <a:extLst>
                  <a:ext uri="{FF2B5EF4-FFF2-40B4-BE49-F238E27FC236}">
                    <a16:creationId xmlns:a16="http://schemas.microsoft.com/office/drawing/2014/main" id="{8C09739B-9DBF-4CFF-F315-A6BFA3B1BB3D}"/>
                  </a:ext>
                </a:extLst>
              </p:cNvPr>
              <p:cNvSpPr/>
              <p:nvPr/>
            </p:nvSpPr>
            <p:spPr>
              <a:xfrm>
                <a:off x="0" y="0"/>
                <a:ext cx="7706360" cy="793496"/>
              </a:xfrm>
              <a:custGeom>
                <a:avLst/>
                <a:gdLst/>
                <a:ahLst/>
                <a:cxnLst/>
                <a:rect l="l" t="t" r="r" b="b"/>
                <a:pathLst>
                  <a:path w="7706360" h="793496">
                    <a:moveTo>
                      <a:pt x="12700" y="0"/>
                    </a:moveTo>
                    <a:lnTo>
                      <a:pt x="7693660" y="0"/>
                    </a:lnTo>
                    <a:cubicBezTo>
                      <a:pt x="7700645" y="0"/>
                      <a:pt x="7706360" y="5715"/>
                      <a:pt x="7706360" y="12700"/>
                    </a:cubicBezTo>
                    <a:lnTo>
                      <a:pt x="7706360" y="780796"/>
                    </a:lnTo>
                    <a:cubicBezTo>
                      <a:pt x="7706360" y="787781"/>
                      <a:pt x="7700645" y="793496"/>
                      <a:pt x="7693660" y="793496"/>
                    </a:cubicBezTo>
                    <a:lnTo>
                      <a:pt x="12700" y="793496"/>
                    </a:lnTo>
                    <a:cubicBezTo>
                      <a:pt x="5715" y="793496"/>
                      <a:pt x="0" y="787781"/>
                      <a:pt x="0" y="780796"/>
                    </a:cubicBezTo>
                    <a:lnTo>
                      <a:pt x="0" y="12700"/>
                    </a:lnTo>
                    <a:cubicBezTo>
                      <a:pt x="0" y="5715"/>
                      <a:pt x="5715" y="0"/>
                      <a:pt x="12700" y="0"/>
                    </a:cubicBezTo>
                    <a:moveTo>
                      <a:pt x="12700" y="25400"/>
                    </a:moveTo>
                    <a:lnTo>
                      <a:pt x="12700" y="12700"/>
                    </a:lnTo>
                    <a:lnTo>
                      <a:pt x="25400" y="12700"/>
                    </a:lnTo>
                    <a:lnTo>
                      <a:pt x="25400" y="780796"/>
                    </a:lnTo>
                    <a:lnTo>
                      <a:pt x="12700" y="780796"/>
                    </a:lnTo>
                    <a:lnTo>
                      <a:pt x="12700" y="768096"/>
                    </a:lnTo>
                    <a:lnTo>
                      <a:pt x="7693660" y="768096"/>
                    </a:lnTo>
                    <a:lnTo>
                      <a:pt x="7693660" y="780796"/>
                    </a:lnTo>
                    <a:lnTo>
                      <a:pt x="7680960" y="780796"/>
                    </a:lnTo>
                    <a:lnTo>
                      <a:pt x="7680960" y="12700"/>
                    </a:lnTo>
                    <a:lnTo>
                      <a:pt x="7693660" y="12700"/>
                    </a:lnTo>
                    <a:lnTo>
                      <a:pt x="7693660" y="25400"/>
                    </a:lnTo>
                    <a:lnTo>
                      <a:pt x="12700" y="25400"/>
                    </a:lnTo>
                    <a:close/>
                  </a:path>
                </a:pathLst>
              </a:custGeom>
              <a:solidFill>
                <a:srgbClr val="DDE5EE"/>
              </a:solidFill>
            </p:spPr>
            <p:txBody>
              <a:bodyPr/>
              <a:lstStyle/>
              <a:p>
                <a:endParaRPr lang="en-GB"/>
              </a:p>
            </p:txBody>
          </p:sp>
        </p:grpSp>
        <p:grpSp>
          <p:nvGrpSpPr>
            <p:cNvPr id="45" name="Group 45">
              <a:extLst>
                <a:ext uri="{FF2B5EF4-FFF2-40B4-BE49-F238E27FC236}">
                  <a16:creationId xmlns:a16="http://schemas.microsoft.com/office/drawing/2014/main" id="{73056149-B9AD-44C5-3536-080EB7A89865}"/>
                </a:ext>
              </a:extLst>
            </p:cNvPr>
            <p:cNvGrpSpPr/>
            <p:nvPr/>
          </p:nvGrpSpPr>
          <p:grpSpPr>
            <a:xfrm>
              <a:off x="11728112" y="3249199"/>
              <a:ext cx="3002872" cy="219786"/>
              <a:chOff x="0" y="0"/>
              <a:chExt cx="4023360" cy="292608"/>
            </a:xfrm>
          </p:grpSpPr>
          <p:sp>
            <p:nvSpPr>
              <p:cNvPr id="46" name="Freeform 46">
                <a:extLst>
                  <a:ext uri="{FF2B5EF4-FFF2-40B4-BE49-F238E27FC236}">
                    <a16:creationId xmlns:a16="http://schemas.microsoft.com/office/drawing/2014/main" id="{B19ECE53-F25A-3DD3-4C93-D5A68ABF73AA}"/>
                  </a:ext>
                </a:extLst>
              </p:cNvPr>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47" name="TextBox 47">
                <a:extLst>
                  <a:ext uri="{FF2B5EF4-FFF2-40B4-BE49-F238E27FC236}">
                    <a16:creationId xmlns:a16="http://schemas.microsoft.com/office/drawing/2014/main" id="{175B3781-ACEF-4581-464C-BECAD02483AE}"/>
                  </a:ext>
                </a:extLst>
              </p:cNvPr>
              <p:cNvSpPr txBox="1"/>
              <p:nvPr/>
            </p:nvSpPr>
            <p:spPr>
              <a:xfrm>
                <a:off x="0" y="0"/>
                <a:ext cx="4023360" cy="292608"/>
              </a:xfrm>
              <a:prstGeom prst="rect">
                <a:avLst/>
              </a:prstGeom>
            </p:spPr>
            <p:txBody>
              <a:bodyPr lIns="0" tIns="0" rIns="0" bIns="0" rtlCol="0" anchor="ctr"/>
              <a:lstStyle/>
              <a:p>
                <a:pPr algn="l">
                  <a:lnSpc>
                    <a:spcPts val="2700"/>
                  </a:lnSpc>
                </a:pPr>
                <a:r>
                  <a:rPr lang="en-US" sz="2250">
                    <a:solidFill>
                      <a:srgbClr val="1F2933"/>
                    </a:solidFill>
                    <a:latin typeface="Aptos"/>
                    <a:ea typeface="Aptos"/>
                    <a:cs typeface="Aptos"/>
                    <a:sym typeface="Aptos"/>
                  </a:rPr>
                  <a:t>straight</a:t>
                </a:r>
              </a:p>
            </p:txBody>
          </p:sp>
        </p:grpSp>
        <p:grpSp>
          <p:nvGrpSpPr>
            <p:cNvPr id="48" name="Group 48">
              <a:extLst>
                <a:ext uri="{FF2B5EF4-FFF2-40B4-BE49-F238E27FC236}">
                  <a16:creationId xmlns:a16="http://schemas.microsoft.com/office/drawing/2014/main" id="{56D13B40-F355-71D6-1670-0077D4799C32}"/>
                </a:ext>
              </a:extLst>
            </p:cNvPr>
            <p:cNvGrpSpPr/>
            <p:nvPr/>
          </p:nvGrpSpPr>
          <p:grpSpPr>
            <a:xfrm>
              <a:off x="15587368" y="3249199"/>
              <a:ext cx="1228448" cy="276932"/>
              <a:chOff x="0" y="0"/>
              <a:chExt cx="1645920" cy="368688"/>
            </a:xfrm>
          </p:grpSpPr>
          <p:sp>
            <p:nvSpPr>
              <p:cNvPr id="49" name="Freeform 49">
                <a:extLst>
                  <a:ext uri="{FF2B5EF4-FFF2-40B4-BE49-F238E27FC236}">
                    <a16:creationId xmlns:a16="http://schemas.microsoft.com/office/drawing/2014/main" id="{7C7E0242-1BD9-29C5-C5EA-90ADF9E06657}"/>
                  </a:ext>
                </a:extLst>
              </p:cNvPr>
              <p:cNvSpPr/>
              <p:nvPr/>
            </p:nvSpPr>
            <p:spPr>
              <a:xfrm>
                <a:off x="0" y="0"/>
                <a:ext cx="1645920" cy="292608"/>
              </a:xfrm>
              <a:custGeom>
                <a:avLst/>
                <a:gdLst/>
                <a:ahLst/>
                <a:cxnLst/>
                <a:rect l="l" t="t" r="r" b="b"/>
                <a:pathLst>
                  <a:path w="1645920" h="292608">
                    <a:moveTo>
                      <a:pt x="0" y="0"/>
                    </a:moveTo>
                    <a:lnTo>
                      <a:pt x="1645920" y="0"/>
                    </a:lnTo>
                    <a:lnTo>
                      <a:pt x="1645920" y="292608"/>
                    </a:lnTo>
                    <a:lnTo>
                      <a:pt x="0" y="292608"/>
                    </a:lnTo>
                    <a:close/>
                  </a:path>
                </a:pathLst>
              </a:custGeom>
              <a:blipFill>
                <a:blip r:embed="rId3">
                  <a:alphaModFix amt="0"/>
                </a:blip>
                <a:stretch>
                  <a:fillRect t="-59603" b="-59603"/>
                </a:stretch>
              </a:blipFill>
            </p:spPr>
            <p:txBody>
              <a:bodyPr/>
              <a:lstStyle/>
              <a:p>
                <a:endParaRPr lang="en-GB"/>
              </a:p>
            </p:txBody>
          </p:sp>
          <p:sp>
            <p:nvSpPr>
              <p:cNvPr id="50" name="TextBox 50">
                <a:extLst>
                  <a:ext uri="{FF2B5EF4-FFF2-40B4-BE49-F238E27FC236}">
                    <a16:creationId xmlns:a16="http://schemas.microsoft.com/office/drawing/2014/main" id="{FA647E22-419F-960A-17D0-206FED184CD7}"/>
                  </a:ext>
                </a:extLst>
              </p:cNvPr>
              <p:cNvSpPr txBox="1"/>
              <p:nvPr/>
            </p:nvSpPr>
            <p:spPr>
              <a:xfrm>
                <a:off x="0" y="76080"/>
                <a:ext cx="1645920" cy="292608"/>
              </a:xfrm>
              <a:prstGeom prst="rect">
                <a:avLst/>
              </a:prstGeom>
            </p:spPr>
            <p:txBody>
              <a:bodyPr lIns="0" tIns="0" rIns="0" bIns="0" rtlCol="0" anchor="ctr"/>
              <a:lstStyle/>
              <a:p>
                <a:pPr algn="r">
                  <a:lnSpc>
                    <a:spcPts val="2700"/>
                  </a:lnSpc>
                </a:pPr>
                <a:r>
                  <a:rPr lang="en-US" sz="2250" b="1">
                    <a:solidFill>
                      <a:srgbClr val="123A63"/>
                    </a:solidFill>
                    <a:latin typeface="Aptos Bold"/>
                    <a:ea typeface="Aptos Bold"/>
                    <a:cs typeface="Aptos Bold"/>
                    <a:sym typeface="Aptos Bold"/>
                  </a:rPr>
                  <a:t>4155</a:t>
                </a:r>
              </a:p>
            </p:txBody>
          </p:sp>
        </p:grpSp>
        <p:grpSp>
          <p:nvGrpSpPr>
            <p:cNvPr id="51" name="Group 51">
              <a:extLst>
                <a:ext uri="{FF2B5EF4-FFF2-40B4-BE49-F238E27FC236}">
                  <a16:creationId xmlns:a16="http://schemas.microsoft.com/office/drawing/2014/main" id="{242F0D18-B974-9F82-C93F-DF2C3BF7B5D0}"/>
                </a:ext>
              </a:extLst>
            </p:cNvPr>
            <p:cNvGrpSpPr/>
            <p:nvPr/>
          </p:nvGrpSpPr>
          <p:grpSpPr>
            <a:xfrm>
              <a:off x="11512539" y="3898042"/>
              <a:ext cx="5751713" cy="596016"/>
              <a:chOff x="0" y="0"/>
              <a:chExt cx="7706360" cy="793496"/>
            </a:xfrm>
          </p:grpSpPr>
          <p:sp>
            <p:nvSpPr>
              <p:cNvPr id="52" name="Freeform 52">
                <a:extLst>
                  <a:ext uri="{FF2B5EF4-FFF2-40B4-BE49-F238E27FC236}">
                    <a16:creationId xmlns:a16="http://schemas.microsoft.com/office/drawing/2014/main" id="{5B8E7DE2-7486-D566-A1C3-11CA0748D643}"/>
                  </a:ext>
                </a:extLst>
              </p:cNvPr>
              <p:cNvSpPr/>
              <p:nvPr/>
            </p:nvSpPr>
            <p:spPr>
              <a:xfrm>
                <a:off x="12700" y="12700"/>
                <a:ext cx="7680960" cy="768096"/>
              </a:xfrm>
              <a:custGeom>
                <a:avLst/>
                <a:gdLst/>
                <a:ahLst/>
                <a:cxnLst/>
                <a:rect l="l" t="t" r="r" b="b"/>
                <a:pathLst>
                  <a:path w="7680960" h="768096">
                    <a:moveTo>
                      <a:pt x="0" y="0"/>
                    </a:moveTo>
                    <a:lnTo>
                      <a:pt x="7680960" y="0"/>
                    </a:lnTo>
                    <a:lnTo>
                      <a:pt x="7680960" y="768096"/>
                    </a:lnTo>
                    <a:lnTo>
                      <a:pt x="0" y="768096"/>
                    </a:lnTo>
                    <a:close/>
                  </a:path>
                </a:pathLst>
              </a:custGeom>
              <a:solidFill>
                <a:srgbClr val="EDF3F9"/>
              </a:solidFill>
            </p:spPr>
            <p:txBody>
              <a:bodyPr/>
              <a:lstStyle/>
              <a:p>
                <a:endParaRPr lang="en-GB"/>
              </a:p>
            </p:txBody>
          </p:sp>
          <p:sp>
            <p:nvSpPr>
              <p:cNvPr id="53" name="Freeform 53">
                <a:extLst>
                  <a:ext uri="{FF2B5EF4-FFF2-40B4-BE49-F238E27FC236}">
                    <a16:creationId xmlns:a16="http://schemas.microsoft.com/office/drawing/2014/main" id="{E328F994-1241-BE1A-2667-DD70247CE0E0}"/>
                  </a:ext>
                </a:extLst>
              </p:cNvPr>
              <p:cNvSpPr/>
              <p:nvPr/>
            </p:nvSpPr>
            <p:spPr>
              <a:xfrm>
                <a:off x="0" y="0"/>
                <a:ext cx="7706360" cy="793496"/>
              </a:xfrm>
              <a:custGeom>
                <a:avLst/>
                <a:gdLst/>
                <a:ahLst/>
                <a:cxnLst/>
                <a:rect l="l" t="t" r="r" b="b"/>
                <a:pathLst>
                  <a:path w="7706360" h="793496">
                    <a:moveTo>
                      <a:pt x="12700" y="0"/>
                    </a:moveTo>
                    <a:lnTo>
                      <a:pt x="7693660" y="0"/>
                    </a:lnTo>
                    <a:cubicBezTo>
                      <a:pt x="7700645" y="0"/>
                      <a:pt x="7706360" y="5715"/>
                      <a:pt x="7706360" y="12700"/>
                    </a:cubicBezTo>
                    <a:lnTo>
                      <a:pt x="7706360" y="780796"/>
                    </a:lnTo>
                    <a:cubicBezTo>
                      <a:pt x="7706360" y="787781"/>
                      <a:pt x="7700645" y="793496"/>
                      <a:pt x="7693660" y="793496"/>
                    </a:cubicBezTo>
                    <a:lnTo>
                      <a:pt x="12700" y="793496"/>
                    </a:lnTo>
                    <a:cubicBezTo>
                      <a:pt x="5715" y="793496"/>
                      <a:pt x="0" y="787781"/>
                      <a:pt x="0" y="780796"/>
                    </a:cubicBezTo>
                    <a:lnTo>
                      <a:pt x="0" y="12700"/>
                    </a:lnTo>
                    <a:cubicBezTo>
                      <a:pt x="0" y="5715"/>
                      <a:pt x="5715" y="0"/>
                      <a:pt x="12700" y="0"/>
                    </a:cubicBezTo>
                    <a:moveTo>
                      <a:pt x="12700" y="25400"/>
                    </a:moveTo>
                    <a:lnTo>
                      <a:pt x="12700" y="12700"/>
                    </a:lnTo>
                    <a:lnTo>
                      <a:pt x="25400" y="12700"/>
                    </a:lnTo>
                    <a:lnTo>
                      <a:pt x="25400" y="780796"/>
                    </a:lnTo>
                    <a:lnTo>
                      <a:pt x="12700" y="780796"/>
                    </a:lnTo>
                    <a:lnTo>
                      <a:pt x="12700" y="768096"/>
                    </a:lnTo>
                    <a:lnTo>
                      <a:pt x="7693660" y="768096"/>
                    </a:lnTo>
                    <a:lnTo>
                      <a:pt x="7693660" y="780796"/>
                    </a:lnTo>
                    <a:lnTo>
                      <a:pt x="7680960" y="780796"/>
                    </a:lnTo>
                    <a:lnTo>
                      <a:pt x="7680960" y="12700"/>
                    </a:lnTo>
                    <a:lnTo>
                      <a:pt x="7693660" y="12700"/>
                    </a:lnTo>
                    <a:lnTo>
                      <a:pt x="7693660" y="25400"/>
                    </a:lnTo>
                    <a:lnTo>
                      <a:pt x="12700" y="25400"/>
                    </a:lnTo>
                    <a:close/>
                  </a:path>
                </a:pathLst>
              </a:custGeom>
              <a:solidFill>
                <a:srgbClr val="DDE5EE"/>
              </a:solidFill>
            </p:spPr>
            <p:txBody>
              <a:bodyPr/>
              <a:lstStyle/>
              <a:p>
                <a:endParaRPr lang="en-GB"/>
              </a:p>
            </p:txBody>
          </p:sp>
        </p:grpSp>
        <p:grpSp>
          <p:nvGrpSpPr>
            <p:cNvPr id="54" name="Group 54">
              <a:extLst>
                <a:ext uri="{FF2B5EF4-FFF2-40B4-BE49-F238E27FC236}">
                  <a16:creationId xmlns:a16="http://schemas.microsoft.com/office/drawing/2014/main" id="{AA84CABD-2762-E948-0729-1288E37F5997}"/>
                </a:ext>
              </a:extLst>
            </p:cNvPr>
            <p:cNvGrpSpPr/>
            <p:nvPr/>
          </p:nvGrpSpPr>
          <p:grpSpPr>
            <a:xfrm>
              <a:off x="11728112" y="4044727"/>
              <a:ext cx="3002872" cy="219786"/>
              <a:chOff x="0" y="0"/>
              <a:chExt cx="4023360" cy="292608"/>
            </a:xfrm>
          </p:grpSpPr>
          <p:sp>
            <p:nvSpPr>
              <p:cNvPr id="55" name="Freeform 55">
                <a:extLst>
                  <a:ext uri="{FF2B5EF4-FFF2-40B4-BE49-F238E27FC236}">
                    <a16:creationId xmlns:a16="http://schemas.microsoft.com/office/drawing/2014/main" id="{CC4DDE52-F0CC-39FE-1604-B82F4B5D28EC}"/>
                  </a:ext>
                </a:extLst>
              </p:cNvPr>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56" name="TextBox 56">
                <a:extLst>
                  <a:ext uri="{FF2B5EF4-FFF2-40B4-BE49-F238E27FC236}">
                    <a16:creationId xmlns:a16="http://schemas.microsoft.com/office/drawing/2014/main" id="{87B86E70-E712-EF71-C7FC-31CF5FC446D4}"/>
                  </a:ext>
                </a:extLst>
              </p:cNvPr>
              <p:cNvSpPr txBox="1"/>
              <p:nvPr/>
            </p:nvSpPr>
            <p:spPr>
              <a:xfrm>
                <a:off x="0" y="0"/>
                <a:ext cx="4023360" cy="292608"/>
              </a:xfrm>
              <a:prstGeom prst="rect">
                <a:avLst/>
              </a:prstGeom>
            </p:spPr>
            <p:txBody>
              <a:bodyPr lIns="0" tIns="0" rIns="0" bIns="0" rtlCol="0" anchor="ctr"/>
              <a:lstStyle/>
              <a:p>
                <a:pPr algn="l">
                  <a:lnSpc>
                    <a:spcPts val="2700"/>
                  </a:lnSpc>
                </a:pPr>
                <a:r>
                  <a:rPr lang="en-US" sz="2250">
                    <a:solidFill>
                      <a:srgbClr val="1F2933"/>
                    </a:solidFill>
                    <a:latin typeface="Aptos"/>
                    <a:ea typeface="Aptos"/>
                    <a:cs typeface="Aptos"/>
                    <a:sym typeface="Aptos"/>
                  </a:rPr>
                  <a:t>curve</a:t>
                </a:r>
              </a:p>
            </p:txBody>
          </p:sp>
        </p:grpSp>
        <p:grpSp>
          <p:nvGrpSpPr>
            <p:cNvPr id="57" name="Group 57">
              <a:extLst>
                <a:ext uri="{FF2B5EF4-FFF2-40B4-BE49-F238E27FC236}">
                  <a16:creationId xmlns:a16="http://schemas.microsoft.com/office/drawing/2014/main" id="{7E465E50-36C8-7220-4164-96CFAFB7CB08}"/>
                </a:ext>
              </a:extLst>
            </p:cNvPr>
            <p:cNvGrpSpPr/>
            <p:nvPr/>
          </p:nvGrpSpPr>
          <p:grpSpPr>
            <a:xfrm>
              <a:off x="15587368" y="4044727"/>
              <a:ext cx="1228448" cy="260169"/>
              <a:chOff x="0" y="0"/>
              <a:chExt cx="1645920" cy="346371"/>
            </a:xfrm>
          </p:grpSpPr>
          <p:sp>
            <p:nvSpPr>
              <p:cNvPr id="58" name="Freeform 58">
                <a:extLst>
                  <a:ext uri="{FF2B5EF4-FFF2-40B4-BE49-F238E27FC236}">
                    <a16:creationId xmlns:a16="http://schemas.microsoft.com/office/drawing/2014/main" id="{1DCDBE88-459B-F47F-B00A-440A24216343}"/>
                  </a:ext>
                </a:extLst>
              </p:cNvPr>
              <p:cNvSpPr/>
              <p:nvPr/>
            </p:nvSpPr>
            <p:spPr>
              <a:xfrm>
                <a:off x="0" y="0"/>
                <a:ext cx="1645920" cy="292608"/>
              </a:xfrm>
              <a:custGeom>
                <a:avLst/>
                <a:gdLst/>
                <a:ahLst/>
                <a:cxnLst/>
                <a:rect l="l" t="t" r="r" b="b"/>
                <a:pathLst>
                  <a:path w="1645920" h="292608">
                    <a:moveTo>
                      <a:pt x="0" y="0"/>
                    </a:moveTo>
                    <a:lnTo>
                      <a:pt x="1645920" y="0"/>
                    </a:lnTo>
                    <a:lnTo>
                      <a:pt x="1645920" y="292608"/>
                    </a:lnTo>
                    <a:lnTo>
                      <a:pt x="0" y="292608"/>
                    </a:lnTo>
                    <a:close/>
                  </a:path>
                </a:pathLst>
              </a:custGeom>
              <a:blipFill>
                <a:blip r:embed="rId3">
                  <a:alphaModFix amt="0"/>
                </a:blip>
                <a:stretch>
                  <a:fillRect t="-59603" b="-59603"/>
                </a:stretch>
              </a:blipFill>
            </p:spPr>
            <p:txBody>
              <a:bodyPr/>
              <a:lstStyle/>
              <a:p>
                <a:endParaRPr lang="en-GB"/>
              </a:p>
            </p:txBody>
          </p:sp>
          <p:sp>
            <p:nvSpPr>
              <p:cNvPr id="59" name="TextBox 59">
                <a:extLst>
                  <a:ext uri="{FF2B5EF4-FFF2-40B4-BE49-F238E27FC236}">
                    <a16:creationId xmlns:a16="http://schemas.microsoft.com/office/drawing/2014/main" id="{E95A6835-DBB0-6895-5921-8958DB97515F}"/>
                  </a:ext>
                </a:extLst>
              </p:cNvPr>
              <p:cNvSpPr txBox="1"/>
              <p:nvPr/>
            </p:nvSpPr>
            <p:spPr>
              <a:xfrm>
                <a:off x="0" y="53763"/>
                <a:ext cx="1645920" cy="292608"/>
              </a:xfrm>
              <a:prstGeom prst="rect">
                <a:avLst/>
              </a:prstGeom>
            </p:spPr>
            <p:txBody>
              <a:bodyPr lIns="0" tIns="0" rIns="0" bIns="0" rtlCol="0" anchor="ctr"/>
              <a:lstStyle/>
              <a:p>
                <a:pPr algn="r">
                  <a:lnSpc>
                    <a:spcPts val="2700"/>
                  </a:lnSpc>
                </a:pPr>
                <a:r>
                  <a:rPr lang="en-US" sz="2250" b="1">
                    <a:solidFill>
                      <a:srgbClr val="123A63"/>
                    </a:solidFill>
                    <a:latin typeface="Aptos Bold"/>
                    <a:ea typeface="Aptos Bold"/>
                    <a:cs typeface="Aptos Bold"/>
                    <a:sym typeface="Aptos Bold"/>
                  </a:rPr>
                  <a:t>781+</a:t>
                </a:r>
                <a:r>
                  <a:rPr lang="en-US" sz="2250" b="1">
                    <a:solidFill>
                      <a:srgbClr val="FF0000"/>
                    </a:solidFill>
                    <a:latin typeface="Aptos Bold"/>
                    <a:ea typeface="Aptos Bold"/>
                    <a:cs typeface="Aptos Bold"/>
                    <a:sym typeface="Aptos Bold"/>
                  </a:rPr>
                  <a:t>578</a:t>
                </a:r>
                <a:endParaRPr lang="en-US" sz="2250" b="1">
                  <a:solidFill>
                    <a:srgbClr val="123A63"/>
                  </a:solidFill>
                  <a:latin typeface="Aptos Bold"/>
                  <a:ea typeface="Aptos Bold"/>
                  <a:cs typeface="Aptos Bold"/>
                </a:endParaRPr>
              </a:p>
            </p:txBody>
          </p:sp>
        </p:grpSp>
        <p:grpSp>
          <p:nvGrpSpPr>
            <p:cNvPr id="60" name="Group 60">
              <a:extLst>
                <a:ext uri="{FF2B5EF4-FFF2-40B4-BE49-F238E27FC236}">
                  <a16:creationId xmlns:a16="http://schemas.microsoft.com/office/drawing/2014/main" id="{05FCAD95-5192-8657-492D-B82E8ABE0E65}"/>
                </a:ext>
              </a:extLst>
            </p:cNvPr>
            <p:cNvGrpSpPr/>
            <p:nvPr/>
          </p:nvGrpSpPr>
          <p:grpSpPr>
            <a:xfrm>
              <a:off x="11512539" y="4693570"/>
              <a:ext cx="5751713" cy="596016"/>
              <a:chOff x="0" y="0"/>
              <a:chExt cx="7706360" cy="793496"/>
            </a:xfrm>
          </p:grpSpPr>
          <p:sp>
            <p:nvSpPr>
              <p:cNvPr id="61" name="Freeform 61">
                <a:extLst>
                  <a:ext uri="{FF2B5EF4-FFF2-40B4-BE49-F238E27FC236}">
                    <a16:creationId xmlns:a16="http://schemas.microsoft.com/office/drawing/2014/main" id="{5DD48973-B2A6-821A-1394-F25BADCEEBB1}"/>
                  </a:ext>
                </a:extLst>
              </p:cNvPr>
              <p:cNvSpPr/>
              <p:nvPr/>
            </p:nvSpPr>
            <p:spPr>
              <a:xfrm>
                <a:off x="12700" y="12700"/>
                <a:ext cx="7680960" cy="768096"/>
              </a:xfrm>
              <a:custGeom>
                <a:avLst/>
                <a:gdLst/>
                <a:ahLst/>
                <a:cxnLst/>
                <a:rect l="l" t="t" r="r" b="b"/>
                <a:pathLst>
                  <a:path w="7680960" h="768096">
                    <a:moveTo>
                      <a:pt x="0" y="0"/>
                    </a:moveTo>
                    <a:lnTo>
                      <a:pt x="7680960" y="0"/>
                    </a:lnTo>
                    <a:lnTo>
                      <a:pt x="7680960" y="768096"/>
                    </a:lnTo>
                    <a:lnTo>
                      <a:pt x="0" y="768096"/>
                    </a:lnTo>
                    <a:close/>
                  </a:path>
                </a:pathLst>
              </a:custGeom>
              <a:solidFill>
                <a:srgbClr val="F7F9FC"/>
              </a:solidFill>
            </p:spPr>
            <p:txBody>
              <a:bodyPr/>
              <a:lstStyle/>
              <a:p>
                <a:endParaRPr lang="en-GB"/>
              </a:p>
            </p:txBody>
          </p:sp>
          <p:sp>
            <p:nvSpPr>
              <p:cNvPr id="62" name="Freeform 62">
                <a:extLst>
                  <a:ext uri="{FF2B5EF4-FFF2-40B4-BE49-F238E27FC236}">
                    <a16:creationId xmlns:a16="http://schemas.microsoft.com/office/drawing/2014/main" id="{0AB37EE7-93BA-DEB6-3708-D7D545E64C85}"/>
                  </a:ext>
                </a:extLst>
              </p:cNvPr>
              <p:cNvSpPr/>
              <p:nvPr/>
            </p:nvSpPr>
            <p:spPr>
              <a:xfrm>
                <a:off x="0" y="0"/>
                <a:ext cx="7706360" cy="793496"/>
              </a:xfrm>
              <a:custGeom>
                <a:avLst/>
                <a:gdLst/>
                <a:ahLst/>
                <a:cxnLst/>
                <a:rect l="l" t="t" r="r" b="b"/>
                <a:pathLst>
                  <a:path w="7706360" h="793496">
                    <a:moveTo>
                      <a:pt x="12700" y="0"/>
                    </a:moveTo>
                    <a:lnTo>
                      <a:pt x="7693660" y="0"/>
                    </a:lnTo>
                    <a:cubicBezTo>
                      <a:pt x="7700645" y="0"/>
                      <a:pt x="7706360" y="5715"/>
                      <a:pt x="7706360" y="12700"/>
                    </a:cubicBezTo>
                    <a:lnTo>
                      <a:pt x="7706360" y="780796"/>
                    </a:lnTo>
                    <a:cubicBezTo>
                      <a:pt x="7706360" y="787781"/>
                      <a:pt x="7700645" y="793496"/>
                      <a:pt x="7693660" y="793496"/>
                    </a:cubicBezTo>
                    <a:lnTo>
                      <a:pt x="12700" y="793496"/>
                    </a:lnTo>
                    <a:cubicBezTo>
                      <a:pt x="5715" y="793496"/>
                      <a:pt x="0" y="787781"/>
                      <a:pt x="0" y="780796"/>
                    </a:cubicBezTo>
                    <a:lnTo>
                      <a:pt x="0" y="12700"/>
                    </a:lnTo>
                    <a:cubicBezTo>
                      <a:pt x="0" y="5715"/>
                      <a:pt x="5715" y="0"/>
                      <a:pt x="12700" y="0"/>
                    </a:cubicBezTo>
                    <a:moveTo>
                      <a:pt x="12700" y="25400"/>
                    </a:moveTo>
                    <a:lnTo>
                      <a:pt x="12700" y="12700"/>
                    </a:lnTo>
                    <a:lnTo>
                      <a:pt x="25400" y="12700"/>
                    </a:lnTo>
                    <a:lnTo>
                      <a:pt x="25400" y="780796"/>
                    </a:lnTo>
                    <a:lnTo>
                      <a:pt x="12700" y="780796"/>
                    </a:lnTo>
                    <a:lnTo>
                      <a:pt x="12700" y="768096"/>
                    </a:lnTo>
                    <a:lnTo>
                      <a:pt x="7693660" y="768096"/>
                    </a:lnTo>
                    <a:lnTo>
                      <a:pt x="7693660" y="780796"/>
                    </a:lnTo>
                    <a:lnTo>
                      <a:pt x="7680960" y="780796"/>
                    </a:lnTo>
                    <a:lnTo>
                      <a:pt x="7680960" y="12700"/>
                    </a:lnTo>
                    <a:lnTo>
                      <a:pt x="7693660" y="12700"/>
                    </a:lnTo>
                    <a:lnTo>
                      <a:pt x="7693660" y="25400"/>
                    </a:lnTo>
                    <a:lnTo>
                      <a:pt x="12700" y="25400"/>
                    </a:lnTo>
                    <a:close/>
                  </a:path>
                </a:pathLst>
              </a:custGeom>
              <a:solidFill>
                <a:srgbClr val="DDE5EE"/>
              </a:solidFill>
            </p:spPr>
            <p:txBody>
              <a:bodyPr/>
              <a:lstStyle/>
              <a:p>
                <a:endParaRPr lang="en-GB"/>
              </a:p>
            </p:txBody>
          </p:sp>
        </p:grpSp>
        <p:grpSp>
          <p:nvGrpSpPr>
            <p:cNvPr id="63" name="Group 63">
              <a:extLst>
                <a:ext uri="{FF2B5EF4-FFF2-40B4-BE49-F238E27FC236}">
                  <a16:creationId xmlns:a16="http://schemas.microsoft.com/office/drawing/2014/main" id="{DC69AF98-39F4-3029-8456-16ED611F5D50}"/>
                </a:ext>
              </a:extLst>
            </p:cNvPr>
            <p:cNvGrpSpPr/>
            <p:nvPr/>
          </p:nvGrpSpPr>
          <p:grpSpPr>
            <a:xfrm>
              <a:off x="11728112" y="4840255"/>
              <a:ext cx="3002872" cy="219786"/>
              <a:chOff x="0" y="0"/>
              <a:chExt cx="4023360" cy="292608"/>
            </a:xfrm>
          </p:grpSpPr>
          <p:sp>
            <p:nvSpPr>
              <p:cNvPr id="64" name="Freeform 64">
                <a:extLst>
                  <a:ext uri="{FF2B5EF4-FFF2-40B4-BE49-F238E27FC236}">
                    <a16:creationId xmlns:a16="http://schemas.microsoft.com/office/drawing/2014/main" id="{C40CA513-5EC4-5C5D-DA27-352F8BAD5B57}"/>
                  </a:ext>
                </a:extLst>
              </p:cNvPr>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65" name="TextBox 65">
                <a:extLst>
                  <a:ext uri="{FF2B5EF4-FFF2-40B4-BE49-F238E27FC236}">
                    <a16:creationId xmlns:a16="http://schemas.microsoft.com/office/drawing/2014/main" id="{B26BF96E-595F-E798-63B6-3EB20B6F181E}"/>
                  </a:ext>
                </a:extLst>
              </p:cNvPr>
              <p:cNvSpPr txBox="1"/>
              <p:nvPr/>
            </p:nvSpPr>
            <p:spPr>
              <a:xfrm>
                <a:off x="0" y="0"/>
                <a:ext cx="4023360" cy="292608"/>
              </a:xfrm>
              <a:prstGeom prst="rect">
                <a:avLst/>
              </a:prstGeom>
            </p:spPr>
            <p:txBody>
              <a:bodyPr lIns="0" tIns="0" rIns="0" bIns="0" rtlCol="0" anchor="ctr"/>
              <a:lstStyle/>
              <a:p>
                <a:pPr algn="l">
                  <a:lnSpc>
                    <a:spcPts val="2700"/>
                  </a:lnSpc>
                </a:pPr>
                <a:r>
                  <a:rPr lang="en-US" sz="2250">
                    <a:solidFill>
                      <a:srgbClr val="1F2933"/>
                    </a:solidFill>
                    <a:latin typeface="Aptos"/>
                    <a:ea typeface="Aptos"/>
                    <a:cs typeface="Aptos"/>
                    <a:sym typeface="Aptos"/>
                  </a:rPr>
                  <a:t>crossroads</a:t>
                </a:r>
              </a:p>
            </p:txBody>
          </p:sp>
        </p:grpSp>
        <p:grpSp>
          <p:nvGrpSpPr>
            <p:cNvPr id="66" name="Group 66">
              <a:extLst>
                <a:ext uri="{FF2B5EF4-FFF2-40B4-BE49-F238E27FC236}">
                  <a16:creationId xmlns:a16="http://schemas.microsoft.com/office/drawing/2014/main" id="{7079199E-D261-932D-4ECA-F7499DEA4039}"/>
                </a:ext>
              </a:extLst>
            </p:cNvPr>
            <p:cNvGrpSpPr/>
            <p:nvPr/>
          </p:nvGrpSpPr>
          <p:grpSpPr>
            <a:xfrm>
              <a:off x="15148411" y="4740221"/>
              <a:ext cx="1667405" cy="498566"/>
              <a:chOff x="-588131" y="-133178"/>
              <a:chExt cx="2234051" cy="663757"/>
            </a:xfrm>
          </p:grpSpPr>
          <p:sp>
            <p:nvSpPr>
              <p:cNvPr id="67" name="Freeform 67">
                <a:extLst>
                  <a:ext uri="{FF2B5EF4-FFF2-40B4-BE49-F238E27FC236}">
                    <a16:creationId xmlns:a16="http://schemas.microsoft.com/office/drawing/2014/main" id="{165951F7-17BD-6C82-52B0-CDB9B3E9A714}"/>
                  </a:ext>
                </a:extLst>
              </p:cNvPr>
              <p:cNvSpPr/>
              <p:nvPr/>
            </p:nvSpPr>
            <p:spPr>
              <a:xfrm>
                <a:off x="0" y="0"/>
                <a:ext cx="1645920" cy="292608"/>
              </a:xfrm>
              <a:custGeom>
                <a:avLst/>
                <a:gdLst/>
                <a:ahLst/>
                <a:cxnLst/>
                <a:rect l="l" t="t" r="r" b="b"/>
                <a:pathLst>
                  <a:path w="1645920" h="292608">
                    <a:moveTo>
                      <a:pt x="0" y="0"/>
                    </a:moveTo>
                    <a:lnTo>
                      <a:pt x="1645920" y="0"/>
                    </a:lnTo>
                    <a:lnTo>
                      <a:pt x="1645920" y="292608"/>
                    </a:lnTo>
                    <a:lnTo>
                      <a:pt x="0" y="292608"/>
                    </a:lnTo>
                    <a:close/>
                  </a:path>
                </a:pathLst>
              </a:custGeom>
              <a:blipFill>
                <a:blip r:embed="rId3">
                  <a:alphaModFix amt="0"/>
                </a:blip>
                <a:stretch>
                  <a:fillRect t="-59603" b="-59603"/>
                </a:stretch>
              </a:blipFill>
            </p:spPr>
            <p:txBody>
              <a:bodyPr/>
              <a:lstStyle/>
              <a:p>
                <a:endParaRPr lang="en-GB"/>
              </a:p>
            </p:txBody>
          </p:sp>
          <p:sp>
            <p:nvSpPr>
              <p:cNvPr id="68" name="TextBox 68">
                <a:extLst>
                  <a:ext uri="{FF2B5EF4-FFF2-40B4-BE49-F238E27FC236}">
                    <a16:creationId xmlns:a16="http://schemas.microsoft.com/office/drawing/2014/main" id="{B46F4E9C-CF4B-DD4C-756A-80662F248B85}"/>
                  </a:ext>
                </a:extLst>
              </p:cNvPr>
              <p:cNvSpPr txBox="1"/>
              <p:nvPr/>
            </p:nvSpPr>
            <p:spPr>
              <a:xfrm>
                <a:off x="-588131" y="-133178"/>
                <a:ext cx="2234051" cy="663757"/>
              </a:xfrm>
              <a:prstGeom prst="rect">
                <a:avLst/>
              </a:prstGeom>
            </p:spPr>
            <p:txBody>
              <a:bodyPr lIns="0" tIns="0" rIns="0" bIns="0" rtlCol="0" anchor="ctr"/>
              <a:lstStyle/>
              <a:p>
                <a:pPr algn="r">
                  <a:lnSpc>
                    <a:spcPts val="2700"/>
                  </a:lnSpc>
                </a:pPr>
                <a:r>
                  <a:rPr lang="en-US" sz="2250" b="1">
                    <a:solidFill>
                      <a:srgbClr val="123A63"/>
                    </a:solidFill>
                    <a:latin typeface="Aptos Bold"/>
                    <a:ea typeface="Aptos Bold"/>
                    <a:cs typeface="Aptos Bold"/>
                    <a:sym typeface="Aptos Bold"/>
                  </a:rPr>
                  <a:t>611+</a:t>
                </a:r>
                <a:r>
                  <a:rPr lang="en-US" sz="2250" b="1">
                    <a:solidFill>
                      <a:srgbClr val="FF0000"/>
                    </a:solidFill>
                    <a:latin typeface="Aptos Bold"/>
                    <a:ea typeface="Aptos Bold"/>
                    <a:cs typeface="Aptos Bold"/>
                    <a:sym typeface="Aptos Bold"/>
                  </a:rPr>
                  <a:t>2386</a:t>
                </a:r>
                <a:endParaRPr lang="en-US" sz="2250" b="1">
                  <a:solidFill>
                    <a:srgbClr val="123A63"/>
                  </a:solidFill>
                  <a:latin typeface="Aptos Bold"/>
                  <a:ea typeface="Aptos Bold"/>
                  <a:cs typeface="Aptos Bold"/>
                  <a:sym typeface="Aptos Bold"/>
                </a:endParaRPr>
              </a:p>
            </p:txBody>
          </p:sp>
        </p:grpSp>
        <p:grpSp>
          <p:nvGrpSpPr>
            <p:cNvPr id="69" name="Group 69">
              <a:extLst>
                <a:ext uri="{FF2B5EF4-FFF2-40B4-BE49-F238E27FC236}">
                  <a16:creationId xmlns:a16="http://schemas.microsoft.com/office/drawing/2014/main" id="{707B0813-D4F9-60C1-53CA-1951EA2D037C}"/>
                </a:ext>
              </a:extLst>
            </p:cNvPr>
            <p:cNvGrpSpPr/>
            <p:nvPr/>
          </p:nvGrpSpPr>
          <p:grpSpPr>
            <a:xfrm>
              <a:off x="11512539" y="5489098"/>
              <a:ext cx="5751713" cy="596016"/>
              <a:chOff x="0" y="0"/>
              <a:chExt cx="7706360" cy="793496"/>
            </a:xfrm>
          </p:grpSpPr>
          <p:sp>
            <p:nvSpPr>
              <p:cNvPr id="70" name="Freeform 70">
                <a:extLst>
                  <a:ext uri="{FF2B5EF4-FFF2-40B4-BE49-F238E27FC236}">
                    <a16:creationId xmlns:a16="http://schemas.microsoft.com/office/drawing/2014/main" id="{025906E9-50F1-6BEC-DF20-0F213A45A130}"/>
                  </a:ext>
                </a:extLst>
              </p:cNvPr>
              <p:cNvSpPr/>
              <p:nvPr/>
            </p:nvSpPr>
            <p:spPr>
              <a:xfrm>
                <a:off x="12700" y="12700"/>
                <a:ext cx="7680960" cy="768096"/>
              </a:xfrm>
              <a:custGeom>
                <a:avLst/>
                <a:gdLst/>
                <a:ahLst/>
                <a:cxnLst/>
                <a:rect l="l" t="t" r="r" b="b"/>
                <a:pathLst>
                  <a:path w="7680960" h="768096">
                    <a:moveTo>
                      <a:pt x="0" y="0"/>
                    </a:moveTo>
                    <a:lnTo>
                      <a:pt x="7680960" y="0"/>
                    </a:lnTo>
                    <a:lnTo>
                      <a:pt x="7680960" y="768096"/>
                    </a:lnTo>
                    <a:lnTo>
                      <a:pt x="0" y="768096"/>
                    </a:lnTo>
                    <a:close/>
                  </a:path>
                </a:pathLst>
              </a:custGeom>
              <a:solidFill>
                <a:srgbClr val="EDF3F9"/>
              </a:solidFill>
            </p:spPr>
            <p:txBody>
              <a:bodyPr/>
              <a:lstStyle/>
              <a:p>
                <a:endParaRPr lang="en-GB"/>
              </a:p>
            </p:txBody>
          </p:sp>
          <p:sp>
            <p:nvSpPr>
              <p:cNvPr id="71" name="Freeform 71">
                <a:extLst>
                  <a:ext uri="{FF2B5EF4-FFF2-40B4-BE49-F238E27FC236}">
                    <a16:creationId xmlns:a16="http://schemas.microsoft.com/office/drawing/2014/main" id="{DC946757-3606-EA88-7B36-B91792B496DB}"/>
                  </a:ext>
                </a:extLst>
              </p:cNvPr>
              <p:cNvSpPr/>
              <p:nvPr/>
            </p:nvSpPr>
            <p:spPr>
              <a:xfrm>
                <a:off x="0" y="0"/>
                <a:ext cx="7706360" cy="793496"/>
              </a:xfrm>
              <a:custGeom>
                <a:avLst/>
                <a:gdLst/>
                <a:ahLst/>
                <a:cxnLst/>
                <a:rect l="l" t="t" r="r" b="b"/>
                <a:pathLst>
                  <a:path w="7706360" h="793496">
                    <a:moveTo>
                      <a:pt x="12700" y="0"/>
                    </a:moveTo>
                    <a:lnTo>
                      <a:pt x="7693660" y="0"/>
                    </a:lnTo>
                    <a:cubicBezTo>
                      <a:pt x="7700645" y="0"/>
                      <a:pt x="7706360" y="5715"/>
                      <a:pt x="7706360" y="12700"/>
                    </a:cubicBezTo>
                    <a:lnTo>
                      <a:pt x="7706360" y="780796"/>
                    </a:lnTo>
                    <a:cubicBezTo>
                      <a:pt x="7706360" y="787781"/>
                      <a:pt x="7700645" y="793496"/>
                      <a:pt x="7693660" y="793496"/>
                    </a:cubicBezTo>
                    <a:lnTo>
                      <a:pt x="12700" y="793496"/>
                    </a:lnTo>
                    <a:cubicBezTo>
                      <a:pt x="5715" y="793496"/>
                      <a:pt x="0" y="787781"/>
                      <a:pt x="0" y="780796"/>
                    </a:cubicBezTo>
                    <a:lnTo>
                      <a:pt x="0" y="12700"/>
                    </a:lnTo>
                    <a:cubicBezTo>
                      <a:pt x="0" y="5715"/>
                      <a:pt x="5715" y="0"/>
                      <a:pt x="12700" y="0"/>
                    </a:cubicBezTo>
                    <a:moveTo>
                      <a:pt x="12700" y="25400"/>
                    </a:moveTo>
                    <a:lnTo>
                      <a:pt x="12700" y="12700"/>
                    </a:lnTo>
                    <a:lnTo>
                      <a:pt x="25400" y="12700"/>
                    </a:lnTo>
                    <a:lnTo>
                      <a:pt x="25400" y="780796"/>
                    </a:lnTo>
                    <a:lnTo>
                      <a:pt x="12700" y="780796"/>
                    </a:lnTo>
                    <a:lnTo>
                      <a:pt x="12700" y="768096"/>
                    </a:lnTo>
                    <a:lnTo>
                      <a:pt x="7693660" y="768096"/>
                    </a:lnTo>
                    <a:lnTo>
                      <a:pt x="7693660" y="780796"/>
                    </a:lnTo>
                    <a:lnTo>
                      <a:pt x="7680960" y="780796"/>
                    </a:lnTo>
                    <a:lnTo>
                      <a:pt x="7680960" y="12700"/>
                    </a:lnTo>
                    <a:lnTo>
                      <a:pt x="7693660" y="12700"/>
                    </a:lnTo>
                    <a:lnTo>
                      <a:pt x="7693660" y="25400"/>
                    </a:lnTo>
                    <a:lnTo>
                      <a:pt x="12700" y="25400"/>
                    </a:lnTo>
                    <a:close/>
                  </a:path>
                </a:pathLst>
              </a:custGeom>
              <a:solidFill>
                <a:srgbClr val="DDE5EE"/>
              </a:solidFill>
            </p:spPr>
            <p:txBody>
              <a:bodyPr/>
              <a:lstStyle/>
              <a:p>
                <a:endParaRPr lang="en-GB"/>
              </a:p>
            </p:txBody>
          </p:sp>
        </p:grpSp>
        <p:grpSp>
          <p:nvGrpSpPr>
            <p:cNvPr id="72" name="Group 72">
              <a:extLst>
                <a:ext uri="{FF2B5EF4-FFF2-40B4-BE49-F238E27FC236}">
                  <a16:creationId xmlns:a16="http://schemas.microsoft.com/office/drawing/2014/main" id="{28DDBE12-24B1-0A9B-E6AB-17F06B78CEF8}"/>
                </a:ext>
              </a:extLst>
            </p:cNvPr>
            <p:cNvGrpSpPr/>
            <p:nvPr/>
          </p:nvGrpSpPr>
          <p:grpSpPr>
            <a:xfrm>
              <a:off x="11728112" y="5635783"/>
              <a:ext cx="3031900" cy="219786"/>
              <a:chOff x="0" y="0"/>
              <a:chExt cx="4062253" cy="292608"/>
            </a:xfrm>
          </p:grpSpPr>
          <p:sp>
            <p:nvSpPr>
              <p:cNvPr id="73" name="Freeform 73">
                <a:extLst>
                  <a:ext uri="{FF2B5EF4-FFF2-40B4-BE49-F238E27FC236}">
                    <a16:creationId xmlns:a16="http://schemas.microsoft.com/office/drawing/2014/main" id="{CFD73C32-B38D-2F34-FC8F-A413331E1BAA}"/>
                  </a:ext>
                </a:extLst>
              </p:cNvPr>
              <p:cNvSpPr/>
              <p:nvPr/>
            </p:nvSpPr>
            <p:spPr>
              <a:xfrm>
                <a:off x="38893"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74" name="TextBox 74">
                <a:extLst>
                  <a:ext uri="{FF2B5EF4-FFF2-40B4-BE49-F238E27FC236}">
                    <a16:creationId xmlns:a16="http://schemas.microsoft.com/office/drawing/2014/main" id="{CD7495B2-EA05-A0FD-2A25-3BA9D2B7EACC}"/>
                  </a:ext>
                </a:extLst>
              </p:cNvPr>
              <p:cNvSpPr txBox="1"/>
              <p:nvPr/>
            </p:nvSpPr>
            <p:spPr>
              <a:xfrm>
                <a:off x="0" y="0"/>
                <a:ext cx="4023360" cy="292608"/>
              </a:xfrm>
              <a:prstGeom prst="rect">
                <a:avLst/>
              </a:prstGeom>
            </p:spPr>
            <p:txBody>
              <a:bodyPr lIns="0" tIns="0" rIns="0" bIns="0" rtlCol="0" anchor="ctr"/>
              <a:lstStyle/>
              <a:p>
                <a:pPr algn="l">
                  <a:lnSpc>
                    <a:spcPts val="2700"/>
                  </a:lnSpc>
                </a:pPr>
                <a:r>
                  <a:rPr lang="en-US" sz="2250">
                    <a:latin typeface="Aptos"/>
                    <a:ea typeface="Aptos"/>
                    <a:cs typeface="Aptos"/>
                    <a:sym typeface="Aptos"/>
                  </a:rPr>
                  <a:t>T-junction</a:t>
                </a:r>
              </a:p>
            </p:txBody>
          </p:sp>
        </p:grpSp>
        <p:grpSp>
          <p:nvGrpSpPr>
            <p:cNvPr id="75" name="Group 75">
              <a:extLst>
                <a:ext uri="{FF2B5EF4-FFF2-40B4-BE49-F238E27FC236}">
                  <a16:creationId xmlns:a16="http://schemas.microsoft.com/office/drawing/2014/main" id="{32273ED6-9F9C-C18A-AF67-19B353D4573B}"/>
                </a:ext>
              </a:extLst>
            </p:cNvPr>
            <p:cNvGrpSpPr/>
            <p:nvPr/>
          </p:nvGrpSpPr>
          <p:grpSpPr>
            <a:xfrm>
              <a:off x="15587368" y="5635783"/>
              <a:ext cx="1228448" cy="257052"/>
              <a:chOff x="0" y="0"/>
              <a:chExt cx="1645920" cy="342221"/>
            </a:xfrm>
          </p:grpSpPr>
          <p:sp>
            <p:nvSpPr>
              <p:cNvPr id="76" name="Freeform 76">
                <a:extLst>
                  <a:ext uri="{FF2B5EF4-FFF2-40B4-BE49-F238E27FC236}">
                    <a16:creationId xmlns:a16="http://schemas.microsoft.com/office/drawing/2014/main" id="{3728BB68-C9FC-E024-D733-CC657AC08353}"/>
                  </a:ext>
                </a:extLst>
              </p:cNvPr>
              <p:cNvSpPr/>
              <p:nvPr/>
            </p:nvSpPr>
            <p:spPr>
              <a:xfrm>
                <a:off x="0" y="0"/>
                <a:ext cx="1645920" cy="292608"/>
              </a:xfrm>
              <a:custGeom>
                <a:avLst/>
                <a:gdLst/>
                <a:ahLst/>
                <a:cxnLst/>
                <a:rect l="l" t="t" r="r" b="b"/>
                <a:pathLst>
                  <a:path w="1645920" h="292608">
                    <a:moveTo>
                      <a:pt x="0" y="0"/>
                    </a:moveTo>
                    <a:lnTo>
                      <a:pt x="1645920" y="0"/>
                    </a:lnTo>
                    <a:lnTo>
                      <a:pt x="1645920" y="292608"/>
                    </a:lnTo>
                    <a:lnTo>
                      <a:pt x="0" y="292608"/>
                    </a:lnTo>
                    <a:close/>
                  </a:path>
                </a:pathLst>
              </a:custGeom>
              <a:blipFill>
                <a:blip r:embed="rId3">
                  <a:alphaModFix amt="0"/>
                </a:blip>
                <a:stretch>
                  <a:fillRect t="-59603" b="-59603"/>
                </a:stretch>
              </a:blipFill>
            </p:spPr>
            <p:txBody>
              <a:bodyPr/>
              <a:lstStyle/>
              <a:p>
                <a:endParaRPr lang="en-GB"/>
              </a:p>
            </p:txBody>
          </p:sp>
          <p:sp>
            <p:nvSpPr>
              <p:cNvPr id="77" name="TextBox 77">
                <a:extLst>
                  <a:ext uri="{FF2B5EF4-FFF2-40B4-BE49-F238E27FC236}">
                    <a16:creationId xmlns:a16="http://schemas.microsoft.com/office/drawing/2014/main" id="{EFEDC9D0-0D51-4293-44E3-FDF05CC86EBC}"/>
                  </a:ext>
                </a:extLst>
              </p:cNvPr>
              <p:cNvSpPr txBox="1"/>
              <p:nvPr/>
            </p:nvSpPr>
            <p:spPr>
              <a:xfrm>
                <a:off x="0" y="49613"/>
                <a:ext cx="1645920" cy="292608"/>
              </a:xfrm>
              <a:prstGeom prst="rect">
                <a:avLst/>
              </a:prstGeom>
            </p:spPr>
            <p:txBody>
              <a:bodyPr lIns="0" tIns="0" rIns="0" bIns="0" rtlCol="0" anchor="ctr"/>
              <a:lstStyle/>
              <a:p>
                <a:pPr algn="r">
                  <a:lnSpc>
                    <a:spcPts val="2700"/>
                  </a:lnSpc>
                </a:pPr>
                <a:r>
                  <a:rPr lang="en-US" sz="2250" b="1">
                    <a:solidFill>
                      <a:srgbClr val="FF0000"/>
                    </a:solidFill>
                    <a:latin typeface="Aptos Bold"/>
                    <a:ea typeface="Aptos Bold"/>
                    <a:cs typeface="Aptos Bold"/>
                    <a:sym typeface="Aptos Bold"/>
                  </a:rPr>
                  <a:t>1162</a:t>
                </a:r>
              </a:p>
            </p:txBody>
          </p:sp>
        </p:grpSp>
        <p:grpSp>
          <p:nvGrpSpPr>
            <p:cNvPr id="78" name="Group 78">
              <a:extLst>
                <a:ext uri="{FF2B5EF4-FFF2-40B4-BE49-F238E27FC236}">
                  <a16:creationId xmlns:a16="http://schemas.microsoft.com/office/drawing/2014/main" id="{C793606C-EA40-AFA2-C85B-9FD039C90156}"/>
                </a:ext>
              </a:extLst>
            </p:cNvPr>
            <p:cNvGrpSpPr/>
            <p:nvPr/>
          </p:nvGrpSpPr>
          <p:grpSpPr>
            <a:xfrm>
              <a:off x="11512539" y="6284626"/>
              <a:ext cx="5751713" cy="596016"/>
              <a:chOff x="0" y="0"/>
              <a:chExt cx="7706360" cy="793496"/>
            </a:xfrm>
          </p:grpSpPr>
          <p:sp>
            <p:nvSpPr>
              <p:cNvPr id="79" name="Freeform 79">
                <a:extLst>
                  <a:ext uri="{FF2B5EF4-FFF2-40B4-BE49-F238E27FC236}">
                    <a16:creationId xmlns:a16="http://schemas.microsoft.com/office/drawing/2014/main" id="{6A875ADA-72F5-6021-9739-0E21791A72A9}"/>
                  </a:ext>
                </a:extLst>
              </p:cNvPr>
              <p:cNvSpPr/>
              <p:nvPr/>
            </p:nvSpPr>
            <p:spPr>
              <a:xfrm>
                <a:off x="12700" y="12700"/>
                <a:ext cx="7680960" cy="768096"/>
              </a:xfrm>
              <a:custGeom>
                <a:avLst/>
                <a:gdLst/>
                <a:ahLst/>
                <a:cxnLst/>
                <a:rect l="l" t="t" r="r" b="b"/>
                <a:pathLst>
                  <a:path w="7680960" h="768096">
                    <a:moveTo>
                      <a:pt x="0" y="0"/>
                    </a:moveTo>
                    <a:lnTo>
                      <a:pt x="7680960" y="0"/>
                    </a:lnTo>
                    <a:lnTo>
                      <a:pt x="7680960" y="768096"/>
                    </a:lnTo>
                    <a:lnTo>
                      <a:pt x="0" y="768096"/>
                    </a:lnTo>
                    <a:close/>
                  </a:path>
                </a:pathLst>
              </a:custGeom>
              <a:solidFill>
                <a:srgbClr val="F7F9FC"/>
              </a:solidFill>
            </p:spPr>
            <p:txBody>
              <a:bodyPr/>
              <a:lstStyle/>
              <a:p>
                <a:endParaRPr lang="en-GB"/>
              </a:p>
            </p:txBody>
          </p:sp>
          <p:sp>
            <p:nvSpPr>
              <p:cNvPr id="80" name="Freeform 80">
                <a:extLst>
                  <a:ext uri="{FF2B5EF4-FFF2-40B4-BE49-F238E27FC236}">
                    <a16:creationId xmlns:a16="http://schemas.microsoft.com/office/drawing/2014/main" id="{724ACEBA-7749-AA85-67AF-377ED358E89A}"/>
                  </a:ext>
                </a:extLst>
              </p:cNvPr>
              <p:cNvSpPr/>
              <p:nvPr/>
            </p:nvSpPr>
            <p:spPr>
              <a:xfrm>
                <a:off x="0" y="0"/>
                <a:ext cx="7706360" cy="793496"/>
              </a:xfrm>
              <a:custGeom>
                <a:avLst/>
                <a:gdLst/>
                <a:ahLst/>
                <a:cxnLst/>
                <a:rect l="l" t="t" r="r" b="b"/>
                <a:pathLst>
                  <a:path w="7706360" h="793496">
                    <a:moveTo>
                      <a:pt x="12700" y="0"/>
                    </a:moveTo>
                    <a:lnTo>
                      <a:pt x="7693660" y="0"/>
                    </a:lnTo>
                    <a:cubicBezTo>
                      <a:pt x="7700645" y="0"/>
                      <a:pt x="7706360" y="5715"/>
                      <a:pt x="7706360" y="12700"/>
                    </a:cubicBezTo>
                    <a:lnTo>
                      <a:pt x="7706360" y="780796"/>
                    </a:lnTo>
                    <a:cubicBezTo>
                      <a:pt x="7706360" y="787781"/>
                      <a:pt x="7700645" y="793496"/>
                      <a:pt x="7693660" y="793496"/>
                    </a:cubicBezTo>
                    <a:lnTo>
                      <a:pt x="12700" y="793496"/>
                    </a:lnTo>
                    <a:cubicBezTo>
                      <a:pt x="5715" y="793496"/>
                      <a:pt x="0" y="787781"/>
                      <a:pt x="0" y="780796"/>
                    </a:cubicBezTo>
                    <a:lnTo>
                      <a:pt x="0" y="12700"/>
                    </a:lnTo>
                    <a:cubicBezTo>
                      <a:pt x="0" y="5715"/>
                      <a:pt x="5715" y="0"/>
                      <a:pt x="12700" y="0"/>
                    </a:cubicBezTo>
                    <a:moveTo>
                      <a:pt x="12700" y="25400"/>
                    </a:moveTo>
                    <a:lnTo>
                      <a:pt x="12700" y="12700"/>
                    </a:lnTo>
                    <a:lnTo>
                      <a:pt x="25400" y="12700"/>
                    </a:lnTo>
                    <a:lnTo>
                      <a:pt x="25400" y="780796"/>
                    </a:lnTo>
                    <a:lnTo>
                      <a:pt x="12700" y="780796"/>
                    </a:lnTo>
                    <a:lnTo>
                      <a:pt x="12700" y="768096"/>
                    </a:lnTo>
                    <a:lnTo>
                      <a:pt x="7693660" y="768096"/>
                    </a:lnTo>
                    <a:lnTo>
                      <a:pt x="7693660" y="780796"/>
                    </a:lnTo>
                    <a:lnTo>
                      <a:pt x="7680960" y="780796"/>
                    </a:lnTo>
                    <a:lnTo>
                      <a:pt x="7680960" y="12700"/>
                    </a:lnTo>
                    <a:lnTo>
                      <a:pt x="7693660" y="12700"/>
                    </a:lnTo>
                    <a:lnTo>
                      <a:pt x="7693660" y="25400"/>
                    </a:lnTo>
                    <a:lnTo>
                      <a:pt x="12700" y="25400"/>
                    </a:lnTo>
                    <a:close/>
                  </a:path>
                </a:pathLst>
              </a:custGeom>
              <a:solidFill>
                <a:srgbClr val="DDE5EE"/>
              </a:solidFill>
            </p:spPr>
            <p:txBody>
              <a:bodyPr/>
              <a:lstStyle/>
              <a:p>
                <a:endParaRPr lang="en-GB"/>
              </a:p>
            </p:txBody>
          </p:sp>
        </p:grpSp>
        <p:grpSp>
          <p:nvGrpSpPr>
            <p:cNvPr id="81" name="Group 81">
              <a:extLst>
                <a:ext uri="{FF2B5EF4-FFF2-40B4-BE49-F238E27FC236}">
                  <a16:creationId xmlns:a16="http://schemas.microsoft.com/office/drawing/2014/main" id="{946AFF32-E060-4558-12FC-AD776854A3E3}"/>
                </a:ext>
              </a:extLst>
            </p:cNvPr>
            <p:cNvGrpSpPr/>
            <p:nvPr/>
          </p:nvGrpSpPr>
          <p:grpSpPr>
            <a:xfrm>
              <a:off x="11728112" y="6431311"/>
              <a:ext cx="3002872" cy="219786"/>
              <a:chOff x="0" y="0"/>
              <a:chExt cx="4023360" cy="292608"/>
            </a:xfrm>
          </p:grpSpPr>
          <p:sp>
            <p:nvSpPr>
              <p:cNvPr id="82" name="Freeform 82">
                <a:extLst>
                  <a:ext uri="{FF2B5EF4-FFF2-40B4-BE49-F238E27FC236}">
                    <a16:creationId xmlns:a16="http://schemas.microsoft.com/office/drawing/2014/main" id="{AC7E5612-BEED-78EB-FD2E-1BD84DFB161A}"/>
                  </a:ext>
                </a:extLst>
              </p:cNvPr>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83" name="TextBox 83">
                <a:extLst>
                  <a:ext uri="{FF2B5EF4-FFF2-40B4-BE49-F238E27FC236}">
                    <a16:creationId xmlns:a16="http://schemas.microsoft.com/office/drawing/2014/main" id="{7602ED45-C3C0-D86F-F5E1-FA549BB33E8A}"/>
                  </a:ext>
                </a:extLst>
              </p:cNvPr>
              <p:cNvSpPr txBox="1"/>
              <p:nvPr/>
            </p:nvSpPr>
            <p:spPr>
              <a:xfrm>
                <a:off x="0" y="0"/>
                <a:ext cx="4023360" cy="292608"/>
              </a:xfrm>
              <a:prstGeom prst="rect">
                <a:avLst/>
              </a:prstGeom>
            </p:spPr>
            <p:txBody>
              <a:bodyPr lIns="0" tIns="0" rIns="0" bIns="0" rtlCol="0" anchor="ctr"/>
              <a:lstStyle/>
              <a:p>
                <a:pPr algn="l">
                  <a:lnSpc>
                    <a:spcPts val="2700"/>
                  </a:lnSpc>
                </a:pPr>
                <a:r>
                  <a:rPr lang="en-US" sz="2250">
                    <a:solidFill>
                      <a:srgbClr val="1F2933"/>
                    </a:solidFill>
                    <a:latin typeface="Aptos"/>
                    <a:ea typeface="Aptos"/>
                    <a:cs typeface="Aptos"/>
                    <a:sym typeface="Aptos"/>
                  </a:rPr>
                  <a:t>Off-route</a:t>
                </a:r>
              </a:p>
            </p:txBody>
          </p:sp>
        </p:grpSp>
        <p:grpSp>
          <p:nvGrpSpPr>
            <p:cNvPr id="84" name="Group 84">
              <a:extLst>
                <a:ext uri="{FF2B5EF4-FFF2-40B4-BE49-F238E27FC236}">
                  <a16:creationId xmlns:a16="http://schemas.microsoft.com/office/drawing/2014/main" id="{46379D98-F209-2288-9AF4-23B36DC1FAD8}"/>
                </a:ext>
              </a:extLst>
            </p:cNvPr>
            <p:cNvGrpSpPr/>
            <p:nvPr/>
          </p:nvGrpSpPr>
          <p:grpSpPr>
            <a:xfrm>
              <a:off x="15587368" y="6431311"/>
              <a:ext cx="1228448" cy="266730"/>
              <a:chOff x="0" y="0"/>
              <a:chExt cx="1645920" cy="355107"/>
            </a:xfrm>
          </p:grpSpPr>
          <p:sp>
            <p:nvSpPr>
              <p:cNvPr id="85" name="Freeform 85">
                <a:extLst>
                  <a:ext uri="{FF2B5EF4-FFF2-40B4-BE49-F238E27FC236}">
                    <a16:creationId xmlns:a16="http://schemas.microsoft.com/office/drawing/2014/main" id="{D5AD0398-85ED-B0EB-CFD2-9AB360CF2B97}"/>
                  </a:ext>
                </a:extLst>
              </p:cNvPr>
              <p:cNvSpPr/>
              <p:nvPr/>
            </p:nvSpPr>
            <p:spPr>
              <a:xfrm>
                <a:off x="0" y="0"/>
                <a:ext cx="1645920" cy="292608"/>
              </a:xfrm>
              <a:custGeom>
                <a:avLst/>
                <a:gdLst/>
                <a:ahLst/>
                <a:cxnLst/>
                <a:rect l="l" t="t" r="r" b="b"/>
                <a:pathLst>
                  <a:path w="1645920" h="292608">
                    <a:moveTo>
                      <a:pt x="0" y="0"/>
                    </a:moveTo>
                    <a:lnTo>
                      <a:pt x="1645920" y="0"/>
                    </a:lnTo>
                    <a:lnTo>
                      <a:pt x="1645920" y="292608"/>
                    </a:lnTo>
                    <a:lnTo>
                      <a:pt x="0" y="292608"/>
                    </a:lnTo>
                    <a:close/>
                  </a:path>
                </a:pathLst>
              </a:custGeom>
              <a:blipFill>
                <a:blip r:embed="rId3">
                  <a:alphaModFix amt="0"/>
                </a:blip>
                <a:stretch>
                  <a:fillRect t="-59603" b="-59603"/>
                </a:stretch>
              </a:blipFill>
            </p:spPr>
            <p:txBody>
              <a:bodyPr/>
              <a:lstStyle/>
              <a:p>
                <a:endParaRPr lang="en-GB"/>
              </a:p>
            </p:txBody>
          </p:sp>
          <p:sp>
            <p:nvSpPr>
              <p:cNvPr id="86" name="TextBox 86">
                <a:extLst>
                  <a:ext uri="{FF2B5EF4-FFF2-40B4-BE49-F238E27FC236}">
                    <a16:creationId xmlns:a16="http://schemas.microsoft.com/office/drawing/2014/main" id="{5247C132-0187-0CB6-FF1D-578323CE8E03}"/>
                  </a:ext>
                </a:extLst>
              </p:cNvPr>
              <p:cNvSpPr txBox="1"/>
              <p:nvPr/>
            </p:nvSpPr>
            <p:spPr>
              <a:xfrm>
                <a:off x="0" y="62499"/>
                <a:ext cx="1645920" cy="292608"/>
              </a:xfrm>
              <a:prstGeom prst="rect">
                <a:avLst/>
              </a:prstGeom>
            </p:spPr>
            <p:txBody>
              <a:bodyPr lIns="0" tIns="0" rIns="0" bIns="0" rtlCol="0" anchor="ctr"/>
              <a:lstStyle/>
              <a:p>
                <a:pPr algn="r">
                  <a:lnSpc>
                    <a:spcPts val="2700"/>
                  </a:lnSpc>
                </a:pPr>
                <a:r>
                  <a:rPr lang="en-US" sz="2250" b="1">
                    <a:solidFill>
                      <a:srgbClr val="123A63"/>
                    </a:solidFill>
                    <a:latin typeface="Aptos Bold"/>
                    <a:ea typeface="Aptos Bold"/>
                    <a:cs typeface="Aptos Bold"/>
                    <a:sym typeface="Aptos Bold"/>
                  </a:rPr>
                  <a:t>2460</a:t>
                </a:r>
              </a:p>
            </p:txBody>
          </p:sp>
        </p:grpSp>
      </p:grpSp>
      <p:sp>
        <p:nvSpPr>
          <p:cNvPr id="88" name="Freeform 88">
            <a:extLst>
              <a:ext uri="{FF2B5EF4-FFF2-40B4-BE49-F238E27FC236}">
                <a16:creationId xmlns:a16="http://schemas.microsoft.com/office/drawing/2014/main" id="{91548605-F2FB-C496-8E95-AEB73A0F1FFC}"/>
              </a:ext>
            </a:extLst>
          </p:cNvPr>
          <p:cNvSpPr/>
          <p:nvPr/>
        </p:nvSpPr>
        <p:spPr>
          <a:xfrm>
            <a:off x="11812247" y="7545852"/>
            <a:ext cx="5732755" cy="618148"/>
          </a:xfrm>
          <a:custGeom>
            <a:avLst/>
            <a:gdLst/>
            <a:ahLst/>
            <a:cxnLst/>
            <a:rect l="l" t="t" r="r" b="b"/>
            <a:pathLst>
              <a:path w="7680960" h="822960">
                <a:moveTo>
                  <a:pt x="0" y="0"/>
                </a:moveTo>
                <a:lnTo>
                  <a:pt x="7680960" y="0"/>
                </a:lnTo>
                <a:lnTo>
                  <a:pt x="7680960" y="822960"/>
                </a:lnTo>
                <a:lnTo>
                  <a:pt x="0" y="822960"/>
                </a:lnTo>
                <a:close/>
              </a:path>
            </a:pathLst>
          </a:custGeom>
          <a:blipFill>
            <a:blip r:embed="rId3">
              <a:alphaModFix amt="0"/>
            </a:blip>
            <a:stretch>
              <a:fillRect t="-131860" b="-131860"/>
            </a:stretch>
          </a:blipFill>
        </p:spPr>
        <p:txBody>
          <a:bodyPr/>
          <a:lstStyle/>
          <a:p>
            <a:endParaRPr lang="en-GB"/>
          </a:p>
        </p:txBody>
      </p:sp>
      <p:grpSp>
        <p:nvGrpSpPr>
          <p:cNvPr id="90" name="Group 90">
            <a:extLst>
              <a:ext uri="{FF2B5EF4-FFF2-40B4-BE49-F238E27FC236}">
                <a16:creationId xmlns:a16="http://schemas.microsoft.com/office/drawing/2014/main" id="{5933EA53-DF35-C452-EEB8-A5573E5EBCD5}"/>
              </a:ext>
            </a:extLst>
          </p:cNvPr>
          <p:cNvGrpSpPr/>
          <p:nvPr/>
        </p:nvGrpSpPr>
        <p:grpSpPr>
          <a:xfrm>
            <a:off x="17282160" y="9827228"/>
            <a:ext cx="411480" cy="226600"/>
            <a:chOff x="0" y="-9525"/>
            <a:chExt cx="548640" cy="302133"/>
          </a:xfrm>
        </p:grpSpPr>
        <p:sp>
          <p:nvSpPr>
            <p:cNvPr id="91" name="Freeform 91">
              <a:extLst>
                <a:ext uri="{FF2B5EF4-FFF2-40B4-BE49-F238E27FC236}">
                  <a16:creationId xmlns:a16="http://schemas.microsoft.com/office/drawing/2014/main" id="{BF9999DF-6E64-C2D1-8D64-B3A30F8FDA8E}"/>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92" name="TextBox 92">
              <a:extLst>
                <a:ext uri="{FF2B5EF4-FFF2-40B4-BE49-F238E27FC236}">
                  <a16:creationId xmlns:a16="http://schemas.microsoft.com/office/drawing/2014/main" id="{0D620410-4EED-6390-1E0B-0DB80E708E68}"/>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5</a:t>
              </a:r>
              <a:endParaRPr lang="en-US" sz="1350">
                <a:solidFill>
                  <a:srgbClr val="667085"/>
                </a:solidFill>
                <a:latin typeface="Aptos"/>
                <a:ea typeface="Aptos"/>
                <a:cs typeface="Aptos"/>
                <a:sym typeface="Aptos"/>
              </a:endParaRPr>
            </a:p>
          </p:txBody>
        </p:sp>
      </p:grpSp>
      <p:pic>
        <p:nvPicPr>
          <p:cNvPr id="94" name="Picture 93">
            <a:extLst>
              <a:ext uri="{FF2B5EF4-FFF2-40B4-BE49-F238E27FC236}">
                <a16:creationId xmlns:a16="http://schemas.microsoft.com/office/drawing/2014/main" id="{443EA7BD-4982-E630-0650-E283589E48FF}"/>
              </a:ext>
            </a:extLst>
          </p:cNvPr>
          <p:cNvPicPr>
            <a:picLocks noChangeAspect="1"/>
          </p:cNvPicPr>
          <p:nvPr/>
        </p:nvPicPr>
        <p:blipFill>
          <a:blip r:embed="rId4"/>
          <a:stretch>
            <a:fillRect/>
          </a:stretch>
        </p:blipFill>
        <p:spPr>
          <a:xfrm>
            <a:off x="786574" y="4922368"/>
            <a:ext cx="4112495" cy="3811448"/>
          </a:xfrm>
          <a:prstGeom prst="rect">
            <a:avLst/>
          </a:prstGeom>
        </p:spPr>
      </p:pic>
      <p:grpSp>
        <p:nvGrpSpPr>
          <p:cNvPr id="26" name="Group 27">
            <a:extLst>
              <a:ext uri="{FF2B5EF4-FFF2-40B4-BE49-F238E27FC236}">
                <a16:creationId xmlns:a16="http://schemas.microsoft.com/office/drawing/2014/main" id="{AA6C780F-4DCE-771F-8428-ABAF5C981781}"/>
              </a:ext>
            </a:extLst>
          </p:cNvPr>
          <p:cNvGrpSpPr/>
          <p:nvPr/>
        </p:nvGrpSpPr>
        <p:grpSpPr>
          <a:xfrm>
            <a:off x="5570333" y="2194561"/>
            <a:ext cx="5320199" cy="7122793"/>
            <a:chOff x="0" y="0"/>
            <a:chExt cx="4780280" cy="5511800"/>
          </a:xfrm>
        </p:grpSpPr>
        <p:sp>
          <p:nvSpPr>
            <p:cNvPr id="96" name="Freeform 28">
              <a:extLst>
                <a:ext uri="{FF2B5EF4-FFF2-40B4-BE49-F238E27FC236}">
                  <a16:creationId xmlns:a16="http://schemas.microsoft.com/office/drawing/2014/main" id="{AE008061-DE09-FA64-6271-8568BA06AD68}"/>
                </a:ext>
              </a:extLst>
            </p:cNvPr>
            <p:cNvSpPr/>
            <p:nvPr/>
          </p:nvSpPr>
          <p:spPr>
            <a:xfrm>
              <a:off x="12700" y="12700"/>
              <a:ext cx="4754880" cy="5486400"/>
            </a:xfrm>
            <a:custGeom>
              <a:avLst/>
              <a:gdLst/>
              <a:ahLst/>
              <a:cxnLst/>
              <a:rect l="l" t="t" r="r" b="b"/>
              <a:pathLst>
                <a:path w="4754880" h="5486400">
                  <a:moveTo>
                    <a:pt x="0" y="146431"/>
                  </a:moveTo>
                  <a:cubicBezTo>
                    <a:pt x="0" y="65532"/>
                    <a:pt x="65532" y="0"/>
                    <a:pt x="146304" y="0"/>
                  </a:cubicBezTo>
                  <a:lnTo>
                    <a:pt x="4608576" y="0"/>
                  </a:lnTo>
                  <a:cubicBezTo>
                    <a:pt x="4689348" y="0"/>
                    <a:pt x="4754880" y="65532"/>
                    <a:pt x="4754880" y="146431"/>
                  </a:cubicBezTo>
                  <a:lnTo>
                    <a:pt x="4754880" y="5339969"/>
                  </a:lnTo>
                  <a:cubicBezTo>
                    <a:pt x="4754880" y="5420868"/>
                    <a:pt x="4689348" y="5486400"/>
                    <a:pt x="4608576" y="5486400"/>
                  </a:cubicBezTo>
                  <a:lnTo>
                    <a:pt x="146304" y="5486400"/>
                  </a:lnTo>
                  <a:cubicBezTo>
                    <a:pt x="65532" y="5486400"/>
                    <a:pt x="0" y="5420868"/>
                    <a:pt x="0" y="5339969"/>
                  </a:cubicBezTo>
                  <a:close/>
                </a:path>
              </a:pathLst>
            </a:custGeom>
            <a:solidFill>
              <a:srgbClr val="FFFFFF"/>
            </a:solidFill>
          </p:spPr>
          <p:txBody>
            <a:bodyPr/>
            <a:lstStyle/>
            <a:p>
              <a:endParaRPr lang="en-GB"/>
            </a:p>
          </p:txBody>
        </p:sp>
        <p:sp>
          <p:nvSpPr>
            <p:cNvPr id="97" name="Freeform 29">
              <a:extLst>
                <a:ext uri="{FF2B5EF4-FFF2-40B4-BE49-F238E27FC236}">
                  <a16:creationId xmlns:a16="http://schemas.microsoft.com/office/drawing/2014/main" id="{7FC794B9-F82E-7E52-1CB9-904763BF6D6A}"/>
                </a:ext>
              </a:extLst>
            </p:cNvPr>
            <p:cNvSpPr/>
            <p:nvPr/>
          </p:nvSpPr>
          <p:spPr>
            <a:xfrm>
              <a:off x="0" y="0"/>
              <a:ext cx="4780280" cy="5511800"/>
            </a:xfrm>
            <a:custGeom>
              <a:avLst/>
              <a:gdLst/>
              <a:ahLst/>
              <a:cxnLst/>
              <a:rect l="l" t="t" r="r" b="b"/>
              <a:pathLst>
                <a:path w="4780280" h="5511800">
                  <a:moveTo>
                    <a:pt x="0" y="159131"/>
                  </a:moveTo>
                  <a:cubicBezTo>
                    <a:pt x="0" y="71247"/>
                    <a:pt x="71120" y="0"/>
                    <a:pt x="159004" y="0"/>
                  </a:cubicBezTo>
                  <a:lnTo>
                    <a:pt x="4621276" y="0"/>
                  </a:lnTo>
                  <a:lnTo>
                    <a:pt x="4621276" y="12700"/>
                  </a:lnTo>
                  <a:lnTo>
                    <a:pt x="4621276" y="0"/>
                  </a:lnTo>
                  <a:cubicBezTo>
                    <a:pt x="4709160" y="0"/>
                    <a:pt x="4780280" y="71247"/>
                    <a:pt x="4780280" y="159131"/>
                  </a:cubicBezTo>
                  <a:lnTo>
                    <a:pt x="4767580" y="159131"/>
                  </a:lnTo>
                  <a:lnTo>
                    <a:pt x="4780280" y="159131"/>
                  </a:lnTo>
                  <a:lnTo>
                    <a:pt x="4780280" y="5352669"/>
                  </a:lnTo>
                  <a:lnTo>
                    <a:pt x="4767580" y="5352669"/>
                  </a:lnTo>
                  <a:lnTo>
                    <a:pt x="4780280" y="5352669"/>
                  </a:lnTo>
                  <a:cubicBezTo>
                    <a:pt x="4780280" y="5440553"/>
                    <a:pt x="4709160" y="5511800"/>
                    <a:pt x="4621276" y="5511800"/>
                  </a:cubicBezTo>
                  <a:lnTo>
                    <a:pt x="4621276" y="5499100"/>
                  </a:lnTo>
                  <a:lnTo>
                    <a:pt x="4621276" y="5511800"/>
                  </a:lnTo>
                  <a:lnTo>
                    <a:pt x="159004" y="5511800"/>
                  </a:lnTo>
                  <a:lnTo>
                    <a:pt x="159004" y="5499100"/>
                  </a:lnTo>
                  <a:lnTo>
                    <a:pt x="159004" y="5511800"/>
                  </a:lnTo>
                  <a:cubicBezTo>
                    <a:pt x="71120" y="5511800"/>
                    <a:pt x="0" y="5440553"/>
                    <a:pt x="0" y="5352669"/>
                  </a:cubicBezTo>
                  <a:lnTo>
                    <a:pt x="0" y="159131"/>
                  </a:lnTo>
                  <a:lnTo>
                    <a:pt x="12700" y="159131"/>
                  </a:lnTo>
                  <a:lnTo>
                    <a:pt x="0" y="159131"/>
                  </a:lnTo>
                  <a:moveTo>
                    <a:pt x="25400" y="159131"/>
                  </a:moveTo>
                  <a:lnTo>
                    <a:pt x="25400" y="5352669"/>
                  </a:lnTo>
                  <a:lnTo>
                    <a:pt x="12700" y="5352669"/>
                  </a:lnTo>
                  <a:lnTo>
                    <a:pt x="25400" y="5352669"/>
                  </a:lnTo>
                  <a:cubicBezTo>
                    <a:pt x="25400" y="5426583"/>
                    <a:pt x="85217" y="5486400"/>
                    <a:pt x="159004" y="5486400"/>
                  </a:cubicBezTo>
                  <a:lnTo>
                    <a:pt x="4621276" y="5486400"/>
                  </a:lnTo>
                  <a:cubicBezTo>
                    <a:pt x="4695063" y="5486400"/>
                    <a:pt x="4754880" y="5426583"/>
                    <a:pt x="4754880" y="5352669"/>
                  </a:cubicBezTo>
                  <a:lnTo>
                    <a:pt x="4754880" y="159131"/>
                  </a:lnTo>
                  <a:cubicBezTo>
                    <a:pt x="4754880" y="85217"/>
                    <a:pt x="4695063" y="25400"/>
                    <a:pt x="462127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99" name="Group 30">
            <a:extLst>
              <a:ext uri="{FF2B5EF4-FFF2-40B4-BE49-F238E27FC236}">
                <a16:creationId xmlns:a16="http://schemas.microsoft.com/office/drawing/2014/main" id="{A8625040-86D5-193A-F5E8-BA3550076C37}"/>
              </a:ext>
            </a:extLst>
          </p:cNvPr>
          <p:cNvGrpSpPr/>
          <p:nvPr/>
        </p:nvGrpSpPr>
        <p:grpSpPr>
          <a:xfrm>
            <a:off x="5697968" y="2204086"/>
            <a:ext cx="199569" cy="7089969"/>
            <a:chOff x="0" y="0"/>
            <a:chExt cx="244856" cy="5511800"/>
          </a:xfrm>
        </p:grpSpPr>
        <p:sp>
          <p:nvSpPr>
            <p:cNvPr id="100" name="Freeform 31">
              <a:extLst>
                <a:ext uri="{FF2B5EF4-FFF2-40B4-BE49-F238E27FC236}">
                  <a16:creationId xmlns:a16="http://schemas.microsoft.com/office/drawing/2014/main" id="{3ECD5683-82A3-EAF0-4CEA-645FC26977FE}"/>
                </a:ext>
              </a:extLst>
            </p:cNvPr>
            <p:cNvSpPr/>
            <p:nvPr/>
          </p:nvSpPr>
          <p:spPr>
            <a:xfrm>
              <a:off x="12700" y="12700"/>
              <a:ext cx="219456" cy="5486400"/>
            </a:xfrm>
            <a:custGeom>
              <a:avLst/>
              <a:gdLst/>
              <a:ahLst/>
              <a:cxnLst/>
              <a:rect l="l" t="t" r="r" b="b"/>
              <a:pathLst>
                <a:path w="219456" h="5486400">
                  <a:moveTo>
                    <a:pt x="0" y="0"/>
                  </a:moveTo>
                  <a:lnTo>
                    <a:pt x="219456" y="0"/>
                  </a:lnTo>
                  <a:lnTo>
                    <a:pt x="219456" y="5486400"/>
                  </a:lnTo>
                  <a:lnTo>
                    <a:pt x="0" y="5486400"/>
                  </a:lnTo>
                  <a:close/>
                </a:path>
              </a:pathLst>
            </a:custGeom>
            <a:solidFill>
              <a:srgbClr val="D87E2A"/>
            </a:solidFill>
          </p:spPr>
          <p:txBody>
            <a:bodyPr/>
            <a:lstStyle/>
            <a:p>
              <a:endParaRPr lang="en-GB"/>
            </a:p>
          </p:txBody>
        </p:sp>
        <p:sp>
          <p:nvSpPr>
            <p:cNvPr id="101" name="Freeform 32">
              <a:extLst>
                <a:ext uri="{FF2B5EF4-FFF2-40B4-BE49-F238E27FC236}">
                  <a16:creationId xmlns:a16="http://schemas.microsoft.com/office/drawing/2014/main" id="{D2FAB809-7A0B-4D93-9146-73443340E101}"/>
                </a:ext>
              </a:extLst>
            </p:cNvPr>
            <p:cNvSpPr/>
            <p:nvPr/>
          </p:nvSpPr>
          <p:spPr>
            <a:xfrm>
              <a:off x="0" y="0"/>
              <a:ext cx="244856" cy="5511800"/>
            </a:xfrm>
            <a:custGeom>
              <a:avLst/>
              <a:gdLst/>
              <a:ahLst/>
              <a:cxnLst/>
              <a:rect l="l" t="t" r="r" b="b"/>
              <a:pathLst>
                <a:path w="244856" h="5511800">
                  <a:moveTo>
                    <a:pt x="12700" y="0"/>
                  </a:moveTo>
                  <a:lnTo>
                    <a:pt x="232156" y="0"/>
                  </a:lnTo>
                  <a:cubicBezTo>
                    <a:pt x="239141" y="0"/>
                    <a:pt x="244856" y="5715"/>
                    <a:pt x="244856" y="12700"/>
                  </a:cubicBezTo>
                  <a:lnTo>
                    <a:pt x="244856" y="5499100"/>
                  </a:lnTo>
                  <a:cubicBezTo>
                    <a:pt x="244856" y="5506085"/>
                    <a:pt x="239141" y="5511800"/>
                    <a:pt x="232156" y="5511800"/>
                  </a:cubicBezTo>
                  <a:lnTo>
                    <a:pt x="12700" y="5511800"/>
                  </a:lnTo>
                  <a:cubicBezTo>
                    <a:pt x="5715" y="5511800"/>
                    <a:pt x="0" y="5506085"/>
                    <a:pt x="0" y="5499100"/>
                  </a:cubicBezTo>
                  <a:lnTo>
                    <a:pt x="0" y="12700"/>
                  </a:lnTo>
                  <a:cubicBezTo>
                    <a:pt x="0" y="5715"/>
                    <a:pt x="5715" y="0"/>
                    <a:pt x="12700" y="0"/>
                  </a:cubicBezTo>
                  <a:moveTo>
                    <a:pt x="12700" y="25400"/>
                  </a:moveTo>
                  <a:lnTo>
                    <a:pt x="12700" y="12700"/>
                  </a:lnTo>
                  <a:lnTo>
                    <a:pt x="25400" y="12700"/>
                  </a:lnTo>
                  <a:lnTo>
                    <a:pt x="25400" y="5499100"/>
                  </a:lnTo>
                  <a:lnTo>
                    <a:pt x="12700" y="5499100"/>
                  </a:lnTo>
                  <a:lnTo>
                    <a:pt x="12700" y="5486400"/>
                  </a:lnTo>
                  <a:lnTo>
                    <a:pt x="232156" y="5486400"/>
                  </a:lnTo>
                  <a:lnTo>
                    <a:pt x="232156" y="5499100"/>
                  </a:lnTo>
                  <a:lnTo>
                    <a:pt x="219456" y="5499100"/>
                  </a:lnTo>
                  <a:lnTo>
                    <a:pt x="219456" y="12700"/>
                  </a:lnTo>
                  <a:lnTo>
                    <a:pt x="232156" y="12700"/>
                  </a:lnTo>
                  <a:lnTo>
                    <a:pt x="232156" y="25400"/>
                  </a:lnTo>
                  <a:lnTo>
                    <a:pt x="12700" y="25400"/>
                  </a:lnTo>
                  <a:close/>
                </a:path>
              </a:pathLst>
            </a:custGeom>
            <a:solidFill>
              <a:srgbClr val="D87E2A"/>
            </a:solidFill>
          </p:spPr>
          <p:txBody>
            <a:bodyPr/>
            <a:lstStyle/>
            <a:p>
              <a:endParaRPr lang="en-GB"/>
            </a:p>
          </p:txBody>
        </p:sp>
      </p:grpSp>
      <p:pic>
        <p:nvPicPr>
          <p:cNvPr id="103" name="图片 102" descr="夜晚的月亮&#10;&#10;AI 生成的内容可能不正确。">
            <a:extLst>
              <a:ext uri="{FF2B5EF4-FFF2-40B4-BE49-F238E27FC236}">
                <a16:creationId xmlns:a16="http://schemas.microsoft.com/office/drawing/2014/main" id="{E5594EDB-E123-778D-AC59-2BB8904AEE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5662" y="2390650"/>
            <a:ext cx="1948550" cy="1255584"/>
          </a:xfrm>
          <a:prstGeom prst="rect">
            <a:avLst/>
          </a:prstGeom>
        </p:spPr>
      </p:pic>
      <p:pic>
        <p:nvPicPr>
          <p:cNvPr id="105" name="图片 104" descr="图片包含 物体, 片, 刀, 打开&#10;&#10;AI 生成的内容可能不正确。">
            <a:extLst>
              <a:ext uri="{FF2B5EF4-FFF2-40B4-BE49-F238E27FC236}">
                <a16:creationId xmlns:a16="http://schemas.microsoft.com/office/drawing/2014/main" id="{23B9A926-0F5A-9D23-D122-0A5A050414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75661" y="5134628"/>
            <a:ext cx="1926983" cy="1255584"/>
          </a:xfrm>
          <a:prstGeom prst="rect">
            <a:avLst/>
          </a:prstGeom>
        </p:spPr>
      </p:pic>
      <p:pic>
        <p:nvPicPr>
          <p:cNvPr id="107" name="图片 106" descr="黑暗中亮着灯&#10;&#10;AI 生成的内容可能不正确。">
            <a:extLst>
              <a:ext uri="{FF2B5EF4-FFF2-40B4-BE49-F238E27FC236}">
                <a16:creationId xmlns:a16="http://schemas.microsoft.com/office/drawing/2014/main" id="{5E0F2000-DD7D-EF8D-4D9B-4745A97136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75661" y="3815438"/>
            <a:ext cx="1926983" cy="1147754"/>
          </a:xfrm>
          <a:prstGeom prst="rect">
            <a:avLst/>
          </a:prstGeom>
        </p:spPr>
      </p:pic>
      <p:sp>
        <p:nvSpPr>
          <p:cNvPr id="110" name="文本框 109">
            <a:extLst>
              <a:ext uri="{FF2B5EF4-FFF2-40B4-BE49-F238E27FC236}">
                <a16:creationId xmlns:a16="http://schemas.microsoft.com/office/drawing/2014/main" id="{97FD6FEE-DF5E-2DD1-9A26-3637390E49B0}"/>
              </a:ext>
            </a:extLst>
          </p:cNvPr>
          <p:cNvSpPr txBox="1"/>
          <p:nvPr/>
        </p:nvSpPr>
        <p:spPr>
          <a:xfrm>
            <a:off x="8828807" y="2742406"/>
            <a:ext cx="1368067" cy="400110"/>
          </a:xfrm>
          <a:prstGeom prst="rect">
            <a:avLst/>
          </a:prstGeom>
          <a:noFill/>
        </p:spPr>
        <p:txBody>
          <a:bodyPr wrap="none" rtlCol="0">
            <a:spAutoFit/>
          </a:bodyPr>
          <a:lstStyle/>
          <a:p>
            <a:r>
              <a:rPr kumimoji="1" lang="en-US" altLang="zh-CN" sz="2000">
                <a:latin typeface="Aptos" panose="020B0004020202020204" pitchFamily="34" charset="0"/>
              </a:rPr>
              <a:t>0 - Straight</a:t>
            </a:r>
            <a:endParaRPr kumimoji="1" lang="zh-CN" altLang="en-US" sz="2000">
              <a:latin typeface="Aptos" panose="020B0004020202020204" pitchFamily="34" charset="0"/>
            </a:endParaRPr>
          </a:p>
        </p:txBody>
      </p:sp>
      <p:sp>
        <p:nvSpPr>
          <p:cNvPr id="111" name="文本框 110">
            <a:extLst>
              <a:ext uri="{FF2B5EF4-FFF2-40B4-BE49-F238E27FC236}">
                <a16:creationId xmlns:a16="http://schemas.microsoft.com/office/drawing/2014/main" id="{EACFEDCB-913A-7683-E65B-E53046D39429}"/>
              </a:ext>
            </a:extLst>
          </p:cNvPr>
          <p:cNvSpPr txBox="1"/>
          <p:nvPr/>
        </p:nvSpPr>
        <p:spPr>
          <a:xfrm>
            <a:off x="8864508" y="4182673"/>
            <a:ext cx="1171924" cy="400110"/>
          </a:xfrm>
          <a:prstGeom prst="rect">
            <a:avLst/>
          </a:prstGeom>
          <a:noFill/>
        </p:spPr>
        <p:txBody>
          <a:bodyPr wrap="none" lIns="91440" tIns="45720" rIns="91440" bIns="45720" rtlCol="0" anchor="t">
            <a:spAutoFit/>
          </a:bodyPr>
          <a:lstStyle/>
          <a:p>
            <a:r>
              <a:rPr kumimoji="1" lang="en-US" altLang="zh-CN" sz="2000">
                <a:latin typeface="Aptos"/>
                <a:ea typeface="宋体"/>
              </a:rPr>
              <a:t>1 - Curve</a:t>
            </a:r>
            <a:endParaRPr kumimoji="1" lang="zh-CN" altLang="en-US" sz="2000">
              <a:latin typeface="Aptos" panose="020B0004020202020204" pitchFamily="34" charset="0"/>
            </a:endParaRPr>
          </a:p>
        </p:txBody>
      </p:sp>
      <p:sp>
        <p:nvSpPr>
          <p:cNvPr id="112" name="文本框 111">
            <a:extLst>
              <a:ext uri="{FF2B5EF4-FFF2-40B4-BE49-F238E27FC236}">
                <a16:creationId xmlns:a16="http://schemas.microsoft.com/office/drawing/2014/main" id="{B21E1107-8C7B-29CE-DE7E-7928340BFCC4}"/>
              </a:ext>
            </a:extLst>
          </p:cNvPr>
          <p:cNvSpPr txBox="1"/>
          <p:nvPr/>
        </p:nvSpPr>
        <p:spPr>
          <a:xfrm>
            <a:off x="8828806" y="5551581"/>
            <a:ext cx="1754968" cy="400110"/>
          </a:xfrm>
          <a:prstGeom prst="rect">
            <a:avLst/>
          </a:prstGeom>
          <a:noFill/>
        </p:spPr>
        <p:txBody>
          <a:bodyPr wrap="none" rtlCol="0">
            <a:spAutoFit/>
          </a:bodyPr>
          <a:lstStyle/>
          <a:p>
            <a:r>
              <a:rPr kumimoji="1" lang="en-US" altLang="zh-CN" sz="2000">
                <a:latin typeface="Aptos" panose="020B0004020202020204" pitchFamily="34" charset="0"/>
              </a:rPr>
              <a:t>2 – Crossroad</a:t>
            </a:r>
            <a:endParaRPr kumimoji="1" lang="zh-CN" altLang="en-US" sz="2000">
              <a:latin typeface="Aptos" panose="020B0004020202020204" pitchFamily="34" charset="0"/>
            </a:endParaRPr>
          </a:p>
        </p:txBody>
      </p:sp>
      <p:sp>
        <p:nvSpPr>
          <p:cNvPr id="113" name="文本框 112">
            <a:extLst>
              <a:ext uri="{FF2B5EF4-FFF2-40B4-BE49-F238E27FC236}">
                <a16:creationId xmlns:a16="http://schemas.microsoft.com/office/drawing/2014/main" id="{5BC6D6B8-0E82-E70C-D0B2-C3F59EA87671}"/>
              </a:ext>
            </a:extLst>
          </p:cNvPr>
          <p:cNvSpPr txBox="1"/>
          <p:nvPr/>
        </p:nvSpPr>
        <p:spPr>
          <a:xfrm>
            <a:off x="8828805" y="8112771"/>
            <a:ext cx="1627112" cy="400110"/>
          </a:xfrm>
          <a:prstGeom prst="rect">
            <a:avLst/>
          </a:prstGeom>
          <a:noFill/>
        </p:spPr>
        <p:txBody>
          <a:bodyPr wrap="none" lIns="91440" tIns="45720" rIns="91440" bIns="45720" rtlCol="0" anchor="t">
            <a:spAutoFit/>
          </a:bodyPr>
          <a:lstStyle/>
          <a:p>
            <a:r>
              <a:rPr kumimoji="1" lang="en-US" altLang="zh-CN" sz="2000">
                <a:latin typeface="Aptos"/>
                <a:ea typeface="宋体"/>
              </a:rPr>
              <a:t>9 – Out-route</a:t>
            </a:r>
            <a:endParaRPr kumimoji="1" lang="zh-CN" altLang="en-US" sz="2000">
              <a:latin typeface="Aptos" panose="020B0004020202020204" pitchFamily="34" charset="0"/>
            </a:endParaRPr>
          </a:p>
        </p:txBody>
      </p:sp>
      <p:grpSp>
        <p:nvGrpSpPr>
          <p:cNvPr id="118" name="组合 117">
            <a:extLst>
              <a:ext uri="{FF2B5EF4-FFF2-40B4-BE49-F238E27FC236}">
                <a16:creationId xmlns:a16="http://schemas.microsoft.com/office/drawing/2014/main" id="{07E9C7AB-102F-93CC-9ED5-812CD62DB649}"/>
              </a:ext>
            </a:extLst>
          </p:cNvPr>
          <p:cNvGrpSpPr/>
          <p:nvPr/>
        </p:nvGrpSpPr>
        <p:grpSpPr>
          <a:xfrm>
            <a:off x="781811" y="4743389"/>
            <a:ext cx="4675384" cy="4628278"/>
            <a:chOff x="999162" y="5367867"/>
            <a:chExt cx="3895227" cy="3855982"/>
          </a:xfrm>
        </p:grpSpPr>
        <p:cxnSp>
          <p:nvCxnSpPr>
            <p:cNvPr id="114" name="直线箭头连接符 113">
              <a:extLst>
                <a:ext uri="{FF2B5EF4-FFF2-40B4-BE49-F238E27FC236}">
                  <a16:creationId xmlns:a16="http://schemas.microsoft.com/office/drawing/2014/main" id="{55750D4E-1D5D-65C9-496B-5919B789C25B}"/>
                </a:ext>
              </a:extLst>
            </p:cNvPr>
            <p:cNvCxnSpPr>
              <a:cxnSpLocks/>
            </p:cNvCxnSpPr>
            <p:nvPr/>
          </p:nvCxnSpPr>
          <p:spPr>
            <a:xfrm>
              <a:off x="999162" y="7010559"/>
              <a:ext cx="3838011" cy="0"/>
            </a:xfrm>
            <a:prstGeom prst="straightConnector1">
              <a:avLst/>
            </a:prstGeom>
            <a:ln w="60325">
              <a:solidFill>
                <a:schemeClr val="accent1">
                  <a:lumMod val="40000"/>
                  <a:lumOff val="60000"/>
                </a:schemeClr>
              </a:solidFill>
              <a:tailEnd type="triangle"/>
            </a:ln>
          </p:spPr>
          <p:style>
            <a:lnRef idx="2">
              <a:schemeClr val="accent4"/>
            </a:lnRef>
            <a:fillRef idx="0">
              <a:schemeClr val="accent4"/>
            </a:fillRef>
            <a:effectRef idx="1">
              <a:schemeClr val="accent4"/>
            </a:effectRef>
            <a:fontRef idx="minor">
              <a:schemeClr val="tx1"/>
            </a:fontRef>
          </p:style>
        </p:cxnSp>
        <p:cxnSp>
          <p:nvCxnSpPr>
            <p:cNvPr id="115" name="直线箭头连接符 114">
              <a:extLst>
                <a:ext uri="{FF2B5EF4-FFF2-40B4-BE49-F238E27FC236}">
                  <a16:creationId xmlns:a16="http://schemas.microsoft.com/office/drawing/2014/main" id="{94B927CC-F5B5-C9DA-B309-5F7C3525DC03}"/>
                </a:ext>
              </a:extLst>
            </p:cNvPr>
            <p:cNvCxnSpPr>
              <a:cxnSpLocks/>
            </p:cNvCxnSpPr>
            <p:nvPr/>
          </p:nvCxnSpPr>
          <p:spPr>
            <a:xfrm>
              <a:off x="2676480" y="5367867"/>
              <a:ext cx="0" cy="3777709"/>
            </a:xfrm>
            <a:prstGeom prst="straightConnector1">
              <a:avLst/>
            </a:prstGeom>
            <a:ln w="60325">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6" name="文本框 115">
              <a:extLst>
                <a:ext uri="{FF2B5EF4-FFF2-40B4-BE49-F238E27FC236}">
                  <a16:creationId xmlns:a16="http://schemas.microsoft.com/office/drawing/2014/main" id="{9179EFAA-30C8-9C3F-5E6E-A4159DC928E9}"/>
                </a:ext>
              </a:extLst>
            </p:cNvPr>
            <p:cNvSpPr txBox="1"/>
            <p:nvPr/>
          </p:nvSpPr>
          <p:spPr>
            <a:xfrm>
              <a:off x="2765355" y="8839220"/>
              <a:ext cx="264700" cy="384629"/>
            </a:xfrm>
            <a:prstGeom prst="rect">
              <a:avLst/>
            </a:prstGeom>
            <a:noFill/>
          </p:spPr>
          <p:txBody>
            <a:bodyPr wrap="none" rtlCol="0">
              <a:spAutoFit/>
            </a:bodyPr>
            <a:lstStyle/>
            <a:p>
              <a:r>
                <a:rPr kumimoji="1" lang="en-US" altLang="zh-CN" sz="2400">
                  <a:solidFill>
                    <a:schemeClr val="accent1">
                      <a:lumMod val="60000"/>
                      <a:lumOff val="40000"/>
                    </a:schemeClr>
                  </a:solidFill>
                </a:rPr>
                <a:t>x</a:t>
              </a:r>
            </a:p>
          </p:txBody>
        </p:sp>
        <p:sp>
          <p:nvSpPr>
            <p:cNvPr id="117" name="文本框 116">
              <a:extLst>
                <a:ext uri="{FF2B5EF4-FFF2-40B4-BE49-F238E27FC236}">
                  <a16:creationId xmlns:a16="http://schemas.microsoft.com/office/drawing/2014/main" id="{7E3BB8A7-5608-9E22-024A-4A8BD7626FAF}"/>
                </a:ext>
              </a:extLst>
            </p:cNvPr>
            <p:cNvSpPr txBox="1"/>
            <p:nvPr/>
          </p:nvSpPr>
          <p:spPr>
            <a:xfrm>
              <a:off x="4624347" y="6581820"/>
              <a:ext cx="270042" cy="384629"/>
            </a:xfrm>
            <a:prstGeom prst="rect">
              <a:avLst/>
            </a:prstGeom>
            <a:noFill/>
          </p:spPr>
          <p:txBody>
            <a:bodyPr wrap="none" rtlCol="0">
              <a:spAutoFit/>
            </a:bodyPr>
            <a:lstStyle/>
            <a:p>
              <a:r>
                <a:rPr kumimoji="1" lang="en-US" altLang="zh-CN" sz="2400">
                  <a:solidFill>
                    <a:schemeClr val="accent1">
                      <a:lumMod val="60000"/>
                      <a:lumOff val="40000"/>
                    </a:schemeClr>
                  </a:solidFill>
                </a:rPr>
                <a:t>y</a:t>
              </a:r>
            </a:p>
          </p:txBody>
        </p:sp>
      </p:grpSp>
      <p:pic>
        <p:nvPicPr>
          <p:cNvPr id="14" name="Picture 13" descr="A close up of a cross&#10;&#10;AI-generated content may be incorrect.">
            <a:extLst>
              <a:ext uri="{FF2B5EF4-FFF2-40B4-BE49-F238E27FC236}">
                <a16:creationId xmlns:a16="http://schemas.microsoft.com/office/drawing/2014/main" id="{CD76288C-8215-8B16-467D-7659B13C7004}"/>
              </a:ext>
            </a:extLst>
          </p:cNvPr>
          <p:cNvPicPr>
            <a:picLocks noChangeAspect="1"/>
          </p:cNvPicPr>
          <p:nvPr/>
        </p:nvPicPr>
        <p:blipFill>
          <a:blip r:embed="rId8"/>
          <a:stretch>
            <a:fillRect/>
          </a:stretch>
        </p:blipFill>
        <p:spPr>
          <a:xfrm>
            <a:off x="6068055" y="6544933"/>
            <a:ext cx="1924949" cy="1229983"/>
          </a:xfrm>
          <a:prstGeom prst="rect">
            <a:avLst/>
          </a:prstGeom>
        </p:spPr>
      </p:pic>
      <p:pic>
        <p:nvPicPr>
          <p:cNvPr id="16" name="Picture 15" descr="A white circle on a black background&#10;&#10;AI-generated content may be incorrect.">
            <a:extLst>
              <a:ext uri="{FF2B5EF4-FFF2-40B4-BE49-F238E27FC236}">
                <a16:creationId xmlns:a16="http://schemas.microsoft.com/office/drawing/2014/main" id="{75F865E0-0921-B70C-F1F6-1331BD6D54E5}"/>
              </a:ext>
            </a:extLst>
          </p:cNvPr>
          <p:cNvPicPr>
            <a:picLocks noChangeAspect="1"/>
          </p:cNvPicPr>
          <p:nvPr/>
        </p:nvPicPr>
        <p:blipFill>
          <a:blip r:embed="rId9"/>
          <a:stretch>
            <a:fillRect/>
          </a:stretch>
        </p:blipFill>
        <p:spPr>
          <a:xfrm>
            <a:off x="6051251" y="7929923"/>
            <a:ext cx="1936990" cy="1177326"/>
          </a:xfrm>
          <a:prstGeom prst="rect">
            <a:avLst/>
          </a:prstGeom>
        </p:spPr>
      </p:pic>
      <p:sp>
        <p:nvSpPr>
          <p:cNvPr id="93" name="文本框 111">
            <a:extLst>
              <a:ext uri="{FF2B5EF4-FFF2-40B4-BE49-F238E27FC236}">
                <a16:creationId xmlns:a16="http://schemas.microsoft.com/office/drawing/2014/main" id="{AAEBDFB0-00F5-E1BA-E379-9215A67ADB23}"/>
              </a:ext>
            </a:extLst>
          </p:cNvPr>
          <p:cNvSpPr txBox="1"/>
          <p:nvPr/>
        </p:nvSpPr>
        <p:spPr>
          <a:xfrm>
            <a:off x="8871938" y="6823977"/>
            <a:ext cx="1646861" cy="400110"/>
          </a:xfrm>
          <a:prstGeom prst="rect">
            <a:avLst/>
          </a:prstGeom>
          <a:noFill/>
        </p:spPr>
        <p:txBody>
          <a:bodyPr wrap="none" lIns="91440" tIns="45720" rIns="91440" bIns="45720" rtlCol="0" anchor="t">
            <a:spAutoFit/>
          </a:bodyPr>
          <a:lstStyle/>
          <a:p>
            <a:r>
              <a:rPr kumimoji="1" lang="en-US" altLang="zh-CN" sz="2000">
                <a:latin typeface="Aptos"/>
                <a:ea typeface="宋体"/>
              </a:rPr>
              <a:t>3 – T-junction</a:t>
            </a:r>
            <a:endParaRPr kumimoji="1" lang="zh-CN" altLang="en-US" sz="2000">
              <a:latin typeface="Aptos"/>
              <a:ea typeface="宋体"/>
            </a:endParaRPr>
          </a:p>
        </p:txBody>
      </p:sp>
      <p:sp>
        <p:nvSpPr>
          <p:cNvPr id="119" name="Freeform 70">
            <a:extLst>
              <a:ext uri="{FF2B5EF4-FFF2-40B4-BE49-F238E27FC236}">
                <a16:creationId xmlns:a16="http://schemas.microsoft.com/office/drawing/2014/main" id="{6B953750-B2BA-D13D-7E86-237AA5CFDB17}"/>
              </a:ext>
            </a:extLst>
          </p:cNvPr>
          <p:cNvSpPr/>
          <p:nvPr/>
        </p:nvSpPr>
        <p:spPr>
          <a:xfrm>
            <a:off x="11755145" y="7587063"/>
            <a:ext cx="5732755" cy="576937"/>
          </a:xfrm>
          <a:custGeom>
            <a:avLst/>
            <a:gdLst/>
            <a:ahLst/>
            <a:cxnLst/>
            <a:rect l="l" t="t" r="r" b="b"/>
            <a:pathLst>
              <a:path w="7680960" h="768096">
                <a:moveTo>
                  <a:pt x="0" y="0"/>
                </a:moveTo>
                <a:lnTo>
                  <a:pt x="7680960" y="0"/>
                </a:lnTo>
                <a:lnTo>
                  <a:pt x="7680960" y="768096"/>
                </a:lnTo>
                <a:lnTo>
                  <a:pt x="0" y="768096"/>
                </a:lnTo>
                <a:close/>
              </a:path>
            </a:pathLst>
          </a:custGeom>
          <a:solidFill>
            <a:srgbClr val="EDF3F9"/>
          </a:solidFill>
        </p:spPr>
        <p:txBody>
          <a:bodyPr/>
          <a:lstStyle/>
          <a:p>
            <a:endParaRPr lang="en-GB"/>
          </a:p>
        </p:txBody>
      </p:sp>
      <p:sp>
        <p:nvSpPr>
          <p:cNvPr id="120" name="TextBox 74">
            <a:extLst>
              <a:ext uri="{FF2B5EF4-FFF2-40B4-BE49-F238E27FC236}">
                <a16:creationId xmlns:a16="http://schemas.microsoft.com/office/drawing/2014/main" id="{B942A548-41C0-7A88-A3F1-3FAE8AC663EE}"/>
              </a:ext>
            </a:extLst>
          </p:cNvPr>
          <p:cNvSpPr txBox="1"/>
          <p:nvPr/>
        </p:nvSpPr>
        <p:spPr>
          <a:xfrm>
            <a:off x="12035760" y="7761810"/>
            <a:ext cx="3002872" cy="219786"/>
          </a:xfrm>
          <a:prstGeom prst="rect">
            <a:avLst/>
          </a:prstGeom>
        </p:spPr>
        <p:txBody>
          <a:bodyPr lIns="0" tIns="0" rIns="0" bIns="0" rtlCol="0" anchor="ctr"/>
          <a:lstStyle/>
          <a:p>
            <a:pPr algn="l">
              <a:lnSpc>
                <a:spcPts val="2700"/>
              </a:lnSpc>
            </a:pPr>
            <a:r>
              <a:rPr lang="en-US" sz="2250">
                <a:solidFill>
                  <a:srgbClr val="1F2933"/>
                </a:solidFill>
                <a:latin typeface="Aptos"/>
                <a:ea typeface="Aptos"/>
                <a:cs typeface="Aptos"/>
                <a:sym typeface="Aptos"/>
              </a:rPr>
              <a:t>Total</a:t>
            </a:r>
          </a:p>
        </p:txBody>
      </p:sp>
      <p:sp>
        <p:nvSpPr>
          <p:cNvPr id="121" name="TextBox 77">
            <a:extLst>
              <a:ext uri="{FF2B5EF4-FFF2-40B4-BE49-F238E27FC236}">
                <a16:creationId xmlns:a16="http://schemas.microsoft.com/office/drawing/2014/main" id="{711D80B2-3CF0-BAB5-470D-2BA1E9D1BE31}"/>
              </a:ext>
            </a:extLst>
          </p:cNvPr>
          <p:cNvSpPr txBox="1"/>
          <p:nvPr/>
        </p:nvSpPr>
        <p:spPr>
          <a:xfrm>
            <a:off x="15555703" y="7710137"/>
            <a:ext cx="1726457" cy="219786"/>
          </a:xfrm>
          <a:prstGeom prst="rect">
            <a:avLst/>
          </a:prstGeom>
        </p:spPr>
        <p:txBody>
          <a:bodyPr lIns="0" tIns="0" rIns="0" bIns="0" rtlCol="0" anchor="ctr"/>
          <a:lstStyle/>
          <a:p>
            <a:pPr algn="r">
              <a:lnSpc>
                <a:spcPts val="2700"/>
              </a:lnSpc>
            </a:pPr>
            <a:r>
              <a:rPr lang="en-US" sz="2250" b="1">
                <a:solidFill>
                  <a:srgbClr val="123A63"/>
                </a:solidFill>
                <a:latin typeface="Aptos Bold"/>
                <a:ea typeface="Aptos Bold"/>
                <a:cs typeface="Aptos Bold"/>
                <a:sym typeface="Aptos Bold"/>
              </a:rPr>
              <a:t>8007+</a:t>
            </a:r>
            <a:r>
              <a:rPr lang="en-US" sz="2250" b="1">
                <a:solidFill>
                  <a:srgbClr val="FF0000"/>
                </a:solidFill>
                <a:latin typeface="Aptos Bold"/>
                <a:ea typeface="Aptos Bold"/>
                <a:cs typeface="Aptos Bold"/>
                <a:sym typeface="Aptos Bold"/>
              </a:rPr>
              <a:t>4126</a:t>
            </a:r>
            <a:endParaRPr lang="en-US" sz="2250" b="1">
              <a:solidFill>
                <a:srgbClr val="123A63"/>
              </a:solidFill>
              <a:latin typeface="Aptos Bold"/>
              <a:ea typeface="Aptos Bold"/>
              <a:cs typeface="Aptos Bold"/>
              <a:sym typeface="Aptos Bold"/>
            </a:endParaRPr>
          </a:p>
        </p:txBody>
      </p:sp>
      <p:sp>
        <p:nvSpPr>
          <p:cNvPr id="87" name="TextBox 10">
            <a:extLst>
              <a:ext uri="{FF2B5EF4-FFF2-40B4-BE49-F238E27FC236}">
                <a16:creationId xmlns:a16="http://schemas.microsoft.com/office/drawing/2014/main" id="{F67AB641-9227-4D8E-6618-FADD6330CA3F}"/>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3578680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E6A7CA8F-DDE2-9FF0-8484-8DCB166D6B9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27666B2-EFBD-0B38-874F-ECFDA5578598}"/>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A81C1918-4C82-6B86-2A6E-36F6C36B5361}"/>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27C79350-D5DA-A951-3ABB-86A9D9CBFEE8}"/>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D71349C8-C48C-829B-ECB4-C56043C412E4}"/>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C7122BC4-6D63-2AE8-876B-C2BA46DE2693}"/>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FD992FEB-7DA7-8BDE-7BC0-EE9598EABBEB}"/>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grpSp>
        <p:nvGrpSpPr>
          <p:cNvPr id="11" name="Group 11">
            <a:extLst>
              <a:ext uri="{FF2B5EF4-FFF2-40B4-BE49-F238E27FC236}">
                <a16:creationId xmlns:a16="http://schemas.microsoft.com/office/drawing/2014/main" id="{A85CF577-E8F3-B296-7CA3-D29A931B5158}"/>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C0BC9AB8-B6F7-4BDC-508E-3BEED49B77DE}"/>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09402388-E3AF-806B-A8FA-EA5C3E4D9C39}"/>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CNN Model Design</a:t>
              </a:r>
            </a:p>
          </p:txBody>
        </p:sp>
      </p:grpSp>
      <p:sp>
        <p:nvSpPr>
          <p:cNvPr id="15" name="Freeform 15">
            <a:extLst>
              <a:ext uri="{FF2B5EF4-FFF2-40B4-BE49-F238E27FC236}">
                <a16:creationId xmlns:a16="http://schemas.microsoft.com/office/drawing/2014/main" id="{B381285D-048E-1B01-2802-512846D0B724}"/>
              </a:ext>
            </a:extLst>
          </p:cNvPr>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38" name="Group 38">
            <a:extLst>
              <a:ext uri="{FF2B5EF4-FFF2-40B4-BE49-F238E27FC236}">
                <a16:creationId xmlns:a16="http://schemas.microsoft.com/office/drawing/2014/main" id="{76198097-7718-3010-82ED-F53FAC940390}"/>
              </a:ext>
            </a:extLst>
          </p:cNvPr>
          <p:cNvGrpSpPr/>
          <p:nvPr/>
        </p:nvGrpSpPr>
        <p:grpSpPr>
          <a:xfrm>
            <a:off x="17282160" y="9827228"/>
            <a:ext cx="411480" cy="226600"/>
            <a:chOff x="0" y="-9525"/>
            <a:chExt cx="548640" cy="302133"/>
          </a:xfrm>
        </p:grpSpPr>
        <p:sp>
          <p:nvSpPr>
            <p:cNvPr id="39" name="Freeform 39">
              <a:extLst>
                <a:ext uri="{FF2B5EF4-FFF2-40B4-BE49-F238E27FC236}">
                  <a16:creationId xmlns:a16="http://schemas.microsoft.com/office/drawing/2014/main" id="{4C99593B-05C3-98DD-71D7-24731E740BD6}"/>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40" name="TextBox 40">
              <a:extLst>
                <a:ext uri="{FF2B5EF4-FFF2-40B4-BE49-F238E27FC236}">
                  <a16:creationId xmlns:a16="http://schemas.microsoft.com/office/drawing/2014/main" id="{BC6DB358-6707-257A-7A41-15B8200EAFDE}"/>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6</a:t>
              </a:r>
              <a:endParaRPr lang="en-US" sz="1350">
                <a:solidFill>
                  <a:srgbClr val="667085"/>
                </a:solidFill>
                <a:latin typeface="Aptos"/>
                <a:ea typeface="Aptos"/>
                <a:cs typeface="Aptos"/>
                <a:sym typeface="Aptos"/>
              </a:endParaRPr>
            </a:p>
          </p:txBody>
        </p:sp>
      </p:grpSp>
      <p:grpSp>
        <p:nvGrpSpPr>
          <p:cNvPr id="19" name="Group 50">
            <a:extLst>
              <a:ext uri="{FF2B5EF4-FFF2-40B4-BE49-F238E27FC236}">
                <a16:creationId xmlns:a16="http://schemas.microsoft.com/office/drawing/2014/main" id="{ABA4FCAB-AA57-2C71-E24A-48E85BB95FE5}"/>
              </a:ext>
            </a:extLst>
          </p:cNvPr>
          <p:cNvGrpSpPr/>
          <p:nvPr/>
        </p:nvGrpSpPr>
        <p:grpSpPr>
          <a:xfrm>
            <a:off x="2151895" y="1786186"/>
            <a:ext cx="3768122" cy="4890732"/>
            <a:chOff x="0" y="0"/>
            <a:chExt cx="3500120" cy="1342136"/>
          </a:xfrm>
        </p:grpSpPr>
        <p:sp>
          <p:nvSpPr>
            <p:cNvPr id="20" name="Freeform 51">
              <a:extLst>
                <a:ext uri="{FF2B5EF4-FFF2-40B4-BE49-F238E27FC236}">
                  <a16:creationId xmlns:a16="http://schemas.microsoft.com/office/drawing/2014/main" id="{AF70CAE0-DCFF-BCF6-D30D-FE4A8058273C}"/>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21" name="Freeform 52">
              <a:extLst>
                <a:ext uri="{FF2B5EF4-FFF2-40B4-BE49-F238E27FC236}">
                  <a16:creationId xmlns:a16="http://schemas.microsoft.com/office/drawing/2014/main" id="{991B6DEE-C90C-2E72-585E-8AA28D070B25}"/>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22" name="Group 65">
            <a:extLst>
              <a:ext uri="{FF2B5EF4-FFF2-40B4-BE49-F238E27FC236}">
                <a16:creationId xmlns:a16="http://schemas.microsoft.com/office/drawing/2014/main" id="{EF4ABDDC-7FE6-D5F3-4FB9-741996CDB931}"/>
              </a:ext>
            </a:extLst>
          </p:cNvPr>
          <p:cNvGrpSpPr/>
          <p:nvPr/>
        </p:nvGrpSpPr>
        <p:grpSpPr>
          <a:xfrm>
            <a:off x="2149172" y="1960818"/>
            <a:ext cx="3740776" cy="683112"/>
            <a:chOff x="1" y="-488584"/>
            <a:chExt cx="3916137" cy="696749"/>
          </a:xfrm>
        </p:grpSpPr>
        <p:sp>
          <p:nvSpPr>
            <p:cNvPr id="23" name="Freeform 66">
              <a:extLst>
                <a:ext uri="{FF2B5EF4-FFF2-40B4-BE49-F238E27FC236}">
                  <a16:creationId xmlns:a16="http://schemas.microsoft.com/office/drawing/2014/main" id="{D4325E0F-B3A7-9FA3-9F53-70CBA21EDE64}"/>
                </a:ext>
              </a:extLst>
            </p:cNvPr>
            <p:cNvSpPr/>
            <p:nvPr/>
          </p:nvSpPr>
          <p:spPr>
            <a:xfrm>
              <a:off x="1" y="-84443"/>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24" name="TextBox 67">
              <a:extLst>
                <a:ext uri="{FF2B5EF4-FFF2-40B4-BE49-F238E27FC236}">
                  <a16:creationId xmlns:a16="http://schemas.microsoft.com/office/drawing/2014/main" id="{E8EAFDFD-4A6C-E546-7A13-0761E1242002}"/>
                </a:ext>
              </a:extLst>
            </p:cNvPr>
            <p:cNvSpPr txBox="1"/>
            <p:nvPr/>
          </p:nvSpPr>
          <p:spPr>
            <a:xfrm>
              <a:off x="176834" y="-488584"/>
              <a:ext cx="3739304" cy="641689"/>
            </a:xfrm>
            <a:prstGeom prst="rect">
              <a:avLst/>
            </a:prstGeom>
          </p:spPr>
          <p:txBody>
            <a:bodyPr lIns="0" tIns="0" rIns="0" bIns="0" rtlCol="0" anchor="ctr"/>
            <a:lstStyle/>
            <a:p>
              <a:pPr>
                <a:buNone/>
              </a:pPr>
              <a:r>
                <a:rPr lang="en-GB" sz="2400" b="1"/>
                <a:t>Task definition</a:t>
              </a:r>
            </a:p>
          </p:txBody>
        </p:sp>
      </p:grpSp>
      <p:grpSp>
        <p:nvGrpSpPr>
          <p:cNvPr id="25" name="Group 65">
            <a:extLst>
              <a:ext uri="{FF2B5EF4-FFF2-40B4-BE49-F238E27FC236}">
                <a16:creationId xmlns:a16="http://schemas.microsoft.com/office/drawing/2014/main" id="{9EB110DB-9977-BD09-005D-F2C4338A18FE}"/>
              </a:ext>
            </a:extLst>
          </p:cNvPr>
          <p:cNvGrpSpPr/>
          <p:nvPr/>
        </p:nvGrpSpPr>
        <p:grpSpPr>
          <a:xfrm>
            <a:off x="2299054" y="2537134"/>
            <a:ext cx="3473801" cy="3990182"/>
            <a:chOff x="64957" y="-101749"/>
            <a:chExt cx="3474720" cy="1226141"/>
          </a:xfrm>
        </p:grpSpPr>
        <p:sp>
          <p:nvSpPr>
            <p:cNvPr id="26" name="Freeform 66">
              <a:extLst>
                <a:ext uri="{FF2B5EF4-FFF2-40B4-BE49-F238E27FC236}">
                  <a16:creationId xmlns:a16="http://schemas.microsoft.com/office/drawing/2014/main" id="{B95079AB-ED49-AF2C-0A20-6165EA39BCEE}"/>
                </a:ext>
              </a:extLst>
            </p:cNvPr>
            <p:cNvSpPr/>
            <p:nvPr/>
          </p:nvSpPr>
          <p:spPr>
            <a:xfrm>
              <a:off x="64957" y="-101749"/>
              <a:ext cx="3474720" cy="1140677"/>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lIns="91440" tIns="45720" rIns="91440" bIns="45720" anchor="t"/>
            <a:lstStyle/>
            <a:p>
              <a:pPr marL="285750" indent="-285750">
                <a:buFont typeface="Arial" panose="020B0604020202020204" pitchFamily="34" charset="0"/>
                <a:buChar char="•"/>
              </a:pPr>
              <a:r>
                <a:rPr lang="en-GB" b="1"/>
                <a:t>Task:</a:t>
              </a:r>
              <a:r>
                <a:rPr lang="en-GB"/>
                <a:t> 5-class scene classification</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Classes:</a:t>
              </a:r>
              <a:r>
                <a:rPr lang="en-GB"/>
                <a:t> crossroad, curve, out-route, straight, T-junction</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Input:</a:t>
              </a:r>
              <a:r>
                <a:rPr lang="en-GB"/>
                <a:t> 128×128 Gray scale</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Output:</a:t>
              </a:r>
              <a:r>
                <a:rPr lang="en-GB"/>
                <a:t> 5 scene classes</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Parameters:</a:t>
              </a:r>
              <a:r>
                <a:rPr lang="en-GB"/>
                <a:t> ~420K</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Role:</a:t>
              </a:r>
              <a:r>
                <a:rPr lang="en-GB"/>
                <a:t> scene classifier for adaptive control</a:t>
              </a:r>
            </a:p>
            <a:p>
              <a:pPr marL="285750" indent="-285750">
                <a:buFont typeface="Arial" panose="020B0604020202020204" pitchFamily="34" charset="0"/>
                <a:buChar char="•"/>
              </a:pPr>
              <a:endParaRPr lang="en-GB"/>
            </a:p>
          </p:txBody>
        </p:sp>
        <p:sp>
          <p:nvSpPr>
            <p:cNvPr id="27" name="TextBox 67">
              <a:extLst>
                <a:ext uri="{FF2B5EF4-FFF2-40B4-BE49-F238E27FC236}">
                  <a16:creationId xmlns:a16="http://schemas.microsoft.com/office/drawing/2014/main" id="{F369D1D3-110E-B813-942C-29B7E049EB4A}"/>
                </a:ext>
              </a:extLst>
            </p:cNvPr>
            <p:cNvSpPr txBox="1"/>
            <p:nvPr/>
          </p:nvSpPr>
          <p:spPr>
            <a:xfrm>
              <a:off x="94721" y="-31399"/>
              <a:ext cx="3285277" cy="1155791"/>
            </a:xfrm>
            <a:prstGeom prst="rect">
              <a:avLst/>
            </a:prstGeom>
          </p:spPr>
          <p:txBody>
            <a:bodyPr lIns="0" tIns="0" rIns="0" bIns="0" rtlCol="0" anchor="ctr"/>
            <a:lstStyle/>
            <a:p>
              <a:pPr>
                <a:buNone/>
              </a:pPr>
              <a:endParaRPr lang="en-GB" sz="2400"/>
            </a:p>
          </p:txBody>
        </p:sp>
      </p:grpSp>
      <p:pic>
        <p:nvPicPr>
          <p:cNvPr id="31" name="Picture 30">
            <a:extLst>
              <a:ext uri="{FF2B5EF4-FFF2-40B4-BE49-F238E27FC236}">
                <a16:creationId xmlns:a16="http://schemas.microsoft.com/office/drawing/2014/main" id="{69A58188-32F9-0C62-CD35-5C6D6169FBAC}"/>
              </a:ext>
            </a:extLst>
          </p:cNvPr>
          <p:cNvPicPr>
            <a:picLocks noChangeAspect="1"/>
          </p:cNvPicPr>
          <p:nvPr/>
        </p:nvPicPr>
        <p:blipFill>
          <a:blip r:embed="rId4"/>
          <a:stretch>
            <a:fillRect/>
          </a:stretch>
        </p:blipFill>
        <p:spPr>
          <a:xfrm>
            <a:off x="7358720" y="2095112"/>
            <a:ext cx="8554857" cy="5703238"/>
          </a:xfrm>
          <a:prstGeom prst="rect">
            <a:avLst/>
          </a:prstGeom>
        </p:spPr>
      </p:pic>
      <p:grpSp>
        <p:nvGrpSpPr>
          <p:cNvPr id="65" name="Group 50">
            <a:extLst>
              <a:ext uri="{FF2B5EF4-FFF2-40B4-BE49-F238E27FC236}">
                <a16:creationId xmlns:a16="http://schemas.microsoft.com/office/drawing/2014/main" id="{5EEE9019-09FF-2676-8921-5E4C8D02F595}"/>
              </a:ext>
            </a:extLst>
          </p:cNvPr>
          <p:cNvGrpSpPr/>
          <p:nvPr/>
        </p:nvGrpSpPr>
        <p:grpSpPr>
          <a:xfrm>
            <a:off x="1886014" y="6790523"/>
            <a:ext cx="4006658" cy="2330089"/>
            <a:chOff x="12700" y="12700"/>
            <a:chExt cx="3748896" cy="1347070"/>
          </a:xfrm>
        </p:grpSpPr>
        <p:sp>
          <p:nvSpPr>
            <p:cNvPr id="66" name="Freeform 51">
              <a:extLst>
                <a:ext uri="{FF2B5EF4-FFF2-40B4-BE49-F238E27FC236}">
                  <a16:creationId xmlns:a16="http://schemas.microsoft.com/office/drawing/2014/main" id="{8BBBA0B4-FE5F-DA0D-8BBD-CE25400CC21A}"/>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67" name="Freeform 52">
              <a:extLst>
                <a:ext uri="{FF2B5EF4-FFF2-40B4-BE49-F238E27FC236}">
                  <a16:creationId xmlns:a16="http://schemas.microsoft.com/office/drawing/2014/main" id="{C16C92BF-DDF7-FBE3-570F-2C886FC9E32F}"/>
                </a:ext>
              </a:extLst>
            </p:cNvPr>
            <p:cNvSpPr/>
            <p:nvPr/>
          </p:nvSpPr>
          <p:spPr>
            <a:xfrm>
              <a:off x="261476" y="17634"/>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68" name="Group 65">
            <a:extLst>
              <a:ext uri="{FF2B5EF4-FFF2-40B4-BE49-F238E27FC236}">
                <a16:creationId xmlns:a16="http://schemas.microsoft.com/office/drawing/2014/main" id="{8D1D2D52-FC7F-BE84-BFE5-032FF2BBD8CE}"/>
              </a:ext>
            </a:extLst>
          </p:cNvPr>
          <p:cNvGrpSpPr/>
          <p:nvPr/>
        </p:nvGrpSpPr>
        <p:grpSpPr>
          <a:xfrm>
            <a:off x="2165567" y="6889488"/>
            <a:ext cx="4028164" cy="821493"/>
            <a:chOff x="0" y="-454512"/>
            <a:chExt cx="3568442" cy="747120"/>
          </a:xfrm>
        </p:grpSpPr>
        <p:sp>
          <p:nvSpPr>
            <p:cNvPr id="69" name="Freeform 66">
              <a:extLst>
                <a:ext uri="{FF2B5EF4-FFF2-40B4-BE49-F238E27FC236}">
                  <a16:creationId xmlns:a16="http://schemas.microsoft.com/office/drawing/2014/main" id="{F81A8DA5-BA52-2F22-D02C-13A02FCB6F4F}"/>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70" name="TextBox 67">
              <a:extLst>
                <a:ext uri="{FF2B5EF4-FFF2-40B4-BE49-F238E27FC236}">
                  <a16:creationId xmlns:a16="http://schemas.microsoft.com/office/drawing/2014/main" id="{12A646A4-0F72-D3A2-9EFE-1768DA820AEF}"/>
                </a:ext>
              </a:extLst>
            </p:cNvPr>
            <p:cNvSpPr txBox="1"/>
            <p:nvPr/>
          </p:nvSpPr>
          <p:spPr>
            <a:xfrm>
              <a:off x="164721" y="-454512"/>
              <a:ext cx="3403721" cy="641689"/>
            </a:xfrm>
            <a:prstGeom prst="rect">
              <a:avLst/>
            </a:prstGeom>
          </p:spPr>
          <p:txBody>
            <a:bodyPr lIns="0" tIns="0" rIns="0" bIns="0" rtlCol="0" anchor="ctr"/>
            <a:lstStyle/>
            <a:p>
              <a:r>
                <a:rPr lang="en-GB" sz="2400" b="1"/>
                <a:t>Why this model</a:t>
              </a:r>
              <a:endParaRPr lang="en-GB" sz="2400"/>
            </a:p>
          </p:txBody>
        </p:sp>
      </p:grpSp>
      <p:grpSp>
        <p:nvGrpSpPr>
          <p:cNvPr id="71" name="Group 65">
            <a:extLst>
              <a:ext uri="{FF2B5EF4-FFF2-40B4-BE49-F238E27FC236}">
                <a16:creationId xmlns:a16="http://schemas.microsoft.com/office/drawing/2014/main" id="{7E1FB0F1-9CA7-0B7E-49C2-CFD3365E627F}"/>
              </a:ext>
            </a:extLst>
          </p:cNvPr>
          <p:cNvGrpSpPr/>
          <p:nvPr/>
        </p:nvGrpSpPr>
        <p:grpSpPr>
          <a:xfrm>
            <a:off x="2247787" y="7573923"/>
            <a:ext cx="3706806" cy="1088245"/>
            <a:chOff x="0" y="-108997"/>
            <a:chExt cx="3474720" cy="1288169"/>
          </a:xfrm>
        </p:grpSpPr>
        <p:sp>
          <p:nvSpPr>
            <p:cNvPr id="72" name="Freeform 66">
              <a:extLst>
                <a:ext uri="{FF2B5EF4-FFF2-40B4-BE49-F238E27FC236}">
                  <a16:creationId xmlns:a16="http://schemas.microsoft.com/office/drawing/2014/main" id="{F319FBF7-F49F-44EF-38EA-D116C2207C87}"/>
                </a:ext>
              </a:extLst>
            </p:cNvPr>
            <p:cNvSpPr/>
            <p:nvPr/>
          </p:nvSpPr>
          <p:spPr>
            <a:xfrm>
              <a:off x="0" y="-108997"/>
              <a:ext cx="3474720" cy="1288169"/>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pPr marL="285750" indent="-285750">
                <a:buFont typeface="Arial" panose="020B0604020202020204" pitchFamily="34" charset="0"/>
                <a:buChar char="•"/>
              </a:pPr>
              <a:r>
                <a:rPr lang="en-GB"/>
                <a:t>Lightweight baseline architecture</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a:t>Suitable for efficient training and deployment</a:t>
              </a:r>
            </a:p>
          </p:txBody>
        </p:sp>
        <p:sp>
          <p:nvSpPr>
            <p:cNvPr id="73" name="TextBox 67">
              <a:extLst>
                <a:ext uri="{FF2B5EF4-FFF2-40B4-BE49-F238E27FC236}">
                  <a16:creationId xmlns:a16="http://schemas.microsoft.com/office/drawing/2014/main" id="{CC733831-DEAD-EB82-EBA9-A80922D53529}"/>
                </a:ext>
              </a:extLst>
            </p:cNvPr>
            <p:cNvSpPr txBox="1"/>
            <p:nvPr/>
          </p:nvSpPr>
          <p:spPr>
            <a:xfrm>
              <a:off x="94721" y="-31399"/>
              <a:ext cx="3285277" cy="1155791"/>
            </a:xfrm>
            <a:prstGeom prst="rect">
              <a:avLst/>
            </a:prstGeom>
          </p:spPr>
          <p:txBody>
            <a:bodyPr lIns="0" tIns="0" rIns="0" bIns="0" rtlCol="0" anchor="ctr"/>
            <a:lstStyle/>
            <a:p>
              <a:pPr>
                <a:buNone/>
              </a:pPr>
              <a:endParaRPr lang="en-GB" sz="2400"/>
            </a:p>
          </p:txBody>
        </p:sp>
      </p:grpSp>
      <p:sp>
        <p:nvSpPr>
          <p:cNvPr id="75" name="Freeform 52">
            <a:extLst>
              <a:ext uri="{FF2B5EF4-FFF2-40B4-BE49-F238E27FC236}">
                <a16:creationId xmlns:a16="http://schemas.microsoft.com/office/drawing/2014/main" id="{54628B07-7B83-D6FA-3791-608517C1CA31}"/>
              </a:ext>
            </a:extLst>
          </p:cNvPr>
          <p:cNvSpPr/>
          <p:nvPr/>
        </p:nvSpPr>
        <p:spPr>
          <a:xfrm>
            <a:off x="7241628" y="1960820"/>
            <a:ext cx="8859698" cy="5999015"/>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sp>
        <p:nvSpPr>
          <p:cNvPr id="14" name="TextBox 10">
            <a:extLst>
              <a:ext uri="{FF2B5EF4-FFF2-40B4-BE49-F238E27FC236}">
                <a16:creationId xmlns:a16="http://schemas.microsoft.com/office/drawing/2014/main" id="{B9585E82-C715-ABAA-E7FA-86093A6DB30C}"/>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4282407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6593" cy="499110"/>
            <a:chOff x="0" y="0"/>
            <a:chExt cx="24408790" cy="665480"/>
          </a:xfrm>
        </p:grpSpPr>
        <p:sp>
          <p:nvSpPr>
            <p:cNvPr id="3" name="Freeform 3"/>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p:cNvGrpSpPr/>
          <p:nvPr/>
        </p:nvGrpSpPr>
        <p:grpSpPr>
          <a:xfrm>
            <a:off x="-9525" y="9797415"/>
            <a:ext cx="18306593" cy="499110"/>
            <a:chOff x="0" y="0"/>
            <a:chExt cx="24408790" cy="665480"/>
          </a:xfrm>
        </p:grpSpPr>
        <p:sp>
          <p:nvSpPr>
            <p:cNvPr id="6" name="Freeform 6"/>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p:cNvGrpSpPr/>
          <p:nvPr/>
        </p:nvGrpSpPr>
        <p:grpSpPr>
          <a:xfrm>
            <a:off x="754380" y="754380"/>
            <a:ext cx="13441680" cy="685800"/>
            <a:chOff x="0" y="0"/>
            <a:chExt cx="17922240" cy="914400"/>
          </a:xfrm>
        </p:grpSpPr>
        <p:sp>
          <p:nvSpPr>
            <p:cNvPr id="12" name="Freeform 12"/>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CNN Model Design</a:t>
              </a:r>
            </a:p>
          </p:txBody>
        </p:sp>
      </p:grpSp>
      <p:grpSp>
        <p:nvGrpSpPr>
          <p:cNvPr id="38" name="Group 38"/>
          <p:cNvGrpSpPr/>
          <p:nvPr/>
        </p:nvGrpSpPr>
        <p:grpSpPr>
          <a:xfrm>
            <a:off x="17282160" y="9827228"/>
            <a:ext cx="411480" cy="226600"/>
            <a:chOff x="0" y="-9525"/>
            <a:chExt cx="548640" cy="302133"/>
          </a:xfrm>
        </p:grpSpPr>
        <p:sp>
          <p:nvSpPr>
            <p:cNvPr id="39" name="Freeform 39"/>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40" name="TextBox 40"/>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7</a:t>
              </a:r>
              <a:endParaRPr lang="en-US" sz="1350">
                <a:solidFill>
                  <a:srgbClr val="667085"/>
                </a:solidFill>
                <a:latin typeface="Aptos"/>
                <a:ea typeface="Aptos"/>
                <a:cs typeface="Aptos"/>
                <a:sym typeface="Aptos"/>
              </a:endParaRPr>
            </a:p>
          </p:txBody>
        </p:sp>
      </p:grpSp>
      <p:pic>
        <p:nvPicPr>
          <p:cNvPr id="43" name="Picture 42">
            <a:extLst>
              <a:ext uri="{FF2B5EF4-FFF2-40B4-BE49-F238E27FC236}">
                <a16:creationId xmlns:a16="http://schemas.microsoft.com/office/drawing/2014/main" id="{A8B602C0-7AFB-9C19-36C6-99990C98FC86}"/>
              </a:ext>
            </a:extLst>
          </p:cNvPr>
          <p:cNvPicPr>
            <a:picLocks noChangeAspect="1"/>
          </p:cNvPicPr>
          <p:nvPr/>
        </p:nvPicPr>
        <p:blipFill>
          <a:blip r:embed="rId4"/>
          <a:stretch>
            <a:fillRect/>
          </a:stretch>
        </p:blipFill>
        <p:spPr>
          <a:xfrm>
            <a:off x="11586146" y="1718391"/>
            <a:ext cx="5589625" cy="3944377"/>
          </a:xfrm>
          <a:prstGeom prst="rect">
            <a:avLst/>
          </a:prstGeom>
        </p:spPr>
      </p:pic>
      <p:pic>
        <p:nvPicPr>
          <p:cNvPr id="17" name="Picture 16" descr="A graph of a curve&#10;&#10;AI-generated content may be incorrect.">
            <a:extLst>
              <a:ext uri="{FF2B5EF4-FFF2-40B4-BE49-F238E27FC236}">
                <a16:creationId xmlns:a16="http://schemas.microsoft.com/office/drawing/2014/main" id="{60FABD89-729B-156D-D79E-47E154FEFE89}"/>
              </a:ext>
            </a:extLst>
          </p:cNvPr>
          <p:cNvPicPr>
            <a:picLocks noChangeAspect="1"/>
          </p:cNvPicPr>
          <p:nvPr/>
        </p:nvPicPr>
        <p:blipFill>
          <a:blip r:embed="rId5"/>
          <a:stretch>
            <a:fillRect/>
          </a:stretch>
        </p:blipFill>
        <p:spPr>
          <a:xfrm>
            <a:off x="11585409" y="5890461"/>
            <a:ext cx="5592177" cy="3905251"/>
          </a:xfrm>
          <a:prstGeom prst="rect">
            <a:avLst/>
          </a:prstGeom>
        </p:spPr>
      </p:pic>
      <p:sp>
        <p:nvSpPr>
          <p:cNvPr id="14" name="TextBox 10">
            <a:extLst>
              <a:ext uri="{FF2B5EF4-FFF2-40B4-BE49-F238E27FC236}">
                <a16:creationId xmlns:a16="http://schemas.microsoft.com/office/drawing/2014/main" id="{74BF73ED-A689-8F26-C6A1-469F1509E79A}"/>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pic>
        <p:nvPicPr>
          <p:cNvPr id="8" name="Picture 7">
            <a:extLst>
              <a:ext uri="{FF2B5EF4-FFF2-40B4-BE49-F238E27FC236}">
                <a16:creationId xmlns:a16="http://schemas.microsoft.com/office/drawing/2014/main" id="{172B0C29-8879-D920-B6E8-7ABE593B7D7C}"/>
              </a:ext>
            </a:extLst>
          </p:cNvPr>
          <p:cNvPicPr>
            <a:picLocks noChangeAspect="1"/>
          </p:cNvPicPr>
          <p:nvPr/>
        </p:nvPicPr>
        <p:blipFill>
          <a:blip r:embed="rId6"/>
          <a:stretch>
            <a:fillRect/>
          </a:stretch>
        </p:blipFill>
        <p:spPr>
          <a:xfrm>
            <a:off x="724401" y="1727033"/>
            <a:ext cx="10274468" cy="3922796"/>
          </a:xfrm>
          <a:prstGeom prst="rect">
            <a:avLst/>
          </a:prstGeom>
        </p:spPr>
      </p:pic>
      <p:pic>
        <p:nvPicPr>
          <p:cNvPr id="10" name="Picture 9" descr="A graph of different colored bars&#10;&#10;AI-generated content may be incorrect.">
            <a:extLst>
              <a:ext uri="{FF2B5EF4-FFF2-40B4-BE49-F238E27FC236}">
                <a16:creationId xmlns:a16="http://schemas.microsoft.com/office/drawing/2014/main" id="{16309A95-872B-AB7B-55E3-8E6C2F375A6C}"/>
              </a:ext>
            </a:extLst>
          </p:cNvPr>
          <p:cNvPicPr>
            <a:picLocks noChangeAspect="1"/>
          </p:cNvPicPr>
          <p:nvPr/>
        </p:nvPicPr>
        <p:blipFill>
          <a:blip r:embed="rId7"/>
          <a:stretch>
            <a:fillRect/>
          </a:stretch>
        </p:blipFill>
        <p:spPr>
          <a:xfrm>
            <a:off x="939966" y="5924549"/>
            <a:ext cx="9850856" cy="39273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6593" cy="499110"/>
            <a:chOff x="0" y="0"/>
            <a:chExt cx="24408790" cy="665480"/>
          </a:xfrm>
        </p:grpSpPr>
        <p:sp>
          <p:nvSpPr>
            <p:cNvPr id="3" name="Freeform 3"/>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p:cNvGrpSpPr/>
          <p:nvPr/>
        </p:nvGrpSpPr>
        <p:grpSpPr>
          <a:xfrm>
            <a:off x="-9525" y="9797415"/>
            <a:ext cx="18306593" cy="499110"/>
            <a:chOff x="0" y="0"/>
            <a:chExt cx="24408790" cy="665480"/>
          </a:xfrm>
        </p:grpSpPr>
        <p:sp>
          <p:nvSpPr>
            <p:cNvPr id="6" name="Freeform 6"/>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p:cNvGrpSpPr/>
          <p:nvPr/>
        </p:nvGrpSpPr>
        <p:grpSpPr>
          <a:xfrm>
            <a:off x="754380" y="754380"/>
            <a:ext cx="13441680" cy="685800"/>
            <a:chOff x="0" y="0"/>
            <a:chExt cx="17922240" cy="914400"/>
          </a:xfrm>
        </p:grpSpPr>
        <p:sp>
          <p:nvSpPr>
            <p:cNvPr id="12" name="Freeform 12"/>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Adaptive Control Logic</a:t>
              </a:r>
            </a:p>
          </p:txBody>
        </p:sp>
      </p:grpSp>
      <p:sp>
        <p:nvSpPr>
          <p:cNvPr id="15" name="Freeform 15"/>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17" name="Group 17"/>
          <p:cNvGrpSpPr/>
          <p:nvPr/>
        </p:nvGrpSpPr>
        <p:grpSpPr>
          <a:xfrm>
            <a:off x="799909" y="2116454"/>
            <a:ext cx="16902876" cy="7137274"/>
            <a:chOff x="0" y="0"/>
            <a:chExt cx="21879561" cy="9077960"/>
          </a:xfrm>
        </p:grpSpPr>
        <p:sp>
          <p:nvSpPr>
            <p:cNvPr id="18" name="Freeform 18"/>
            <p:cNvSpPr/>
            <p:nvPr/>
          </p:nvSpPr>
          <p:spPr>
            <a:xfrm>
              <a:off x="12700" y="12700"/>
              <a:ext cx="21854161" cy="9052560"/>
            </a:xfrm>
            <a:custGeom>
              <a:avLst/>
              <a:gdLst/>
              <a:ahLst/>
              <a:cxnLst/>
              <a:rect l="l" t="t" r="r" b="b"/>
              <a:pathLst>
                <a:path w="21854161" h="9052560">
                  <a:moveTo>
                    <a:pt x="0" y="1508760"/>
                  </a:moveTo>
                  <a:cubicBezTo>
                    <a:pt x="0" y="675513"/>
                    <a:pt x="676656" y="0"/>
                    <a:pt x="1511300" y="0"/>
                  </a:cubicBezTo>
                  <a:lnTo>
                    <a:pt x="20342861" y="0"/>
                  </a:lnTo>
                  <a:cubicBezTo>
                    <a:pt x="21177504" y="0"/>
                    <a:pt x="21854161" y="675513"/>
                    <a:pt x="21854161" y="1508760"/>
                  </a:cubicBezTo>
                  <a:lnTo>
                    <a:pt x="21854161" y="7543800"/>
                  </a:lnTo>
                  <a:cubicBezTo>
                    <a:pt x="21854161" y="8377047"/>
                    <a:pt x="21177504" y="9052560"/>
                    <a:pt x="20342861" y="9052560"/>
                  </a:cubicBezTo>
                  <a:lnTo>
                    <a:pt x="1511300" y="9052560"/>
                  </a:lnTo>
                  <a:cubicBezTo>
                    <a:pt x="676656" y="9052560"/>
                    <a:pt x="0" y="8377047"/>
                    <a:pt x="0" y="7543800"/>
                  </a:cubicBezTo>
                  <a:close/>
                </a:path>
              </a:pathLst>
            </a:custGeom>
            <a:solidFill>
              <a:srgbClr val="FFFFFF"/>
            </a:solidFill>
          </p:spPr>
          <p:txBody>
            <a:bodyPr/>
            <a:lstStyle/>
            <a:p>
              <a:endParaRPr lang="en-GB"/>
            </a:p>
          </p:txBody>
        </p:sp>
        <p:sp>
          <p:nvSpPr>
            <p:cNvPr id="19" name="Freeform 19"/>
            <p:cNvSpPr/>
            <p:nvPr/>
          </p:nvSpPr>
          <p:spPr>
            <a:xfrm>
              <a:off x="0" y="0"/>
              <a:ext cx="21879561" cy="9077960"/>
            </a:xfrm>
            <a:custGeom>
              <a:avLst/>
              <a:gdLst/>
              <a:ahLst/>
              <a:cxnLst/>
              <a:rect l="l" t="t" r="r" b="b"/>
              <a:pathLst>
                <a:path w="21879561" h="9077960">
                  <a:moveTo>
                    <a:pt x="0" y="1521460"/>
                  </a:moveTo>
                  <a:cubicBezTo>
                    <a:pt x="0" y="681228"/>
                    <a:pt x="682371" y="0"/>
                    <a:pt x="1524000" y="0"/>
                  </a:cubicBezTo>
                  <a:lnTo>
                    <a:pt x="20355561" y="0"/>
                  </a:lnTo>
                  <a:lnTo>
                    <a:pt x="20355561" y="12700"/>
                  </a:lnTo>
                  <a:lnTo>
                    <a:pt x="20355561" y="0"/>
                  </a:lnTo>
                  <a:cubicBezTo>
                    <a:pt x="21197190" y="0"/>
                    <a:pt x="21879561" y="681228"/>
                    <a:pt x="21879561" y="1521460"/>
                  </a:cubicBezTo>
                  <a:lnTo>
                    <a:pt x="21866861" y="1521460"/>
                  </a:lnTo>
                  <a:lnTo>
                    <a:pt x="21879561" y="1521460"/>
                  </a:lnTo>
                  <a:lnTo>
                    <a:pt x="21879561" y="7556500"/>
                  </a:lnTo>
                  <a:lnTo>
                    <a:pt x="21866861" y="7556500"/>
                  </a:lnTo>
                  <a:lnTo>
                    <a:pt x="21879561" y="7556500"/>
                  </a:lnTo>
                  <a:cubicBezTo>
                    <a:pt x="21879561" y="8396859"/>
                    <a:pt x="21197190" y="9077960"/>
                    <a:pt x="20355561" y="9077960"/>
                  </a:cubicBezTo>
                  <a:lnTo>
                    <a:pt x="20355561" y="9065260"/>
                  </a:lnTo>
                  <a:lnTo>
                    <a:pt x="20355561" y="9077960"/>
                  </a:lnTo>
                  <a:lnTo>
                    <a:pt x="1524000" y="9077960"/>
                  </a:lnTo>
                  <a:lnTo>
                    <a:pt x="1524000" y="9065260"/>
                  </a:lnTo>
                  <a:lnTo>
                    <a:pt x="1524000" y="9077960"/>
                  </a:lnTo>
                  <a:cubicBezTo>
                    <a:pt x="682371" y="9077960"/>
                    <a:pt x="0" y="8396732"/>
                    <a:pt x="0" y="7556500"/>
                  </a:cubicBezTo>
                  <a:lnTo>
                    <a:pt x="0" y="1521460"/>
                  </a:lnTo>
                  <a:lnTo>
                    <a:pt x="12700" y="1521460"/>
                  </a:lnTo>
                  <a:lnTo>
                    <a:pt x="0" y="1521460"/>
                  </a:lnTo>
                  <a:moveTo>
                    <a:pt x="25400" y="1521460"/>
                  </a:moveTo>
                  <a:lnTo>
                    <a:pt x="25400" y="7556500"/>
                  </a:lnTo>
                  <a:lnTo>
                    <a:pt x="12700" y="7556500"/>
                  </a:lnTo>
                  <a:lnTo>
                    <a:pt x="25400" y="7556500"/>
                  </a:lnTo>
                  <a:cubicBezTo>
                    <a:pt x="25400" y="8382762"/>
                    <a:pt x="696341" y="9052560"/>
                    <a:pt x="1524000" y="9052560"/>
                  </a:cubicBezTo>
                  <a:lnTo>
                    <a:pt x="20355561" y="9052560"/>
                  </a:lnTo>
                  <a:cubicBezTo>
                    <a:pt x="21183220" y="9052560"/>
                    <a:pt x="21854161" y="8382762"/>
                    <a:pt x="21854161" y="7556500"/>
                  </a:cubicBezTo>
                  <a:lnTo>
                    <a:pt x="21854161" y="1521460"/>
                  </a:lnTo>
                  <a:cubicBezTo>
                    <a:pt x="21854161" y="695198"/>
                    <a:pt x="21183220" y="25400"/>
                    <a:pt x="20355561" y="25400"/>
                  </a:cubicBezTo>
                  <a:lnTo>
                    <a:pt x="1524000" y="25400"/>
                  </a:lnTo>
                  <a:lnTo>
                    <a:pt x="1524000" y="12700"/>
                  </a:lnTo>
                  <a:lnTo>
                    <a:pt x="1524000" y="25400"/>
                  </a:lnTo>
                  <a:cubicBezTo>
                    <a:pt x="696341" y="25400"/>
                    <a:pt x="25400" y="695198"/>
                    <a:pt x="25400" y="1521460"/>
                  </a:cubicBezTo>
                  <a:close/>
                </a:path>
              </a:pathLst>
            </a:custGeom>
            <a:solidFill>
              <a:srgbClr val="D6DEE8"/>
            </a:solidFill>
          </p:spPr>
          <p:txBody>
            <a:bodyPr/>
            <a:lstStyle/>
            <a:p>
              <a:endParaRPr lang="en-GB"/>
            </a:p>
          </p:txBody>
        </p:sp>
      </p:grpSp>
      <p:grpSp>
        <p:nvGrpSpPr>
          <p:cNvPr id="20" name="Group 20"/>
          <p:cNvGrpSpPr/>
          <p:nvPr/>
        </p:nvGrpSpPr>
        <p:grpSpPr>
          <a:xfrm>
            <a:off x="1293495" y="2527935"/>
            <a:ext cx="2625090" cy="677418"/>
            <a:chOff x="0" y="0"/>
            <a:chExt cx="3500120" cy="903224"/>
          </a:xfrm>
        </p:grpSpPr>
        <p:sp>
          <p:nvSpPr>
            <p:cNvPr id="21" name="Freeform 21"/>
            <p:cNvSpPr/>
            <p:nvPr/>
          </p:nvSpPr>
          <p:spPr>
            <a:xfrm>
              <a:off x="12700" y="12700"/>
              <a:ext cx="3474720" cy="877824"/>
            </a:xfrm>
            <a:custGeom>
              <a:avLst/>
              <a:gdLst/>
              <a:ahLst/>
              <a:cxnLst/>
              <a:rect l="l" t="t" r="r" b="b"/>
              <a:pathLst>
                <a:path w="3474720" h="877824">
                  <a:moveTo>
                    <a:pt x="0" y="0"/>
                  </a:moveTo>
                  <a:lnTo>
                    <a:pt x="3474720" y="0"/>
                  </a:lnTo>
                  <a:lnTo>
                    <a:pt x="3474720" y="877824"/>
                  </a:lnTo>
                  <a:lnTo>
                    <a:pt x="0" y="877824"/>
                  </a:lnTo>
                  <a:close/>
                </a:path>
              </a:pathLst>
            </a:custGeom>
            <a:solidFill>
              <a:srgbClr val="123A63"/>
            </a:solidFill>
          </p:spPr>
          <p:txBody>
            <a:bodyPr/>
            <a:lstStyle/>
            <a:p>
              <a:endParaRPr lang="en-GB"/>
            </a:p>
          </p:txBody>
        </p:sp>
        <p:sp>
          <p:nvSpPr>
            <p:cNvPr id="22" name="Freeform 22"/>
            <p:cNvSpPr/>
            <p:nvPr/>
          </p:nvSpPr>
          <p:spPr>
            <a:xfrm>
              <a:off x="0" y="0"/>
              <a:ext cx="3500120" cy="903224"/>
            </a:xfrm>
            <a:custGeom>
              <a:avLst/>
              <a:gdLst/>
              <a:ahLst/>
              <a:cxnLst/>
              <a:rect l="l" t="t" r="r" b="b"/>
              <a:pathLst>
                <a:path w="3500120" h="903224">
                  <a:moveTo>
                    <a:pt x="12700" y="0"/>
                  </a:moveTo>
                  <a:lnTo>
                    <a:pt x="3487420" y="0"/>
                  </a:lnTo>
                  <a:cubicBezTo>
                    <a:pt x="3494405" y="0"/>
                    <a:pt x="3500120" y="5715"/>
                    <a:pt x="3500120" y="12700"/>
                  </a:cubicBezTo>
                  <a:lnTo>
                    <a:pt x="3500120" y="890524"/>
                  </a:lnTo>
                  <a:cubicBezTo>
                    <a:pt x="3500120" y="897509"/>
                    <a:pt x="3494405" y="903224"/>
                    <a:pt x="3487420" y="903224"/>
                  </a:cubicBezTo>
                  <a:lnTo>
                    <a:pt x="12700" y="903224"/>
                  </a:lnTo>
                  <a:cubicBezTo>
                    <a:pt x="5715" y="903224"/>
                    <a:pt x="0" y="897509"/>
                    <a:pt x="0" y="890524"/>
                  </a:cubicBezTo>
                  <a:lnTo>
                    <a:pt x="0" y="12700"/>
                  </a:lnTo>
                  <a:cubicBezTo>
                    <a:pt x="0" y="5715"/>
                    <a:pt x="5715" y="0"/>
                    <a:pt x="12700" y="0"/>
                  </a:cubicBezTo>
                  <a:moveTo>
                    <a:pt x="12700" y="25400"/>
                  </a:moveTo>
                  <a:lnTo>
                    <a:pt x="12700" y="12700"/>
                  </a:lnTo>
                  <a:lnTo>
                    <a:pt x="25400" y="12700"/>
                  </a:lnTo>
                  <a:lnTo>
                    <a:pt x="25400" y="890524"/>
                  </a:lnTo>
                  <a:lnTo>
                    <a:pt x="12700" y="890524"/>
                  </a:lnTo>
                  <a:lnTo>
                    <a:pt x="12700" y="877824"/>
                  </a:lnTo>
                  <a:lnTo>
                    <a:pt x="3487420" y="877824"/>
                  </a:lnTo>
                  <a:lnTo>
                    <a:pt x="3487420" y="890524"/>
                  </a:lnTo>
                  <a:lnTo>
                    <a:pt x="3474720" y="890524"/>
                  </a:lnTo>
                  <a:lnTo>
                    <a:pt x="3474720" y="12700"/>
                  </a:lnTo>
                  <a:lnTo>
                    <a:pt x="3487420" y="12700"/>
                  </a:lnTo>
                  <a:lnTo>
                    <a:pt x="3487420" y="25400"/>
                  </a:lnTo>
                  <a:lnTo>
                    <a:pt x="12700" y="25400"/>
                  </a:lnTo>
                  <a:close/>
                </a:path>
              </a:pathLst>
            </a:custGeom>
            <a:solidFill>
              <a:srgbClr val="123A63"/>
            </a:solidFill>
          </p:spPr>
          <p:txBody>
            <a:bodyPr/>
            <a:lstStyle/>
            <a:p>
              <a:endParaRPr lang="en-GB"/>
            </a:p>
          </p:txBody>
        </p:sp>
      </p:grpSp>
      <p:grpSp>
        <p:nvGrpSpPr>
          <p:cNvPr id="23" name="Group 23"/>
          <p:cNvGrpSpPr/>
          <p:nvPr/>
        </p:nvGrpSpPr>
        <p:grpSpPr>
          <a:xfrm>
            <a:off x="1371600" y="2743200"/>
            <a:ext cx="2468880" cy="205740"/>
            <a:chOff x="0" y="0"/>
            <a:chExt cx="3291840" cy="274320"/>
          </a:xfrm>
        </p:grpSpPr>
        <p:sp>
          <p:nvSpPr>
            <p:cNvPr id="24" name="Freeform 24"/>
            <p:cNvSpPr/>
            <p:nvPr/>
          </p:nvSpPr>
          <p:spPr>
            <a:xfrm>
              <a:off x="0" y="0"/>
              <a:ext cx="3291840" cy="274320"/>
            </a:xfrm>
            <a:custGeom>
              <a:avLst/>
              <a:gdLst/>
              <a:ahLst/>
              <a:cxnLst/>
              <a:rect l="l" t="t" r="r" b="b"/>
              <a:pathLst>
                <a:path w="3291840" h="274320">
                  <a:moveTo>
                    <a:pt x="0" y="0"/>
                  </a:moveTo>
                  <a:lnTo>
                    <a:pt x="3291840" y="0"/>
                  </a:lnTo>
                  <a:lnTo>
                    <a:pt x="3291840" y="274320"/>
                  </a:lnTo>
                  <a:lnTo>
                    <a:pt x="0" y="274320"/>
                  </a:lnTo>
                  <a:close/>
                </a:path>
              </a:pathLst>
            </a:custGeom>
            <a:blipFill>
              <a:blip r:embed="rId3">
                <a:alphaModFix amt="0"/>
              </a:blip>
              <a:stretch>
                <a:fillRect t="-183820" b="-183820"/>
              </a:stretch>
            </a:blipFill>
          </p:spPr>
          <p:txBody>
            <a:bodyPr/>
            <a:lstStyle/>
            <a:p>
              <a:endParaRPr lang="en-GB"/>
            </a:p>
          </p:txBody>
        </p:sp>
        <p:sp>
          <p:nvSpPr>
            <p:cNvPr id="25" name="TextBox 25"/>
            <p:cNvSpPr txBox="1"/>
            <p:nvPr/>
          </p:nvSpPr>
          <p:spPr>
            <a:xfrm>
              <a:off x="0" y="0"/>
              <a:ext cx="3291840" cy="274320"/>
            </a:xfrm>
            <a:prstGeom prst="rect">
              <a:avLst/>
            </a:prstGeom>
          </p:spPr>
          <p:txBody>
            <a:bodyPr lIns="0" tIns="0" rIns="0" bIns="0" rtlCol="0" anchor="ctr"/>
            <a:lstStyle/>
            <a:p>
              <a:pPr algn="ctr">
                <a:lnSpc>
                  <a:spcPts val="2160"/>
                </a:lnSpc>
              </a:pPr>
              <a:r>
                <a:rPr lang="en-US" sz="1800" b="1">
                  <a:solidFill>
                    <a:srgbClr val="FFFFFF"/>
                  </a:solidFill>
                  <a:latin typeface="Aptos Bold"/>
                  <a:ea typeface="Aptos Bold"/>
                  <a:cs typeface="Aptos Bold"/>
                  <a:sym typeface="Aptos Bold"/>
                </a:rPr>
                <a:t>Predicted class</a:t>
              </a:r>
            </a:p>
          </p:txBody>
        </p:sp>
      </p:grpSp>
      <p:grpSp>
        <p:nvGrpSpPr>
          <p:cNvPr id="26" name="Group 26"/>
          <p:cNvGrpSpPr/>
          <p:nvPr/>
        </p:nvGrpSpPr>
        <p:grpSpPr>
          <a:xfrm>
            <a:off x="5065395" y="2527935"/>
            <a:ext cx="3173730" cy="677418"/>
            <a:chOff x="0" y="0"/>
            <a:chExt cx="4231640" cy="903224"/>
          </a:xfrm>
        </p:grpSpPr>
        <p:sp>
          <p:nvSpPr>
            <p:cNvPr id="27" name="Freeform 27"/>
            <p:cNvSpPr/>
            <p:nvPr/>
          </p:nvSpPr>
          <p:spPr>
            <a:xfrm>
              <a:off x="12700" y="12700"/>
              <a:ext cx="4206240" cy="877824"/>
            </a:xfrm>
            <a:custGeom>
              <a:avLst/>
              <a:gdLst/>
              <a:ahLst/>
              <a:cxnLst/>
              <a:rect l="l" t="t" r="r" b="b"/>
              <a:pathLst>
                <a:path w="4206240" h="877824">
                  <a:moveTo>
                    <a:pt x="0" y="0"/>
                  </a:moveTo>
                  <a:lnTo>
                    <a:pt x="4206240" y="0"/>
                  </a:lnTo>
                  <a:lnTo>
                    <a:pt x="4206240" y="877824"/>
                  </a:lnTo>
                  <a:lnTo>
                    <a:pt x="0" y="877824"/>
                  </a:lnTo>
                  <a:close/>
                </a:path>
              </a:pathLst>
            </a:custGeom>
            <a:solidFill>
              <a:srgbClr val="123A63"/>
            </a:solidFill>
          </p:spPr>
          <p:txBody>
            <a:bodyPr/>
            <a:lstStyle/>
            <a:p>
              <a:endParaRPr lang="en-GB"/>
            </a:p>
          </p:txBody>
        </p:sp>
        <p:sp>
          <p:nvSpPr>
            <p:cNvPr id="28" name="Freeform 28"/>
            <p:cNvSpPr/>
            <p:nvPr/>
          </p:nvSpPr>
          <p:spPr>
            <a:xfrm>
              <a:off x="0" y="0"/>
              <a:ext cx="4231640" cy="903224"/>
            </a:xfrm>
            <a:custGeom>
              <a:avLst/>
              <a:gdLst/>
              <a:ahLst/>
              <a:cxnLst/>
              <a:rect l="l" t="t" r="r" b="b"/>
              <a:pathLst>
                <a:path w="4231640" h="903224">
                  <a:moveTo>
                    <a:pt x="12700" y="0"/>
                  </a:moveTo>
                  <a:lnTo>
                    <a:pt x="4218940" y="0"/>
                  </a:lnTo>
                  <a:cubicBezTo>
                    <a:pt x="4225925" y="0"/>
                    <a:pt x="4231640" y="5715"/>
                    <a:pt x="4231640" y="12700"/>
                  </a:cubicBezTo>
                  <a:lnTo>
                    <a:pt x="4231640" y="890524"/>
                  </a:lnTo>
                  <a:cubicBezTo>
                    <a:pt x="4231640" y="897509"/>
                    <a:pt x="4225925" y="903224"/>
                    <a:pt x="4218940" y="903224"/>
                  </a:cubicBezTo>
                  <a:lnTo>
                    <a:pt x="12700" y="903224"/>
                  </a:lnTo>
                  <a:cubicBezTo>
                    <a:pt x="5715" y="903224"/>
                    <a:pt x="0" y="897509"/>
                    <a:pt x="0" y="890524"/>
                  </a:cubicBezTo>
                  <a:lnTo>
                    <a:pt x="0" y="12700"/>
                  </a:lnTo>
                  <a:cubicBezTo>
                    <a:pt x="0" y="5715"/>
                    <a:pt x="5715" y="0"/>
                    <a:pt x="12700" y="0"/>
                  </a:cubicBezTo>
                  <a:moveTo>
                    <a:pt x="12700" y="25400"/>
                  </a:moveTo>
                  <a:lnTo>
                    <a:pt x="12700" y="12700"/>
                  </a:lnTo>
                  <a:lnTo>
                    <a:pt x="25400" y="12700"/>
                  </a:lnTo>
                  <a:lnTo>
                    <a:pt x="25400" y="890524"/>
                  </a:lnTo>
                  <a:lnTo>
                    <a:pt x="12700" y="890524"/>
                  </a:lnTo>
                  <a:lnTo>
                    <a:pt x="12700" y="877824"/>
                  </a:lnTo>
                  <a:lnTo>
                    <a:pt x="4218940" y="877824"/>
                  </a:lnTo>
                  <a:lnTo>
                    <a:pt x="4218940" y="890524"/>
                  </a:lnTo>
                  <a:lnTo>
                    <a:pt x="4206240" y="890524"/>
                  </a:lnTo>
                  <a:lnTo>
                    <a:pt x="4206240" y="12700"/>
                  </a:lnTo>
                  <a:lnTo>
                    <a:pt x="4218940" y="12700"/>
                  </a:lnTo>
                  <a:lnTo>
                    <a:pt x="4218940" y="25400"/>
                  </a:lnTo>
                  <a:lnTo>
                    <a:pt x="12700" y="25400"/>
                  </a:lnTo>
                  <a:close/>
                </a:path>
              </a:pathLst>
            </a:custGeom>
            <a:solidFill>
              <a:srgbClr val="123A63"/>
            </a:solidFill>
          </p:spPr>
          <p:txBody>
            <a:bodyPr/>
            <a:lstStyle/>
            <a:p>
              <a:endParaRPr lang="en-GB"/>
            </a:p>
          </p:txBody>
        </p:sp>
      </p:grpSp>
      <p:grpSp>
        <p:nvGrpSpPr>
          <p:cNvPr id="29" name="Group 29"/>
          <p:cNvGrpSpPr/>
          <p:nvPr/>
        </p:nvGrpSpPr>
        <p:grpSpPr>
          <a:xfrm>
            <a:off x="5143500" y="2743200"/>
            <a:ext cx="3017520" cy="205740"/>
            <a:chOff x="0" y="0"/>
            <a:chExt cx="4023360" cy="274320"/>
          </a:xfrm>
        </p:grpSpPr>
        <p:sp>
          <p:nvSpPr>
            <p:cNvPr id="30" name="Freeform 30"/>
            <p:cNvSpPr/>
            <p:nvPr/>
          </p:nvSpPr>
          <p:spPr>
            <a:xfrm>
              <a:off x="0" y="0"/>
              <a:ext cx="4023360" cy="274320"/>
            </a:xfrm>
            <a:custGeom>
              <a:avLst/>
              <a:gdLst/>
              <a:ahLst/>
              <a:cxnLst/>
              <a:rect l="l" t="t" r="r" b="b"/>
              <a:pathLst>
                <a:path w="4023360" h="274320">
                  <a:moveTo>
                    <a:pt x="0" y="0"/>
                  </a:moveTo>
                  <a:lnTo>
                    <a:pt x="4023360" y="0"/>
                  </a:lnTo>
                  <a:lnTo>
                    <a:pt x="4023360" y="274320"/>
                  </a:lnTo>
                  <a:lnTo>
                    <a:pt x="0" y="274320"/>
                  </a:lnTo>
                  <a:close/>
                </a:path>
              </a:pathLst>
            </a:custGeom>
            <a:blipFill>
              <a:blip r:embed="rId3">
                <a:alphaModFix amt="0"/>
              </a:blip>
              <a:stretch>
                <a:fillRect t="-235780" b="-235780"/>
              </a:stretch>
            </a:blipFill>
          </p:spPr>
          <p:txBody>
            <a:bodyPr/>
            <a:lstStyle/>
            <a:p>
              <a:endParaRPr lang="en-GB"/>
            </a:p>
          </p:txBody>
        </p:sp>
        <p:sp>
          <p:nvSpPr>
            <p:cNvPr id="31" name="TextBox 31"/>
            <p:cNvSpPr txBox="1"/>
            <p:nvPr/>
          </p:nvSpPr>
          <p:spPr>
            <a:xfrm>
              <a:off x="0" y="0"/>
              <a:ext cx="4023360" cy="274320"/>
            </a:xfrm>
            <a:prstGeom prst="rect">
              <a:avLst/>
            </a:prstGeom>
          </p:spPr>
          <p:txBody>
            <a:bodyPr lIns="0" tIns="0" rIns="0" bIns="0" rtlCol="0" anchor="ctr"/>
            <a:lstStyle/>
            <a:p>
              <a:pPr algn="ctr">
                <a:lnSpc>
                  <a:spcPts val="2160"/>
                </a:lnSpc>
              </a:pPr>
              <a:r>
                <a:rPr lang="en-US" sz="1800" b="1">
                  <a:solidFill>
                    <a:srgbClr val="FFFFFF"/>
                  </a:solidFill>
                  <a:latin typeface="Aptos Bold"/>
                  <a:ea typeface="Aptos Bold"/>
                  <a:cs typeface="Aptos Bold"/>
                  <a:sym typeface="Aptos Bold"/>
                </a:rPr>
                <a:t>Meaning</a:t>
              </a:r>
            </a:p>
          </p:txBody>
        </p:sp>
      </p:grpSp>
      <p:grpSp>
        <p:nvGrpSpPr>
          <p:cNvPr id="32" name="Group 32"/>
          <p:cNvGrpSpPr/>
          <p:nvPr/>
        </p:nvGrpSpPr>
        <p:grpSpPr>
          <a:xfrm>
            <a:off x="8562975" y="2527935"/>
            <a:ext cx="2625090" cy="677418"/>
            <a:chOff x="0" y="0"/>
            <a:chExt cx="3500120" cy="903224"/>
          </a:xfrm>
        </p:grpSpPr>
        <p:sp>
          <p:nvSpPr>
            <p:cNvPr id="33" name="Freeform 33"/>
            <p:cNvSpPr/>
            <p:nvPr/>
          </p:nvSpPr>
          <p:spPr>
            <a:xfrm>
              <a:off x="12700" y="12700"/>
              <a:ext cx="3474720" cy="877824"/>
            </a:xfrm>
            <a:custGeom>
              <a:avLst/>
              <a:gdLst/>
              <a:ahLst/>
              <a:cxnLst/>
              <a:rect l="l" t="t" r="r" b="b"/>
              <a:pathLst>
                <a:path w="3474720" h="877824">
                  <a:moveTo>
                    <a:pt x="0" y="0"/>
                  </a:moveTo>
                  <a:lnTo>
                    <a:pt x="3474720" y="0"/>
                  </a:lnTo>
                  <a:lnTo>
                    <a:pt x="3474720" y="877824"/>
                  </a:lnTo>
                  <a:lnTo>
                    <a:pt x="0" y="877824"/>
                  </a:lnTo>
                  <a:close/>
                </a:path>
              </a:pathLst>
            </a:custGeom>
            <a:solidFill>
              <a:srgbClr val="123A63"/>
            </a:solidFill>
          </p:spPr>
          <p:txBody>
            <a:bodyPr/>
            <a:lstStyle/>
            <a:p>
              <a:endParaRPr lang="en-GB"/>
            </a:p>
          </p:txBody>
        </p:sp>
        <p:sp>
          <p:nvSpPr>
            <p:cNvPr id="34" name="Freeform 34"/>
            <p:cNvSpPr/>
            <p:nvPr/>
          </p:nvSpPr>
          <p:spPr>
            <a:xfrm>
              <a:off x="0" y="0"/>
              <a:ext cx="3500120" cy="903224"/>
            </a:xfrm>
            <a:custGeom>
              <a:avLst/>
              <a:gdLst/>
              <a:ahLst/>
              <a:cxnLst/>
              <a:rect l="l" t="t" r="r" b="b"/>
              <a:pathLst>
                <a:path w="3500120" h="903224">
                  <a:moveTo>
                    <a:pt x="12700" y="0"/>
                  </a:moveTo>
                  <a:lnTo>
                    <a:pt x="3487420" y="0"/>
                  </a:lnTo>
                  <a:cubicBezTo>
                    <a:pt x="3494405" y="0"/>
                    <a:pt x="3500120" y="5715"/>
                    <a:pt x="3500120" y="12700"/>
                  </a:cubicBezTo>
                  <a:lnTo>
                    <a:pt x="3500120" y="890524"/>
                  </a:lnTo>
                  <a:cubicBezTo>
                    <a:pt x="3500120" y="897509"/>
                    <a:pt x="3494405" y="903224"/>
                    <a:pt x="3487420" y="903224"/>
                  </a:cubicBezTo>
                  <a:lnTo>
                    <a:pt x="12700" y="903224"/>
                  </a:lnTo>
                  <a:cubicBezTo>
                    <a:pt x="5715" y="903224"/>
                    <a:pt x="0" y="897509"/>
                    <a:pt x="0" y="890524"/>
                  </a:cubicBezTo>
                  <a:lnTo>
                    <a:pt x="0" y="12700"/>
                  </a:lnTo>
                  <a:cubicBezTo>
                    <a:pt x="0" y="5715"/>
                    <a:pt x="5715" y="0"/>
                    <a:pt x="12700" y="0"/>
                  </a:cubicBezTo>
                  <a:moveTo>
                    <a:pt x="12700" y="25400"/>
                  </a:moveTo>
                  <a:lnTo>
                    <a:pt x="12700" y="12700"/>
                  </a:lnTo>
                  <a:lnTo>
                    <a:pt x="25400" y="12700"/>
                  </a:lnTo>
                  <a:lnTo>
                    <a:pt x="25400" y="890524"/>
                  </a:lnTo>
                  <a:lnTo>
                    <a:pt x="12700" y="890524"/>
                  </a:lnTo>
                  <a:lnTo>
                    <a:pt x="12700" y="877824"/>
                  </a:lnTo>
                  <a:lnTo>
                    <a:pt x="3487420" y="877824"/>
                  </a:lnTo>
                  <a:lnTo>
                    <a:pt x="3487420" y="890524"/>
                  </a:lnTo>
                  <a:lnTo>
                    <a:pt x="3474720" y="890524"/>
                  </a:lnTo>
                  <a:lnTo>
                    <a:pt x="3474720" y="12700"/>
                  </a:lnTo>
                  <a:lnTo>
                    <a:pt x="3487420" y="12700"/>
                  </a:lnTo>
                  <a:lnTo>
                    <a:pt x="3487420" y="25400"/>
                  </a:lnTo>
                  <a:lnTo>
                    <a:pt x="12700" y="25400"/>
                  </a:lnTo>
                  <a:close/>
                </a:path>
              </a:pathLst>
            </a:custGeom>
            <a:solidFill>
              <a:srgbClr val="123A63"/>
            </a:solidFill>
          </p:spPr>
          <p:txBody>
            <a:bodyPr/>
            <a:lstStyle/>
            <a:p>
              <a:endParaRPr lang="en-GB"/>
            </a:p>
          </p:txBody>
        </p:sp>
      </p:grpSp>
      <p:grpSp>
        <p:nvGrpSpPr>
          <p:cNvPr id="35" name="Group 35"/>
          <p:cNvGrpSpPr/>
          <p:nvPr/>
        </p:nvGrpSpPr>
        <p:grpSpPr>
          <a:xfrm>
            <a:off x="8641080" y="2743200"/>
            <a:ext cx="2468880" cy="205740"/>
            <a:chOff x="0" y="0"/>
            <a:chExt cx="3291840" cy="274320"/>
          </a:xfrm>
        </p:grpSpPr>
        <p:sp>
          <p:nvSpPr>
            <p:cNvPr id="36" name="Freeform 36"/>
            <p:cNvSpPr/>
            <p:nvPr/>
          </p:nvSpPr>
          <p:spPr>
            <a:xfrm>
              <a:off x="0" y="0"/>
              <a:ext cx="3291840" cy="274320"/>
            </a:xfrm>
            <a:custGeom>
              <a:avLst/>
              <a:gdLst/>
              <a:ahLst/>
              <a:cxnLst/>
              <a:rect l="l" t="t" r="r" b="b"/>
              <a:pathLst>
                <a:path w="3291840" h="274320">
                  <a:moveTo>
                    <a:pt x="0" y="0"/>
                  </a:moveTo>
                  <a:lnTo>
                    <a:pt x="3291840" y="0"/>
                  </a:lnTo>
                  <a:lnTo>
                    <a:pt x="3291840" y="274320"/>
                  </a:lnTo>
                  <a:lnTo>
                    <a:pt x="0" y="274320"/>
                  </a:lnTo>
                  <a:close/>
                </a:path>
              </a:pathLst>
            </a:custGeom>
            <a:blipFill>
              <a:blip r:embed="rId3">
                <a:alphaModFix amt="0"/>
              </a:blip>
              <a:stretch>
                <a:fillRect t="-183820" b="-183820"/>
              </a:stretch>
            </a:blipFill>
          </p:spPr>
          <p:txBody>
            <a:bodyPr/>
            <a:lstStyle/>
            <a:p>
              <a:endParaRPr lang="en-GB"/>
            </a:p>
          </p:txBody>
        </p:sp>
        <p:sp>
          <p:nvSpPr>
            <p:cNvPr id="37" name="TextBox 37"/>
            <p:cNvSpPr txBox="1"/>
            <p:nvPr/>
          </p:nvSpPr>
          <p:spPr>
            <a:xfrm>
              <a:off x="0" y="0"/>
              <a:ext cx="3291840" cy="274320"/>
            </a:xfrm>
            <a:prstGeom prst="rect">
              <a:avLst/>
            </a:prstGeom>
          </p:spPr>
          <p:txBody>
            <a:bodyPr lIns="0" tIns="0" rIns="0" bIns="0" rtlCol="0" anchor="ctr"/>
            <a:lstStyle/>
            <a:p>
              <a:pPr algn="ctr">
                <a:lnSpc>
                  <a:spcPts val="2160"/>
                </a:lnSpc>
              </a:pPr>
              <a:r>
                <a:rPr lang="en-US" sz="1800" b="1">
                  <a:solidFill>
                    <a:srgbClr val="FFFFFF"/>
                  </a:solidFill>
                  <a:latin typeface="Aptos Bold"/>
                  <a:ea typeface="Aptos Bold"/>
                  <a:cs typeface="Aptos Bold"/>
                  <a:sym typeface="Aptos Bold"/>
                </a:rPr>
                <a:t>Controller mode</a:t>
              </a:r>
            </a:p>
          </p:txBody>
        </p:sp>
      </p:grpSp>
      <p:grpSp>
        <p:nvGrpSpPr>
          <p:cNvPr id="38" name="Group 38"/>
          <p:cNvGrpSpPr/>
          <p:nvPr/>
        </p:nvGrpSpPr>
        <p:grpSpPr>
          <a:xfrm>
            <a:off x="11511915" y="2527935"/>
            <a:ext cx="2625090" cy="677418"/>
            <a:chOff x="0" y="0"/>
            <a:chExt cx="3500120" cy="903224"/>
          </a:xfrm>
        </p:grpSpPr>
        <p:sp>
          <p:nvSpPr>
            <p:cNvPr id="39" name="Freeform 39"/>
            <p:cNvSpPr/>
            <p:nvPr/>
          </p:nvSpPr>
          <p:spPr>
            <a:xfrm>
              <a:off x="12700" y="12700"/>
              <a:ext cx="3474720" cy="877824"/>
            </a:xfrm>
            <a:custGeom>
              <a:avLst/>
              <a:gdLst/>
              <a:ahLst/>
              <a:cxnLst/>
              <a:rect l="l" t="t" r="r" b="b"/>
              <a:pathLst>
                <a:path w="3474720" h="877824">
                  <a:moveTo>
                    <a:pt x="0" y="0"/>
                  </a:moveTo>
                  <a:lnTo>
                    <a:pt x="3474720" y="0"/>
                  </a:lnTo>
                  <a:lnTo>
                    <a:pt x="3474720" y="877824"/>
                  </a:lnTo>
                  <a:lnTo>
                    <a:pt x="0" y="877824"/>
                  </a:lnTo>
                  <a:close/>
                </a:path>
              </a:pathLst>
            </a:custGeom>
            <a:solidFill>
              <a:srgbClr val="123A63"/>
            </a:solidFill>
          </p:spPr>
          <p:txBody>
            <a:bodyPr/>
            <a:lstStyle/>
            <a:p>
              <a:endParaRPr lang="en-GB"/>
            </a:p>
          </p:txBody>
        </p:sp>
        <p:sp>
          <p:nvSpPr>
            <p:cNvPr id="40" name="Freeform 40"/>
            <p:cNvSpPr/>
            <p:nvPr/>
          </p:nvSpPr>
          <p:spPr>
            <a:xfrm>
              <a:off x="0" y="0"/>
              <a:ext cx="3500120" cy="903224"/>
            </a:xfrm>
            <a:custGeom>
              <a:avLst/>
              <a:gdLst/>
              <a:ahLst/>
              <a:cxnLst/>
              <a:rect l="l" t="t" r="r" b="b"/>
              <a:pathLst>
                <a:path w="3500120" h="903224">
                  <a:moveTo>
                    <a:pt x="12700" y="0"/>
                  </a:moveTo>
                  <a:lnTo>
                    <a:pt x="3487420" y="0"/>
                  </a:lnTo>
                  <a:cubicBezTo>
                    <a:pt x="3494405" y="0"/>
                    <a:pt x="3500120" y="5715"/>
                    <a:pt x="3500120" y="12700"/>
                  </a:cubicBezTo>
                  <a:lnTo>
                    <a:pt x="3500120" y="890524"/>
                  </a:lnTo>
                  <a:cubicBezTo>
                    <a:pt x="3500120" y="897509"/>
                    <a:pt x="3494405" y="903224"/>
                    <a:pt x="3487420" y="903224"/>
                  </a:cubicBezTo>
                  <a:lnTo>
                    <a:pt x="12700" y="903224"/>
                  </a:lnTo>
                  <a:cubicBezTo>
                    <a:pt x="5715" y="903224"/>
                    <a:pt x="0" y="897509"/>
                    <a:pt x="0" y="890524"/>
                  </a:cubicBezTo>
                  <a:lnTo>
                    <a:pt x="0" y="12700"/>
                  </a:lnTo>
                  <a:cubicBezTo>
                    <a:pt x="0" y="5715"/>
                    <a:pt x="5715" y="0"/>
                    <a:pt x="12700" y="0"/>
                  </a:cubicBezTo>
                  <a:moveTo>
                    <a:pt x="12700" y="25400"/>
                  </a:moveTo>
                  <a:lnTo>
                    <a:pt x="12700" y="12700"/>
                  </a:lnTo>
                  <a:lnTo>
                    <a:pt x="25400" y="12700"/>
                  </a:lnTo>
                  <a:lnTo>
                    <a:pt x="25400" y="890524"/>
                  </a:lnTo>
                  <a:lnTo>
                    <a:pt x="12700" y="890524"/>
                  </a:lnTo>
                  <a:lnTo>
                    <a:pt x="12700" y="877824"/>
                  </a:lnTo>
                  <a:lnTo>
                    <a:pt x="3487420" y="877824"/>
                  </a:lnTo>
                  <a:lnTo>
                    <a:pt x="3487420" y="890524"/>
                  </a:lnTo>
                  <a:lnTo>
                    <a:pt x="3474720" y="890524"/>
                  </a:lnTo>
                  <a:lnTo>
                    <a:pt x="3474720" y="12700"/>
                  </a:lnTo>
                  <a:lnTo>
                    <a:pt x="3487420" y="12700"/>
                  </a:lnTo>
                  <a:lnTo>
                    <a:pt x="3487420" y="25400"/>
                  </a:lnTo>
                  <a:lnTo>
                    <a:pt x="12700" y="25400"/>
                  </a:lnTo>
                  <a:close/>
                </a:path>
              </a:pathLst>
            </a:custGeom>
            <a:solidFill>
              <a:srgbClr val="123A63"/>
            </a:solidFill>
          </p:spPr>
          <p:txBody>
            <a:bodyPr/>
            <a:lstStyle/>
            <a:p>
              <a:endParaRPr lang="en-GB"/>
            </a:p>
          </p:txBody>
        </p:sp>
      </p:grpSp>
      <p:grpSp>
        <p:nvGrpSpPr>
          <p:cNvPr id="41" name="Group 41"/>
          <p:cNvGrpSpPr/>
          <p:nvPr/>
        </p:nvGrpSpPr>
        <p:grpSpPr>
          <a:xfrm>
            <a:off x="11590020" y="2743200"/>
            <a:ext cx="2468880" cy="205740"/>
            <a:chOff x="0" y="0"/>
            <a:chExt cx="3291840" cy="274320"/>
          </a:xfrm>
        </p:grpSpPr>
        <p:sp>
          <p:nvSpPr>
            <p:cNvPr id="42" name="Freeform 42"/>
            <p:cNvSpPr/>
            <p:nvPr/>
          </p:nvSpPr>
          <p:spPr>
            <a:xfrm>
              <a:off x="0" y="0"/>
              <a:ext cx="3291840" cy="274320"/>
            </a:xfrm>
            <a:custGeom>
              <a:avLst/>
              <a:gdLst/>
              <a:ahLst/>
              <a:cxnLst/>
              <a:rect l="l" t="t" r="r" b="b"/>
              <a:pathLst>
                <a:path w="3291840" h="274320">
                  <a:moveTo>
                    <a:pt x="0" y="0"/>
                  </a:moveTo>
                  <a:lnTo>
                    <a:pt x="3291840" y="0"/>
                  </a:lnTo>
                  <a:lnTo>
                    <a:pt x="3291840" y="274320"/>
                  </a:lnTo>
                  <a:lnTo>
                    <a:pt x="0" y="274320"/>
                  </a:lnTo>
                  <a:close/>
                </a:path>
              </a:pathLst>
            </a:custGeom>
            <a:blipFill>
              <a:blip r:embed="rId3">
                <a:alphaModFix amt="0"/>
              </a:blip>
              <a:stretch>
                <a:fillRect t="-183820" b="-183820"/>
              </a:stretch>
            </a:blipFill>
          </p:spPr>
          <p:txBody>
            <a:bodyPr/>
            <a:lstStyle/>
            <a:p>
              <a:endParaRPr lang="en-GB"/>
            </a:p>
          </p:txBody>
        </p:sp>
        <p:sp>
          <p:nvSpPr>
            <p:cNvPr id="43" name="TextBox 43"/>
            <p:cNvSpPr txBox="1"/>
            <p:nvPr/>
          </p:nvSpPr>
          <p:spPr>
            <a:xfrm>
              <a:off x="0" y="0"/>
              <a:ext cx="3291840" cy="274320"/>
            </a:xfrm>
            <a:prstGeom prst="rect">
              <a:avLst/>
            </a:prstGeom>
          </p:spPr>
          <p:txBody>
            <a:bodyPr lIns="0" tIns="0" rIns="0" bIns="0" rtlCol="0" anchor="ctr"/>
            <a:lstStyle/>
            <a:p>
              <a:pPr algn="ctr">
                <a:lnSpc>
                  <a:spcPts val="2160"/>
                </a:lnSpc>
              </a:pPr>
              <a:r>
                <a:rPr lang="en-US" sz="1800" b="1">
                  <a:solidFill>
                    <a:srgbClr val="FFFFFF"/>
                  </a:solidFill>
                  <a:latin typeface="Aptos Bold"/>
                  <a:ea typeface="Aptos Bold"/>
                  <a:cs typeface="Aptos Bold"/>
                  <a:sym typeface="Aptos Bold"/>
                </a:rPr>
                <a:t>Target speed</a:t>
              </a:r>
            </a:p>
          </p:txBody>
        </p:sp>
      </p:grpSp>
      <p:grpSp>
        <p:nvGrpSpPr>
          <p:cNvPr id="44" name="Group 44"/>
          <p:cNvGrpSpPr/>
          <p:nvPr/>
        </p:nvGrpSpPr>
        <p:grpSpPr>
          <a:xfrm>
            <a:off x="14872335" y="2527935"/>
            <a:ext cx="2145030" cy="677418"/>
            <a:chOff x="0" y="0"/>
            <a:chExt cx="2860040" cy="903224"/>
          </a:xfrm>
        </p:grpSpPr>
        <p:sp>
          <p:nvSpPr>
            <p:cNvPr id="45" name="Freeform 45"/>
            <p:cNvSpPr/>
            <p:nvPr/>
          </p:nvSpPr>
          <p:spPr>
            <a:xfrm>
              <a:off x="12700" y="12700"/>
              <a:ext cx="2834640" cy="877824"/>
            </a:xfrm>
            <a:custGeom>
              <a:avLst/>
              <a:gdLst/>
              <a:ahLst/>
              <a:cxnLst/>
              <a:rect l="l" t="t" r="r" b="b"/>
              <a:pathLst>
                <a:path w="2834640" h="877824">
                  <a:moveTo>
                    <a:pt x="0" y="0"/>
                  </a:moveTo>
                  <a:lnTo>
                    <a:pt x="2834640" y="0"/>
                  </a:lnTo>
                  <a:lnTo>
                    <a:pt x="2834640" y="877824"/>
                  </a:lnTo>
                  <a:lnTo>
                    <a:pt x="0" y="877824"/>
                  </a:lnTo>
                  <a:close/>
                </a:path>
              </a:pathLst>
            </a:custGeom>
            <a:solidFill>
              <a:srgbClr val="123A63"/>
            </a:solidFill>
          </p:spPr>
          <p:txBody>
            <a:bodyPr/>
            <a:lstStyle/>
            <a:p>
              <a:endParaRPr lang="en-GB"/>
            </a:p>
          </p:txBody>
        </p:sp>
        <p:sp>
          <p:nvSpPr>
            <p:cNvPr id="46" name="Freeform 46"/>
            <p:cNvSpPr/>
            <p:nvPr/>
          </p:nvSpPr>
          <p:spPr>
            <a:xfrm>
              <a:off x="0" y="0"/>
              <a:ext cx="2860040" cy="903224"/>
            </a:xfrm>
            <a:custGeom>
              <a:avLst/>
              <a:gdLst/>
              <a:ahLst/>
              <a:cxnLst/>
              <a:rect l="l" t="t" r="r" b="b"/>
              <a:pathLst>
                <a:path w="2860040" h="903224">
                  <a:moveTo>
                    <a:pt x="12700" y="0"/>
                  </a:moveTo>
                  <a:lnTo>
                    <a:pt x="2847340" y="0"/>
                  </a:lnTo>
                  <a:cubicBezTo>
                    <a:pt x="2854325" y="0"/>
                    <a:pt x="2860040" y="5715"/>
                    <a:pt x="2860040" y="12700"/>
                  </a:cubicBezTo>
                  <a:lnTo>
                    <a:pt x="2860040" y="890524"/>
                  </a:lnTo>
                  <a:cubicBezTo>
                    <a:pt x="2860040" y="897509"/>
                    <a:pt x="2854325" y="903224"/>
                    <a:pt x="2847340" y="903224"/>
                  </a:cubicBezTo>
                  <a:lnTo>
                    <a:pt x="12700" y="903224"/>
                  </a:lnTo>
                  <a:cubicBezTo>
                    <a:pt x="5715" y="903224"/>
                    <a:pt x="0" y="897509"/>
                    <a:pt x="0" y="890524"/>
                  </a:cubicBezTo>
                  <a:lnTo>
                    <a:pt x="0" y="12700"/>
                  </a:lnTo>
                  <a:cubicBezTo>
                    <a:pt x="0" y="5715"/>
                    <a:pt x="5715" y="0"/>
                    <a:pt x="12700" y="0"/>
                  </a:cubicBezTo>
                  <a:moveTo>
                    <a:pt x="12700" y="25400"/>
                  </a:moveTo>
                  <a:lnTo>
                    <a:pt x="12700" y="12700"/>
                  </a:lnTo>
                  <a:lnTo>
                    <a:pt x="25400" y="12700"/>
                  </a:lnTo>
                  <a:lnTo>
                    <a:pt x="25400" y="890524"/>
                  </a:lnTo>
                  <a:lnTo>
                    <a:pt x="12700" y="890524"/>
                  </a:lnTo>
                  <a:lnTo>
                    <a:pt x="12700" y="877824"/>
                  </a:lnTo>
                  <a:lnTo>
                    <a:pt x="2847340" y="877824"/>
                  </a:lnTo>
                  <a:lnTo>
                    <a:pt x="2847340" y="890524"/>
                  </a:lnTo>
                  <a:lnTo>
                    <a:pt x="2834640" y="890524"/>
                  </a:lnTo>
                  <a:lnTo>
                    <a:pt x="2834640" y="12700"/>
                  </a:lnTo>
                  <a:lnTo>
                    <a:pt x="2847340" y="12700"/>
                  </a:lnTo>
                  <a:lnTo>
                    <a:pt x="2847340" y="25400"/>
                  </a:lnTo>
                  <a:lnTo>
                    <a:pt x="12700" y="25400"/>
                  </a:lnTo>
                  <a:close/>
                </a:path>
              </a:pathLst>
            </a:custGeom>
            <a:solidFill>
              <a:srgbClr val="123A63"/>
            </a:solidFill>
          </p:spPr>
          <p:txBody>
            <a:bodyPr/>
            <a:lstStyle/>
            <a:p>
              <a:endParaRPr lang="en-GB"/>
            </a:p>
          </p:txBody>
        </p:sp>
      </p:grpSp>
      <p:grpSp>
        <p:nvGrpSpPr>
          <p:cNvPr id="47" name="Group 47"/>
          <p:cNvGrpSpPr/>
          <p:nvPr/>
        </p:nvGrpSpPr>
        <p:grpSpPr>
          <a:xfrm>
            <a:off x="14950440" y="2743200"/>
            <a:ext cx="1988820" cy="205740"/>
            <a:chOff x="0" y="0"/>
            <a:chExt cx="2651760" cy="274320"/>
          </a:xfrm>
        </p:grpSpPr>
        <p:sp>
          <p:nvSpPr>
            <p:cNvPr id="48" name="Freeform 48"/>
            <p:cNvSpPr/>
            <p:nvPr/>
          </p:nvSpPr>
          <p:spPr>
            <a:xfrm>
              <a:off x="0" y="0"/>
              <a:ext cx="2651760" cy="274320"/>
            </a:xfrm>
            <a:custGeom>
              <a:avLst/>
              <a:gdLst/>
              <a:ahLst/>
              <a:cxnLst/>
              <a:rect l="l" t="t" r="r" b="b"/>
              <a:pathLst>
                <a:path w="2651760" h="274320">
                  <a:moveTo>
                    <a:pt x="0" y="0"/>
                  </a:moveTo>
                  <a:lnTo>
                    <a:pt x="2651760" y="0"/>
                  </a:lnTo>
                  <a:lnTo>
                    <a:pt x="2651760" y="274320"/>
                  </a:lnTo>
                  <a:lnTo>
                    <a:pt x="0" y="274320"/>
                  </a:lnTo>
                  <a:close/>
                </a:path>
              </a:pathLst>
            </a:custGeom>
            <a:blipFill>
              <a:blip r:embed="rId3">
                <a:alphaModFix amt="0"/>
              </a:blip>
              <a:stretch>
                <a:fillRect t="-138355" b="-138355"/>
              </a:stretch>
            </a:blipFill>
          </p:spPr>
          <p:txBody>
            <a:bodyPr/>
            <a:lstStyle/>
            <a:p>
              <a:endParaRPr lang="en-GB"/>
            </a:p>
          </p:txBody>
        </p:sp>
        <p:sp>
          <p:nvSpPr>
            <p:cNvPr id="49" name="TextBox 49"/>
            <p:cNvSpPr txBox="1"/>
            <p:nvPr/>
          </p:nvSpPr>
          <p:spPr>
            <a:xfrm>
              <a:off x="0" y="0"/>
              <a:ext cx="2651760" cy="274320"/>
            </a:xfrm>
            <a:prstGeom prst="rect">
              <a:avLst/>
            </a:prstGeom>
          </p:spPr>
          <p:txBody>
            <a:bodyPr lIns="0" tIns="0" rIns="0" bIns="0" rtlCol="0" anchor="ctr"/>
            <a:lstStyle/>
            <a:p>
              <a:pPr algn="ctr">
                <a:lnSpc>
                  <a:spcPts val="2160"/>
                </a:lnSpc>
              </a:pPr>
              <a:r>
                <a:rPr lang="en-US" sz="1800" b="1">
                  <a:solidFill>
                    <a:srgbClr val="FFFFFF"/>
                  </a:solidFill>
                  <a:latin typeface="Aptos Bold"/>
                  <a:ea typeface="Aptos Bold"/>
                  <a:cs typeface="Aptos Bold"/>
                  <a:sym typeface="Aptos Bold"/>
                </a:rPr>
                <a:t>Expected behaviour</a:t>
              </a:r>
            </a:p>
          </p:txBody>
        </p:sp>
      </p:grpSp>
      <p:grpSp>
        <p:nvGrpSpPr>
          <p:cNvPr id="50" name="Group 50"/>
          <p:cNvGrpSpPr/>
          <p:nvPr/>
        </p:nvGrpSpPr>
        <p:grpSpPr>
          <a:xfrm>
            <a:off x="1293495" y="3309747"/>
            <a:ext cx="2625090" cy="1006602"/>
            <a:chOff x="0" y="0"/>
            <a:chExt cx="3500120" cy="1342136"/>
          </a:xfrm>
        </p:grpSpPr>
        <p:sp>
          <p:nvSpPr>
            <p:cNvPr id="51" name="Freeform 51"/>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52" name="Freeform 52"/>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53" name="Group 53"/>
          <p:cNvGrpSpPr/>
          <p:nvPr/>
        </p:nvGrpSpPr>
        <p:grpSpPr>
          <a:xfrm>
            <a:off x="5065395" y="3309747"/>
            <a:ext cx="3173730" cy="1006602"/>
            <a:chOff x="0" y="0"/>
            <a:chExt cx="4231640" cy="1342136"/>
          </a:xfrm>
        </p:grpSpPr>
        <p:sp>
          <p:nvSpPr>
            <p:cNvPr id="54" name="Freeform 54"/>
            <p:cNvSpPr/>
            <p:nvPr/>
          </p:nvSpPr>
          <p:spPr>
            <a:xfrm>
              <a:off x="12700" y="12700"/>
              <a:ext cx="4206240" cy="1316736"/>
            </a:xfrm>
            <a:custGeom>
              <a:avLst/>
              <a:gdLst/>
              <a:ahLst/>
              <a:cxnLst/>
              <a:rect l="l" t="t" r="r" b="b"/>
              <a:pathLst>
                <a:path w="4206240" h="1316736">
                  <a:moveTo>
                    <a:pt x="0" y="0"/>
                  </a:moveTo>
                  <a:lnTo>
                    <a:pt x="4206240" y="0"/>
                  </a:lnTo>
                  <a:lnTo>
                    <a:pt x="4206240" y="1316736"/>
                  </a:lnTo>
                  <a:lnTo>
                    <a:pt x="0" y="1316736"/>
                  </a:lnTo>
                  <a:close/>
                </a:path>
              </a:pathLst>
            </a:custGeom>
            <a:solidFill>
              <a:srgbClr val="F7F9FC"/>
            </a:solidFill>
          </p:spPr>
          <p:txBody>
            <a:bodyPr/>
            <a:lstStyle/>
            <a:p>
              <a:endParaRPr lang="en-GB"/>
            </a:p>
          </p:txBody>
        </p:sp>
        <p:sp>
          <p:nvSpPr>
            <p:cNvPr id="55" name="Freeform 55"/>
            <p:cNvSpPr/>
            <p:nvPr/>
          </p:nvSpPr>
          <p:spPr>
            <a:xfrm>
              <a:off x="0" y="0"/>
              <a:ext cx="4231640" cy="1342136"/>
            </a:xfrm>
            <a:custGeom>
              <a:avLst/>
              <a:gdLst/>
              <a:ahLst/>
              <a:cxnLst/>
              <a:rect l="l" t="t" r="r" b="b"/>
              <a:pathLst>
                <a:path w="4231640" h="1342136">
                  <a:moveTo>
                    <a:pt x="12700" y="0"/>
                  </a:moveTo>
                  <a:lnTo>
                    <a:pt x="4218940" y="0"/>
                  </a:lnTo>
                  <a:cubicBezTo>
                    <a:pt x="4225925" y="0"/>
                    <a:pt x="4231640" y="5715"/>
                    <a:pt x="4231640" y="12700"/>
                  </a:cubicBezTo>
                  <a:lnTo>
                    <a:pt x="4231640" y="1329436"/>
                  </a:lnTo>
                  <a:cubicBezTo>
                    <a:pt x="4231640" y="1336421"/>
                    <a:pt x="4225925" y="1342136"/>
                    <a:pt x="42189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4218940" y="1316736"/>
                  </a:lnTo>
                  <a:lnTo>
                    <a:pt x="4218940" y="1329436"/>
                  </a:lnTo>
                  <a:lnTo>
                    <a:pt x="4206240" y="1329436"/>
                  </a:lnTo>
                  <a:lnTo>
                    <a:pt x="4206240" y="12700"/>
                  </a:lnTo>
                  <a:lnTo>
                    <a:pt x="4218940" y="12700"/>
                  </a:lnTo>
                  <a:lnTo>
                    <a:pt x="4218940" y="25400"/>
                  </a:lnTo>
                  <a:lnTo>
                    <a:pt x="12700" y="25400"/>
                  </a:lnTo>
                  <a:close/>
                </a:path>
              </a:pathLst>
            </a:custGeom>
            <a:solidFill>
              <a:srgbClr val="DCE4EC"/>
            </a:solidFill>
          </p:spPr>
          <p:txBody>
            <a:bodyPr/>
            <a:lstStyle/>
            <a:p>
              <a:endParaRPr lang="en-GB"/>
            </a:p>
          </p:txBody>
        </p:sp>
      </p:grpSp>
      <p:grpSp>
        <p:nvGrpSpPr>
          <p:cNvPr id="56" name="Group 56"/>
          <p:cNvGrpSpPr/>
          <p:nvPr/>
        </p:nvGrpSpPr>
        <p:grpSpPr>
          <a:xfrm>
            <a:off x="8562975" y="3309747"/>
            <a:ext cx="2625090" cy="1006602"/>
            <a:chOff x="0" y="0"/>
            <a:chExt cx="3500120" cy="1342136"/>
          </a:xfrm>
        </p:grpSpPr>
        <p:sp>
          <p:nvSpPr>
            <p:cNvPr id="57" name="Freeform 57"/>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58" name="Freeform 58"/>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59" name="Group 59"/>
          <p:cNvGrpSpPr/>
          <p:nvPr/>
        </p:nvGrpSpPr>
        <p:grpSpPr>
          <a:xfrm>
            <a:off x="11511915" y="3309747"/>
            <a:ext cx="2625090" cy="1006602"/>
            <a:chOff x="0" y="0"/>
            <a:chExt cx="3500120" cy="1342136"/>
          </a:xfrm>
        </p:grpSpPr>
        <p:sp>
          <p:nvSpPr>
            <p:cNvPr id="60" name="Freeform 60"/>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61" name="Freeform 61"/>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62" name="Group 62"/>
          <p:cNvGrpSpPr/>
          <p:nvPr/>
        </p:nvGrpSpPr>
        <p:grpSpPr>
          <a:xfrm>
            <a:off x="14872335" y="3309747"/>
            <a:ext cx="2145030" cy="1006602"/>
            <a:chOff x="0" y="0"/>
            <a:chExt cx="2860040" cy="1342136"/>
          </a:xfrm>
        </p:grpSpPr>
        <p:sp>
          <p:nvSpPr>
            <p:cNvPr id="63" name="Freeform 63"/>
            <p:cNvSpPr/>
            <p:nvPr/>
          </p:nvSpPr>
          <p:spPr>
            <a:xfrm>
              <a:off x="12700" y="12700"/>
              <a:ext cx="2834640" cy="1316736"/>
            </a:xfrm>
            <a:custGeom>
              <a:avLst/>
              <a:gdLst/>
              <a:ahLst/>
              <a:cxnLst/>
              <a:rect l="l" t="t" r="r" b="b"/>
              <a:pathLst>
                <a:path w="2834640" h="1316736">
                  <a:moveTo>
                    <a:pt x="0" y="0"/>
                  </a:moveTo>
                  <a:lnTo>
                    <a:pt x="2834640" y="0"/>
                  </a:lnTo>
                  <a:lnTo>
                    <a:pt x="2834640" y="1316736"/>
                  </a:lnTo>
                  <a:lnTo>
                    <a:pt x="0" y="1316736"/>
                  </a:lnTo>
                  <a:close/>
                </a:path>
              </a:pathLst>
            </a:custGeom>
            <a:solidFill>
              <a:srgbClr val="F7F9FC"/>
            </a:solidFill>
          </p:spPr>
          <p:txBody>
            <a:bodyPr/>
            <a:lstStyle/>
            <a:p>
              <a:endParaRPr lang="en-GB"/>
            </a:p>
          </p:txBody>
        </p:sp>
        <p:sp>
          <p:nvSpPr>
            <p:cNvPr id="64" name="Freeform 64"/>
            <p:cNvSpPr/>
            <p:nvPr/>
          </p:nvSpPr>
          <p:spPr>
            <a:xfrm>
              <a:off x="0" y="0"/>
              <a:ext cx="2860040" cy="1342136"/>
            </a:xfrm>
            <a:custGeom>
              <a:avLst/>
              <a:gdLst/>
              <a:ahLst/>
              <a:cxnLst/>
              <a:rect l="l" t="t" r="r" b="b"/>
              <a:pathLst>
                <a:path w="2860040" h="1342136">
                  <a:moveTo>
                    <a:pt x="12700" y="0"/>
                  </a:moveTo>
                  <a:lnTo>
                    <a:pt x="2847340" y="0"/>
                  </a:lnTo>
                  <a:cubicBezTo>
                    <a:pt x="2854325" y="0"/>
                    <a:pt x="2860040" y="5715"/>
                    <a:pt x="2860040" y="12700"/>
                  </a:cubicBezTo>
                  <a:lnTo>
                    <a:pt x="2860040" y="1329436"/>
                  </a:lnTo>
                  <a:cubicBezTo>
                    <a:pt x="2860040" y="1336421"/>
                    <a:pt x="2854325" y="1342136"/>
                    <a:pt x="28473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2847340" y="1316736"/>
                  </a:lnTo>
                  <a:lnTo>
                    <a:pt x="2847340" y="1329436"/>
                  </a:lnTo>
                  <a:lnTo>
                    <a:pt x="2834640" y="1329436"/>
                  </a:lnTo>
                  <a:lnTo>
                    <a:pt x="2834640" y="12700"/>
                  </a:lnTo>
                  <a:lnTo>
                    <a:pt x="2847340" y="12700"/>
                  </a:lnTo>
                  <a:lnTo>
                    <a:pt x="2847340" y="25400"/>
                  </a:lnTo>
                  <a:lnTo>
                    <a:pt x="12700" y="25400"/>
                  </a:lnTo>
                  <a:close/>
                </a:path>
              </a:pathLst>
            </a:custGeom>
            <a:solidFill>
              <a:srgbClr val="DCE4EC"/>
            </a:solidFill>
          </p:spPr>
          <p:txBody>
            <a:bodyPr/>
            <a:lstStyle/>
            <a:p>
              <a:endParaRPr lang="en-GB"/>
            </a:p>
          </p:txBody>
        </p:sp>
      </p:grpSp>
      <p:grpSp>
        <p:nvGrpSpPr>
          <p:cNvPr id="65" name="Group 65"/>
          <p:cNvGrpSpPr/>
          <p:nvPr/>
        </p:nvGrpSpPr>
        <p:grpSpPr>
          <a:xfrm>
            <a:off x="1303020" y="3686491"/>
            <a:ext cx="2606040" cy="219456"/>
            <a:chOff x="0" y="0"/>
            <a:chExt cx="3474720" cy="292608"/>
          </a:xfrm>
        </p:grpSpPr>
        <p:sp>
          <p:nvSpPr>
            <p:cNvPr id="66" name="Freeform 66"/>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67" name="TextBox 67"/>
            <p:cNvSpPr txBox="1"/>
            <p:nvPr/>
          </p:nvSpPr>
          <p:spPr>
            <a:xfrm>
              <a:off x="0" y="0"/>
              <a:ext cx="3474720" cy="292608"/>
            </a:xfrm>
            <a:prstGeom prst="rect">
              <a:avLst/>
            </a:prstGeom>
          </p:spPr>
          <p:txBody>
            <a:bodyPr lIns="0" tIns="0" rIns="0" bIns="0" rtlCol="0" anchor="ctr"/>
            <a:lstStyle/>
            <a:p>
              <a:pPr algn="ctr">
                <a:lnSpc>
                  <a:spcPts val="2879"/>
                </a:lnSpc>
              </a:pPr>
              <a:r>
                <a:rPr lang="en-US" sz="2400" b="1">
                  <a:solidFill>
                    <a:srgbClr val="123A63"/>
                  </a:solidFill>
                  <a:latin typeface="Aptos Bold"/>
                  <a:ea typeface="Aptos Bold"/>
                  <a:cs typeface="Aptos Bold"/>
                  <a:sym typeface="Aptos Bold"/>
                </a:rPr>
                <a:t>0</a:t>
              </a:r>
            </a:p>
          </p:txBody>
        </p:sp>
      </p:grpSp>
      <p:sp>
        <p:nvSpPr>
          <p:cNvPr id="69" name="Freeform 69"/>
          <p:cNvSpPr/>
          <p:nvPr/>
        </p:nvSpPr>
        <p:spPr>
          <a:xfrm>
            <a:off x="5207713" y="3880498"/>
            <a:ext cx="3017520" cy="219456"/>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grpSp>
        <p:nvGrpSpPr>
          <p:cNvPr id="80" name="Group 80"/>
          <p:cNvGrpSpPr/>
          <p:nvPr/>
        </p:nvGrpSpPr>
        <p:grpSpPr>
          <a:xfrm>
            <a:off x="1293495" y="4461891"/>
            <a:ext cx="2625090" cy="1006602"/>
            <a:chOff x="0" y="0"/>
            <a:chExt cx="3500120" cy="1342136"/>
          </a:xfrm>
        </p:grpSpPr>
        <p:sp>
          <p:nvSpPr>
            <p:cNvPr id="81" name="Freeform 81"/>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82" name="Freeform 82"/>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83" name="Group 83"/>
          <p:cNvGrpSpPr/>
          <p:nvPr/>
        </p:nvGrpSpPr>
        <p:grpSpPr>
          <a:xfrm>
            <a:off x="5065395" y="4461891"/>
            <a:ext cx="3173730" cy="1006602"/>
            <a:chOff x="0" y="0"/>
            <a:chExt cx="4231640" cy="1342136"/>
          </a:xfrm>
        </p:grpSpPr>
        <p:sp>
          <p:nvSpPr>
            <p:cNvPr id="84" name="Freeform 84"/>
            <p:cNvSpPr/>
            <p:nvPr/>
          </p:nvSpPr>
          <p:spPr>
            <a:xfrm>
              <a:off x="12700" y="12700"/>
              <a:ext cx="4206240" cy="1316736"/>
            </a:xfrm>
            <a:custGeom>
              <a:avLst/>
              <a:gdLst/>
              <a:ahLst/>
              <a:cxnLst/>
              <a:rect l="l" t="t" r="r" b="b"/>
              <a:pathLst>
                <a:path w="4206240" h="1316736">
                  <a:moveTo>
                    <a:pt x="0" y="0"/>
                  </a:moveTo>
                  <a:lnTo>
                    <a:pt x="4206240" y="0"/>
                  </a:lnTo>
                  <a:lnTo>
                    <a:pt x="4206240" y="1316736"/>
                  </a:lnTo>
                  <a:lnTo>
                    <a:pt x="0" y="1316736"/>
                  </a:lnTo>
                  <a:close/>
                </a:path>
              </a:pathLst>
            </a:custGeom>
            <a:solidFill>
              <a:srgbClr val="EDF3F9"/>
            </a:solidFill>
          </p:spPr>
          <p:txBody>
            <a:bodyPr/>
            <a:lstStyle/>
            <a:p>
              <a:endParaRPr lang="en-GB"/>
            </a:p>
          </p:txBody>
        </p:sp>
        <p:sp>
          <p:nvSpPr>
            <p:cNvPr id="85" name="Freeform 85"/>
            <p:cNvSpPr/>
            <p:nvPr/>
          </p:nvSpPr>
          <p:spPr>
            <a:xfrm>
              <a:off x="0" y="0"/>
              <a:ext cx="4231640" cy="1342136"/>
            </a:xfrm>
            <a:custGeom>
              <a:avLst/>
              <a:gdLst/>
              <a:ahLst/>
              <a:cxnLst/>
              <a:rect l="l" t="t" r="r" b="b"/>
              <a:pathLst>
                <a:path w="4231640" h="1342136">
                  <a:moveTo>
                    <a:pt x="12700" y="0"/>
                  </a:moveTo>
                  <a:lnTo>
                    <a:pt x="4218940" y="0"/>
                  </a:lnTo>
                  <a:cubicBezTo>
                    <a:pt x="4225925" y="0"/>
                    <a:pt x="4231640" y="5715"/>
                    <a:pt x="4231640" y="12700"/>
                  </a:cubicBezTo>
                  <a:lnTo>
                    <a:pt x="4231640" y="1329436"/>
                  </a:lnTo>
                  <a:cubicBezTo>
                    <a:pt x="4231640" y="1336421"/>
                    <a:pt x="4225925" y="1342136"/>
                    <a:pt x="42189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4218940" y="1316736"/>
                  </a:lnTo>
                  <a:lnTo>
                    <a:pt x="4218940" y="1329436"/>
                  </a:lnTo>
                  <a:lnTo>
                    <a:pt x="4206240" y="1329436"/>
                  </a:lnTo>
                  <a:lnTo>
                    <a:pt x="4206240" y="12700"/>
                  </a:lnTo>
                  <a:lnTo>
                    <a:pt x="4218940" y="12700"/>
                  </a:lnTo>
                  <a:lnTo>
                    <a:pt x="4218940" y="25400"/>
                  </a:lnTo>
                  <a:lnTo>
                    <a:pt x="12700" y="25400"/>
                  </a:lnTo>
                  <a:close/>
                </a:path>
              </a:pathLst>
            </a:custGeom>
            <a:solidFill>
              <a:srgbClr val="DCE4EC"/>
            </a:solidFill>
          </p:spPr>
          <p:txBody>
            <a:bodyPr/>
            <a:lstStyle/>
            <a:p>
              <a:endParaRPr lang="en-GB"/>
            </a:p>
          </p:txBody>
        </p:sp>
      </p:grpSp>
      <p:grpSp>
        <p:nvGrpSpPr>
          <p:cNvPr id="86" name="Group 86"/>
          <p:cNvGrpSpPr/>
          <p:nvPr/>
        </p:nvGrpSpPr>
        <p:grpSpPr>
          <a:xfrm>
            <a:off x="8562975" y="4461891"/>
            <a:ext cx="2625090" cy="1006602"/>
            <a:chOff x="0" y="0"/>
            <a:chExt cx="3500120" cy="1342136"/>
          </a:xfrm>
        </p:grpSpPr>
        <p:sp>
          <p:nvSpPr>
            <p:cNvPr id="87" name="Freeform 87"/>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88" name="Freeform 88"/>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89" name="Group 89"/>
          <p:cNvGrpSpPr/>
          <p:nvPr/>
        </p:nvGrpSpPr>
        <p:grpSpPr>
          <a:xfrm>
            <a:off x="11511915" y="4461891"/>
            <a:ext cx="2625090" cy="1006602"/>
            <a:chOff x="0" y="0"/>
            <a:chExt cx="3500120" cy="1342136"/>
          </a:xfrm>
        </p:grpSpPr>
        <p:sp>
          <p:nvSpPr>
            <p:cNvPr id="90" name="Freeform 90"/>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91" name="Freeform 91"/>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92" name="Group 92"/>
          <p:cNvGrpSpPr/>
          <p:nvPr/>
        </p:nvGrpSpPr>
        <p:grpSpPr>
          <a:xfrm>
            <a:off x="14872335" y="4461891"/>
            <a:ext cx="2145030" cy="1006602"/>
            <a:chOff x="0" y="0"/>
            <a:chExt cx="2860040" cy="1342136"/>
          </a:xfrm>
        </p:grpSpPr>
        <p:sp>
          <p:nvSpPr>
            <p:cNvPr id="93" name="Freeform 93"/>
            <p:cNvSpPr/>
            <p:nvPr/>
          </p:nvSpPr>
          <p:spPr>
            <a:xfrm>
              <a:off x="12700" y="12700"/>
              <a:ext cx="2834640" cy="1316736"/>
            </a:xfrm>
            <a:custGeom>
              <a:avLst/>
              <a:gdLst/>
              <a:ahLst/>
              <a:cxnLst/>
              <a:rect l="l" t="t" r="r" b="b"/>
              <a:pathLst>
                <a:path w="2834640" h="1316736">
                  <a:moveTo>
                    <a:pt x="0" y="0"/>
                  </a:moveTo>
                  <a:lnTo>
                    <a:pt x="2834640" y="0"/>
                  </a:lnTo>
                  <a:lnTo>
                    <a:pt x="2834640" y="1316736"/>
                  </a:lnTo>
                  <a:lnTo>
                    <a:pt x="0" y="1316736"/>
                  </a:lnTo>
                  <a:close/>
                </a:path>
              </a:pathLst>
            </a:custGeom>
            <a:solidFill>
              <a:srgbClr val="EDF3F9"/>
            </a:solidFill>
          </p:spPr>
          <p:txBody>
            <a:bodyPr/>
            <a:lstStyle/>
            <a:p>
              <a:endParaRPr lang="en-GB"/>
            </a:p>
          </p:txBody>
        </p:sp>
        <p:sp>
          <p:nvSpPr>
            <p:cNvPr id="94" name="Freeform 94"/>
            <p:cNvSpPr/>
            <p:nvPr/>
          </p:nvSpPr>
          <p:spPr>
            <a:xfrm>
              <a:off x="0" y="0"/>
              <a:ext cx="2860040" cy="1342136"/>
            </a:xfrm>
            <a:custGeom>
              <a:avLst/>
              <a:gdLst/>
              <a:ahLst/>
              <a:cxnLst/>
              <a:rect l="l" t="t" r="r" b="b"/>
              <a:pathLst>
                <a:path w="2860040" h="1342136">
                  <a:moveTo>
                    <a:pt x="12700" y="0"/>
                  </a:moveTo>
                  <a:lnTo>
                    <a:pt x="2847340" y="0"/>
                  </a:lnTo>
                  <a:cubicBezTo>
                    <a:pt x="2854325" y="0"/>
                    <a:pt x="2860040" y="5715"/>
                    <a:pt x="2860040" y="12700"/>
                  </a:cubicBezTo>
                  <a:lnTo>
                    <a:pt x="2860040" y="1329436"/>
                  </a:lnTo>
                  <a:cubicBezTo>
                    <a:pt x="2860040" y="1336421"/>
                    <a:pt x="2854325" y="1342136"/>
                    <a:pt x="28473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2847340" y="1316736"/>
                  </a:lnTo>
                  <a:lnTo>
                    <a:pt x="2847340" y="1329436"/>
                  </a:lnTo>
                  <a:lnTo>
                    <a:pt x="2834640" y="1329436"/>
                  </a:lnTo>
                  <a:lnTo>
                    <a:pt x="2834640" y="12700"/>
                  </a:lnTo>
                  <a:lnTo>
                    <a:pt x="2847340" y="12700"/>
                  </a:lnTo>
                  <a:lnTo>
                    <a:pt x="2847340" y="25400"/>
                  </a:lnTo>
                  <a:lnTo>
                    <a:pt x="12700" y="25400"/>
                  </a:lnTo>
                  <a:close/>
                </a:path>
              </a:pathLst>
            </a:custGeom>
            <a:solidFill>
              <a:srgbClr val="DCE4EC"/>
            </a:solidFill>
          </p:spPr>
          <p:txBody>
            <a:bodyPr/>
            <a:lstStyle/>
            <a:p>
              <a:endParaRPr lang="en-GB"/>
            </a:p>
          </p:txBody>
        </p:sp>
      </p:grpSp>
      <p:grpSp>
        <p:nvGrpSpPr>
          <p:cNvPr id="95" name="Group 95"/>
          <p:cNvGrpSpPr/>
          <p:nvPr/>
        </p:nvGrpSpPr>
        <p:grpSpPr>
          <a:xfrm>
            <a:off x="1303020" y="4838635"/>
            <a:ext cx="2606040" cy="219456"/>
            <a:chOff x="0" y="0"/>
            <a:chExt cx="3474720" cy="292608"/>
          </a:xfrm>
        </p:grpSpPr>
        <p:sp>
          <p:nvSpPr>
            <p:cNvPr id="96" name="Freeform 96"/>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97" name="TextBox 97"/>
            <p:cNvSpPr txBox="1"/>
            <p:nvPr/>
          </p:nvSpPr>
          <p:spPr>
            <a:xfrm>
              <a:off x="0" y="0"/>
              <a:ext cx="3474720" cy="292608"/>
            </a:xfrm>
            <a:prstGeom prst="rect">
              <a:avLst/>
            </a:prstGeom>
          </p:spPr>
          <p:txBody>
            <a:bodyPr lIns="0" tIns="0" rIns="0" bIns="0" rtlCol="0" anchor="ctr"/>
            <a:lstStyle/>
            <a:p>
              <a:pPr algn="ctr">
                <a:lnSpc>
                  <a:spcPts val="2879"/>
                </a:lnSpc>
              </a:pPr>
              <a:r>
                <a:rPr lang="en-US" sz="2400" b="1">
                  <a:solidFill>
                    <a:srgbClr val="123A63"/>
                  </a:solidFill>
                  <a:latin typeface="Aptos Bold"/>
                  <a:ea typeface="Aptos Bold"/>
                  <a:cs typeface="Aptos Bold"/>
                  <a:sym typeface="Aptos Bold"/>
                </a:rPr>
                <a:t>1</a:t>
              </a:r>
            </a:p>
          </p:txBody>
        </p:sp>
      </p:grpSp>
      <p:grpSp>
        <p:nvGrpSpPr>
          <p:cNvPr id="98" name="Group 98"/>
          <p:cNvGrpSpPr/>
          <p:nvPr/>
        </p:nvGrpSpPr>
        <p:grpSpPr>
          <a:xfrm>
            <a:off x="5143500" y="4814316"/>
            <a:ext cx="3017520" cy="219456"/>
            <a:chOff x="0" y="0"/>
            <a:chExt cx="4023360" cy="292608"/>
          </a:xfrm>
        </p:grpSpPr>
        <p:sp>
          <p:nvSpPr>
            <p:cNvPr id="99" name="Freeform 99"/>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100" name="TextBox 100"/>
            <p:cNvSpPr txBox="1"/>
            <p:nvPr/>
          </p:nvSpPr>
          <p:spPr>
            <a:xfrm>
              <a:off x="0" y="0"/>
              <a:ext cx="402336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Curve</a:t>
              </a:r>
            </a:p>
          </p:txBody>
        </p:sp>
      </p:grpSp>
      <p:grpSp>
        <p:nvGrpSpPr>
          <p:cNvPr id="101" name="Group 101"/>
          <p:cNvGrpSpPr/>
          <p:nvPr/>
        </p:nvGrpSpPr>
        <p:grpSpPr>
          <a:xfrm>
            <a:off x="8572500" y="4814316"/>
            <a:ext cx="2606040" cy="219456"/>
            <a:chOff x="0" y="0"/>
            <a:chExt cx="3474720" cy="292608"/>
          </a:xfrm>
        </p:grpSpPr>
        <p:sp>
          <p:nvSpPr>
            <p:cNvPr id="102" name="Freeform 102"/>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103" name="TextBox 103"/>
            <p:cNvSpPr txBox="1"/>
            <p:nvPr/>
          </p:nvSpPr>
          <p:spPr>
            <a:xfrm>
              <a:off x="0" y="0"/>
              <a:ext cx="347472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PID-B + Speed Damping</a:t>
              </a:r>
              <a:endParaRPr lang="en-US" sz="2250">
                <a:solidFill>
                  <a:srgbClr val="1F2933"/>
                </a:solidFill>
                <a:latin typeface="Aptos"/>
                <a:ea typeface="Aptos"/>
                <a:cs typeface="Aptos"/>
              </a:endParaRPr>
            </a:p>
          </p:txBody>
        </p:sp>
      </p:grpSp>
      <p:grpSp>
        <p:nvGrpSpPr>
          <p:cNvPr id="104" name="Group 104"/>
          <p:cNvGrpSpPr/>
          <p:nvPr/>
        </p:nvGrpSpPr>
        <p:grpSpPr>
          <a:xfrm>
            <a:off x="11521440" y="4814316"/>
            <a:ext cx="2606040" cy="245141"/>
            <a:chOff x="0" y="0"/>
            <a:chExt cx="3474720" cy="326855"/>
          </a:xfrm>
        </p:grpSpPr>
        <p:sp>
          <p:nvSpPr>
            <p:cNvPr id="105" name="Freeform 105"/>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106" name="TextBox 106"/>
            <p:cNvSpPr txBox="1"/>
            <p:nvPr/>
          </p:nvSpPr>
          <p:spPr>
            <a:xfrm>
              <a:off x="0" y="34247"/>
              <a:ext cx="347472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medium / low</a:t>
              </a:r>
            </a:p>
          </p:txBody>
        </p:sp>
      </p:grpSp>
      <p:grpSp>
        <p:nvGrpSpPr>
          <p:cNvPr id="107" name="Group 107"/>
          <p:cNvGrpSpPr/>
          <p:nvPr/>
        </p:nvGrpSpPr>
        <p:grpSpPr>
          <a:xfrm>
            <a:off x="14950440" y="4718304"/>
            <a:ext cx="1988820" cy="384048"/>
            <a:chOff x="0" y="0"/>
            <a:chExt cx="2651760" cy="512064"/>
          </a:xfrm>
        </p:grpSpPr>
        <p:sp>
          <p:nvSpPr>
            <p:cNvPr id="108" name="Freeform 108"/>
            <p:cNvSpPr/>
            <p:nvPr/>
          </p:nvSpPr>
          <p:spPr>
            <a:xfrm>
              <a:off x="0" y="0"/>
              <a:ext cx="2651760" cy="512064"/>
            </a:xfrm>
            <a:custGeom>
              <a:avLst/>
              <a:gdLst/>
              <a:ahLst/>
              <a:cxnLst/>
              <a:rect l="l" t="t" r="r" b="b"/>
              <a:pathLst>
                <a:path w="2651760" h="512064">
                  <a:moveTo>
                    <a:pt x="0" y="0"/>
                  </a:moveTo>
                  <a:lnTo>
                    <a:pt x="2651760" y="0"/>
                  </a:lnTo>
                  <a:lnTo>
                    <a:pt x="2651760" y="512064"/>
                  </a:lnTo>
                  <a:lnTo>
                    <a:pt x="0" y="512064"/>
                  </a:lnTo>
                  <a:close/>
                </a:path>
              </a:pathLst>
            </a:custGeom>
            <a:blipFill>
              <a:blip r:embed="rId3">
                <a:alphaModFix amt="0"/>
              </a:blip>
              <a:stretch>
                <a:fillRect t="-50904" b="-50904"/>
              </a:stretch>
            </a:blipFill>
          </p:spPr>
          <p:txBody>
            <a:bodyPr/>
            <a:lstStyle/>
            <a:p>
              <a:endParaRPr lang="en-GB"/>
            </a:p>
          </p:txBody>
        </p:sp>
        <p:sp>
          <p:nvSpPr>
            <p:cNvPr id="109" name="TextBox 109"/>
            <p:cNvSpPr txBox="1"/>
            <p:nvPr/>
          </p:nvSpPr>
          <p:spPr>
            <a:xfrm>
              <a:off x="0" y="0"/>
              <a:ext cx="2651760" cy="512064"/>
            </a:xfrm>
            <a:prstGeom prst="rect">
              <a:avLst/>
            </a:prstGeom>
          </p:spPr>
          <p:txBody>
            <a:bodyPr lIns="0" tIns="0" rIns="0" bIns="0" rtlCol="0" anchor="ctr"/>
            <a:lstStyle/>
            <a:p>
              <a:pPr algn="ctr">
                <a:lnSpc>
                  <a:spcPts val="2340"/>
                </a:lnSpc>
              </a:pPr>
              <a:r>
                <a:rPr lang="en-US" sz="1950">
                  <a:solidFill>
                    <a:srgbClr val="1F2933"/>
                  </a:solidFill>
                  <a:latin typeface="Aptos"/>
                  <a:ea typeface="Aptos"/>
                  <a:cs typeface="Aptos"/>
                  <a:sym typeface="Aptos"/>
                </a:rPr>
                <a:t>slower turning</a:t>
              </a:r>
            </a:p>
          </p:txBody>
        </p:sp>
      </p:grpSp>
      <p:grpSp>
        <p:nvGrpSpPr>
          <p:cNvPr id="110" name="Group 110"/>
          <p:cNvGrpSpPr/>
          <p:nvPr/>
        </p:nvGrpSpPr>
        <p:grpSpPr>
          <a:xfrm>
            <a:off x="1293495" y="5614035"/>
            <a:ext cx="2625090" cy="1006602"/>
            <a:chOff x="0" y="0"/>
            <a:chExt cx="3500120" cy="1342136"/>
          </a:xfrm>
        </p:grpSpPr>
        <p:sp>
          <p:nvSpPr>
            <p:cNvPr id="111" name="Freeform 111"/>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112" name="Freeform 112"/>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13" name="Group 113"/>
          <p:cNvGrpSpPr/>
          <p:nvPr/>
        </p:nvGrpSpPr>
        <p:grpSpPr>
          <a:xfrm>
            <a:off x="5065395" y="5614035"/>
            <a:ext cx="3173730" cy="1006602"/>
            <a:chOff x="0" y="0"/>
            <a:chExt cx="4231640" cy="1342136"/>
          </a:xfrm>
        </p:grpSpPr>
        <p:sp>
          <p:nvSpPr>
            <p:cNvPr id="114" name="Freeform 114"/>
            <p:cNvSpPr/>
            <p:nvPr/>
          </p:nvSpPr>
          <p:spPr>
            <a:xfrm>
              <a:off x="12700" y="12700"/>
              <a:ext cx="4206240" cy="1316736"/>
            </a:xfrm>
            <a:custGeom>
              <a:avLst/>
              <a:gdLst/>
              <a:ahLst/>
              <a:cxnLst/>
              <a:rect l="l" t="t" r="r" b="b"/>
              <a:pathLst>
                <a:path w="4206240" h="1316736">
                  <a:moveTo>
                    <a:pt x="0" y="0"/>
                  </a:moveTo>
                  <a:lnTo>
                    <a:pt x="4206240" y="0"/>
                  </a:lnTo>
                  <a:lnTo>
                    <a:pt x="4206240" y="1316736"/>
                  </a:lnTo>
                  <a:lnTo>
                    <a:pt x="0" y="1316736"/>
                  </a:lnTo>
                  <a:close/>
                </a:path>
              </a:pathLst>
            </a:custGeom>
            <a:solidFill>
              <a:srgbClr val="F7F9FC"/>
            </a:solidFill>
          </p:spPr>
          <p:txBody>
            <a:bodyPr/>
            <a:lstStyle/>
            <a:p>
              <a:endParaRPr lang="en-GB"/>
            </a:p>
          </p:txBody>
        </p:sp>
        <p:sp>
          <p:nvSpPr>
            <p:cNvPr id="115" name="Freeform 115"/>
            <p:cNvSpPr/>
            <p:nvPr/>
          </p:nvSpPr>
          <p:spPr>
            <a:xfrm>
              <a:off x="0" y="0"/>
              <a:ext cx="4231640" cy="1342136"/>
            </a:xfrm>
            <a:custGeom>
              <a:avLst/>
              <a:gdLst/>
              <a:ahLst/>
              <a:cxnLst/>
              <a:rect l="l" t="t" r="r" b="b"/>
              <a:pathLst>
                <a:path w="4231640" h="1342136">
                  <a:moveTo>
                    <a:pt x="12700" y="0"/>
                  </a:moveTo>
                  <a:lnTo>
                    <a:pt x="4218940" y="0"/>
                  </a:lnTo>
                  <a:cubicBezTo>
                    <a:pt x="4225925" y="0"/>
                    <a:pt x="4231640" y="5715"/>
                    <a:pt x="4231640" y="12700"/>
                  </a:cubicBezTo>
                  <a:lnTo>
                    <a:pt x="4231640" y="1329436"/>
                  </a:lnTo>
                  <a:cubicBezTo>
                    <a:pt x="4231640" y="1336421"/>
                    <a:pt x="4225925" y="1342136"/>
                    <a:pt x="42189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4218940" y="1316736"/>
                  </a:lnTo>
                  <a:lnTo>
                    <a:pt x="4218940" y="1329436"/>
                  </a:lnTo>
                  <a:lnTo>
                    <a:pt x="4206240" y="1329436"/>
                  </a:lnTo>
                  <a:lnTo>
                    <a:pt x="4206240" y="12700"/>
                  </a:lnTo>
                  <a:lnTo>
                    <a:pt x="4218940" y="12700"/>
                  </a:lnTo>
                  <a:lnTo>
                    <a:pt x="4218940" y="25400"/>
                  </a:lnTo>
                  <a:lnTo>
                    <a:pt x="12700" y="25400"/>
                  </a:lnTo>
                  <a:close/>
                </a:path>
              </a:pathLst>
            </a:custGeom>
            <a:solidFill>
              <a:srgbClr val="DCE4EC"/>
            </a:solidFill>
          </p:spPr>
          <p:txBody>
            <a:bodyPr/>
            <a:lstStyle/>
            <a:p>
              <a:endParaRPr lang="en-GB"/>
            </a:p>
          </p:txBody>
        </p:sp>
      </p:grpSp>
      <p:grpSp>
        <p:nvGrpSpPr>
          <p:cNvPr id="116" name="Group 116"/>
          <p:cNvGrpSpPr/>
          <p:nvPr/>
        </p:nvGrpSpPr>
        <p:grpSpPr>
          <a:xfrm>
            <a:off x="8562975" y="5614035"/>
            <a:ext cx="2625090" cy="1006602"/>
            <a:chOff x="0" y="0"/>
            <a:chExt cx="3500120" cy="1342136"/>
          </a:xfrm>
        </p:grpSpPr>
        <p:sp>
          <p:nvSpPr>
            <p:cNvPr id="117" name="Freeform 117"/>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118" name="Freeform 118"/>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19" name="Group 119"/>
          <p:cNvGrpSpPr/>
          <p:nvPr/>
        </p:nvGrpSpPr>
        <p:grpSpPr>
          <a:xfrm>
            <a:off x="11511915" y="5614035"/>
            <a:ext cx="2625090" cy="1006602"/>
            <a:chOff x="0" y="0"/>
            <a:chExt cx="3500120" cy="1342136"/>
          </a:xfrm>
        </p:grpSpPr>
        <p:sp>
          <p:nvSpPr>
            <p:cNvPr id="120" name="Freeform 120"/>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121" name="Freeform 121"/>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22" name="Group 122"/>
          <p:cNvGrpSpPr/>
          <p:nvPr/>
        </p:nvGrpSpPr>
        <p:grpSpPr>
          <a:xfrm>
            <a:off x="14872335" y="5614035"/>
            <a:ext cx="2145030" cy="1006602"/>
            <a:chOff x="0" y="0"/>
            <a:chExt cx="2860040" cy="1342136"/>
          </a:xfrm>
        </p:grpSpPr>
        <p:sp>
          <p:nvSpPr>
            <p:cNvPr id="123" name="Freeform 123"/>
            <p:cNvSpPr/>
            <p:nvPr/>
          </p:nvSpPr>
          <p:spPr>
            <a:xfrm>
              <a:off x="12700" y="12700"/>
              <a:ext cx="2834640" cy="1316736"/>
            </a:xfrm>
            <a:custGeom>
              <a:avLst/>
              <a:gdLst/>
              <a:ahLst/>
              <a:cxnLst/>
              <a:rect l="l" t="t" r="r" b="b"/>
              <a:pathLst>
                <a:path w="2834640" h="1316736">
                  <a:moveTo>
                    <a:pt x="0" y="0"/>
                  </a:moveTo>
                  <a:lnTo>
                    <a:pt x="2834640" y="0"/>
                  </a:lnTo>
                  <a:lnTo>
                    <a:pt x="2834640" y="1316736"/>
                  </a:lnTo>
                  <a:lnTo>
                    <a:pt x="0" y="1316736"/>
                  </a:lnTo>
                  <a:close/>
                </a:path>
              </a:pathLst>
            </a:custGeom>
            <a:solidFill>
              <a:srgbClr val="F7F9FC"/>
            </a:solidFill>
          </p:spPr>
          <p:txBody>
            <a:bodyPr/>
            <a:lstStyle/>
            <a:p>
              <a:endParaRPr lang="en-GB"/>
            </a:p>
          </p:txBody>
        </p:sp>
        <p:sp>
          <p:nvSpPr>
            <p:cNvPr id="124" name="Freeform 124"/>
            <p:cNvSpPr/>
            <p:nvPr/>
          </p:nvSpPr>
          <p:spPr>
            <a:xfrm>
              <a:off x="0" y="0"/>
              <a:ext cx="2860040" cy="1342136"/>
            </a:xfrm>
            <a:custGeom>
              <a:avLst/>
              <a:gdLst/>
              <a:ahLst/>
              <a:cxnLst/>
              <a:rect l="l" t="t" r="r" b="b"/>
              <a:pathLst>
                <a:path w="2860040" h="1342136">
                  <a:moveTo>
                    <a:pt x="12700" y="0"/>
                  </a:moveTo>
                  <a:lnTo>
                    <a:pt x="2847340" y="0"/>
                  </a:lnTo>
                  <a:cubicBezTo>
                    <a:pt x="2854325" y="0"/>
                    <a:pt x="2860040" y="5715"/>
                    <a:pt x="2860040" y="12700"/>
                  </a:cubicBezTo>
                  <a:lnTo>
                    <a:pt x="2860040" y="1329436"/>
                  </a:lnTo>
                  <a:cubicBezTo>
                    <a:pt x="2860040" y="1336421"/>
                    <a:pt x="2854325" y="1342136"/>
                    <a:pt x="28473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2847340" y="1316736"/>
                  </a:lnTo>
                  <a:lnTo>
                    <a:pt x="2847340" y="1329436"/>
                  </a:lnTo>
                  <a:lnTo>
                    <a:pt x="2834640" y="1329436"/>
                  </a:lnTo>
                  <a:lnTo>
                    <a:pt x="2834640" y="12700"/>
                  </a:lnTo>
                  <a:lnTo>
                    <a:pt x="2847340" y="12700"/>
                  </a:lnTo>
                  <a:lnTo>
                    <a:pt x="2847340" y="25400"/>
                  </a:lnTo>
                  <a:lnTo>
                    <a:pt x="12700" y="25400"/>
                  </a:lnTo>
                  <a:close/>
                </a:path>
              </a:pathLst>
            </a:custGeom>
            <a:solidFill>
              <a:srgbClr val="DCE4EC"/>
            </a:solidFill>
          </p:spPr>
          <p:txBody>
            <a:bodyPr/>
            <a:lstStyle/>
            <a:p>
              <a:endParaRPr lang="en-GB"/>
            </a:p>
          </p:txBody>
        </p:sp>
      </p:grpSp>
      <p:grpSp>
        <p:nvGrpSpPr>
          <p:cNvPr id="125" name="Group 125"/>
          <p:cNvGrpSpPr/>
          <p:nvPr/>
        </p:nvGrpSpPr>
        <p:grpSpPr>
          <a:xfrm>
            <a:off x="1293593" y="6015098"/>
            <a:ext cx="2606040" cy="219456"/>
            <a:chOff x="0" y="0"/>
            <a:chExt cx="3474720" cy="292608"/>
          </a:xfrm>
        </p:grpSpPr>
        <p:sp>
          <p:nvSpPr>
            <p:cNvPr id="126" name="Freeform 126"/>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127" name="TextBox 127"/>
            <p:cNvSpPr txBox="1"/>
            <p:nvPr/>
          </p:nvSpPr>
          <p:spPr>
            <a:xfrm>
              <a:off x="0" y="0"/>
              <a:ext cx="3474720" cy="292608"/>
            </a:xfrm>
            <a:prstGeom prst="rect">
              <a:avLst/>
            </a:prstGeom>
          </p:spPr>
          <p:txBody>
            <a:bodyPr lIns="0" tIns="0" rIns="0" bIns="0" rtlCol="0" anchor="ctr"/>
            <a:lstStyle/>
            <a:p>
              <a:pPr algn="ctr">
                <a:lnSpc>
                  <a:spcPts val="2879"/>
                </a:lnSpc>
              </a:pPr>
              <a:r>
                <a:rPr lang="en-US" sz="2400" b="1">
                  <a:solidFill>
                    <a:srgbClr val="123A63"/>
                  </a:solidFill>
                  <a:latin typeface="Aptos Bold"/>
                  <a:ea typeface="Aptos Bold"/>
                  <a:cs typeface="Aptos Bold"/>
                  <a:sym typeface="Aptos Bold"/>
                </a:rPr>
                <a:t>2</a:t>
              </a:r>
            </a:p>
          </p:txBody>
        </p:sp>
      </p:grpSp>
      <p:grpSp>
        <p:nvGrpSpPr>
          <p:cNvPr id="128" name="Group 128"/>
          <p:cNvGrpSpPr/>
          <p:nvPr/>
        </p:nvGrpSpPr>
        <p:grpSpPr>
          <a:xfrm>
            <a:off x="5207713" y="5940775"/>
            <a:ext cx="3030363" cy="257984"/>
            <a:chOff x="-17124" y="0"/>
            <a:chExt cx="4040484" cy="343979"/>
          </a:xfrm>
        </p:grpSpPr>
        <p:sp>
          <p:nvSpPr>
            <p:cNvPr id="129" name="Freeform 129"/>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130" name="TextBox 130"/>
            <p:cNvSpPr txBox="1"/>
            <p:nvPr/>
          </p:nvSpPr>
          <p:spPr>
            <a:xfrm>
              <a:off x="-17124" y="51371"/>
              <a:ext cx="402336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rPr>
                <a:t>Crossroad</a:t>
              </a:r>
            </a:p>
          </p:txBody>
        </p:sp>
      </p:grpSp>
      <p:grpSp>
        <p:nvGrpSpPr>
          <p:cNvPr id="140" name="Group 140"/>
          <p:cNvGrpSpPr/>
          <p:nvPr/>
        </p:nvGrpSpPr>
        <p:grpSpPr>
          <a:xfrm>
            <a:off x="1293495" y="6766179"/>
            <a:ext cx="2625090" cy="1006602"/>
            <a:chOff x="0" y="0"/>
            <a:chExt cx="3500120" cy="1342136"/>
          </a:xfrm>
        </p:grpSpPr>
        <p:sp>
          <p:nvSpPr>
            <p:cNvPr id="141" name="Freeform 141"/>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142" name="Freeform 142"/>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43" name="Group 143"/>
          <p:cNvGrpSpPr/>
          <p:nvPr/>
        </p:nvGrpSpPr>
        <p:grpSpPr>
          <a:xfrm>
            <a:off x="5065395" y="6766179"/>
            <a:ext cx="3173730" cy="1006602"/>
            <a:chOff x="0" y="0"/>
            <a:chExt cx="4231640" cy="1342136"/>
          </a:xfrm>
        </p:grpSpPr>
        <p:sp>
          <p:nvSpPr>
            <p:cNvPr id="144" name="Freeform 144"/>
            <p:cNvSpPr/>
            <p:nvPr/>
          </p:nvSpPr>
          <p:spPr>
            <a:xfrm>
              <a:off x="12700" y="12700"/>
              <a:ext cx="4206240" cy="1316736"/>
            </a:xfrm>
            <a:custGeom>
              <a:avLst/>
              <a:gdLst/>
              <a:ahLst/>
              <a:cxnLst/>
              <a:rect l="l" t="t" r="r" b="b"/>
              <a:pathLst>
                <a:path w="4206240" h="1316736">
                  <a:moveTo>
                    <a:pt x="0" y="0"/>
                  </a:moveTo>
                  <a:lnTo>
                    <a:pt x="4206240" y="0"/>
                  </a:lnTo>
                  <a:lnTo>
                    <a:pt x="4206240" y="1316736"/>
                  </a:lnTo>
                  <a:lnTo>
                    <a:pt x="0" y="1316736"/>
                  </a:lnTo>
                  <a:close/>
                </a:path>
              </a:pathLst>
            </a:custGeom>
            <a:solidFill>
              <a:srgbClr val="EDF3F9"/>
            </a:solidFill>
          </p:spPr>
          <p:txBody>
            <a:bodyPr/>
            <a:lstStyle/>
            <a:p>
              <a:endParaRPr lang="en-GB"/>
            </a:p>
          </p:txBody>
        </p:sp>
        <p:sp>
          <p:nvSpPr>
            <p:cNvPr id="145" name="Freeform 145"/>
            <p:cNvSpPr/>
            <p:nvPr/>
          </p:nvSpPr>
          <p:spPr>
            <a:xfrm>
              <a:off x="0" y="0"/>
              <a:ext cx="4231640" cy="1342136"/>
            </a:xfrm>
            <a:custGeom>
              <a:avLst/>
              <a:gdLst/>
              <a:ahLst/>
              <a:cxnLst/>
              <a:rect l="l" t="t" r="r" b="b"/>
              <a:pathLst>
                <a:path w="4231640" h="1342136">
                  <a:moveTo>
                    <a:pt x="12700" y="0"/>
                  </a:moveTo>
                  <a:lnTo>
                    <a:pt x="4218940" y="0"/>
                  </a:lnTo>
                  <a:cubicBezTo>
                    <a:pt x="4225925" y="0"/>
                    <a:pt x="4231640" y="5715"/>
                    <a:pt x="4231640" y="12700"/>
                  </a:cubicBezTo>
                  <a:lnTo>
                    <a:pt x="4231640" y="1329436"/>
                  </a:lnTo>
                  <a:cubicBezTo>
                    <a:pt x="4231640" y="1336421"/>
                    <a:pt x="4225925" y="1342136"/>
                    <a:pt x="42189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4218940" y="1316736"/>
                  </a:lnTo>
                  <a:lnTo>
                    <a:pt x="4218940" y="1329436"/>
                  </a:lnTo>
                  <a:lnTo>
                    <a:pt x="4206240" y="1329436"/>
                  </a:lnTo>
                  <a:lnTo>
                    <a:pt x="4206240" y="12700"/>
                  </a:lnTo>
                  <a:lnTo>
                    <a:pt x="4218940" y="12700"/>
                  </a:lnTo>
                  <a:lnTo>
                    <a:pt x="4218940" y="25400"/>
                  </a:lnTo>
                  <a:lnTo>
                    <a:pt x="12700" y="25400"/>
                  </a:lnTo>
                  <a:close/>
                </a:path>
              </a:pathLst>
            </a:custGeom>
            <a:solidFill>
              <a:srgbClr val="DCE4EC"/>
            </a:solidFill>
          </p:spPr>
          <p:txBody>
            <a:bodyPr/>
            <a:lstStyle/>
            <a:p>
              <a:endParaRPr lang="en-GB"/>
            </a:p>
          </p:txBody>
        </p:sp>
      </p:grpSp>
      <p:grpSp>
        <p:nvGrpSpPr>
          <p:cNvPr id="146" name="Group 146"/>
          <p:cNvGrpSpPr/>
          <p:nvPr/>
        </p:nvGrpSpPr>
        <p:grpSpPr>
          <a:xfrm>
            <a:off x="8562975" y="6766179"/>
            <a:ext cx="2625090" cy="1006602"/>
            <a:chOff x="0" y="0"/>
            <a:chExt cx="3500120" cy="1342136"/>
          </a:xfrm>
        </p:grpSpPr>
        <p:sp>
          <p:nvSpPr>
            <p:cNvPr id="147" name="Freeform 147"/>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148" name="Freeform 148"/>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49" name="Group 149"/>
          <p:cNvGrpSpPr/>
          <p:nvPr/>
        </p:nvGrpSpPr>
        <p:grpSpPr>
          <a:xfrm>
            <a:off x="11511915" y="6766179"/>
            <a:ext cx="2625090" cy="1006602"/>
            <a:chOff x="0" y="0"/>
            <a:chExt cx="3500120" cy="1342136"/>
          </a:xfrm>
        </p:grpSpPr>
        <p:sp>
          <p:nvSpPr>
            <p:cNvPr id="150" name="Freeform 150"/>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EDF3F9"/>
            </a:solidFill>
          </p:spPr>
          <p:txBody>
            <a:bodyPr/>
            <a:lstStyle/>
            <a:p>
              <a:endParaRPr lang="en-GB"/>
            </a:p>
          </p:txBody>
        </p:sp>
        <p:sp>
          <p:nvSpPr>
            <p:cNvPr id="151" name="Freeform 151"/>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52" name="Group 152"/>
          <p:cNvGrpSpPr/>
          <p:nvPr/>
        </p:nvGrpSpPr>
        <p:grpSpPr>
          <a:xfrm>
            <a:off x="14872335" y="6766179"/>
            <a:ext cx="2145030" cy="1006602"/>
            <a:chOff x="0" y="0"/>
            <a:chExt cx="2860040" cy="1342136"/>
          </a:xfrm>
        </p:grpSpPr>
        <p:sp>
          <p:nvSpPr>
            <p:cNvPr id="153" name="Freeform 153"/>
            <p:cNvSpPr/>
            <p:nvPr/>
          </p:nvSpPr>
          <p:spPr>
            <a:xfrm>
              <a:off x="12700" y="12700"/>
              <a:ext cx="2834640" cy="1316736"/>
            </a:xfrm>
            <a:custGeom>
              <a:avLst/>
              <a:gdLst/>
              <a:ahLst/>
              <a:cxnLst/>
              <a:rect l="l" t="t" r="r" b="b"/>
              <a:pathLst>
                <a:path w="2834640" h="1316736">
                  <a:moveTo>
                    <a:pt x="0" y="0"/>
                  </a:moveTo>
                  <a:lnTo>
                    <a:pt x="2834640" y="0"/>
                  </a:lnTo>
                  <a:lnTo>
                    <a:pt x="2834640" y="1316736"/>
                  </a:lnTo>
                  <a:lnTo>
                    <a:pt x="0" y="1316736"/>
                  </a:lnTo>
                  <a:close/>
                </a:path>
              </a:pathLst>
            </a:custGeom>
            <a:solidFill>
              <a:srgbClr val="EDF3F9"/>
            </a:solidFill>
          </p:spPr>
          <p:txBody>
            <a:bodyPr/>
            <a:lstStyle/>
            <a:p>
              <a:endParaRPr lang="en-GB"/>
            </a:p>
          </p:txBody>
        </p:sp>
        <p:sp>
          <p:nvSpPr>
            <p:cNvPr id="154" name="Freeform 154"/>
            <p:cNvSpPr/>
            <p:nvPr/>
          </p:nvSpPr>
          <p:spPr>
            <a:xfrm>
              <a:off x="0" y="0"/>
              <a:ext cx="2860040" cy="1342136"/>
            </a:xfrm>
            <a:custGeom>
              <a:avLst/>
              <a:gdLst/>
              <a:ahLst/>
              <a:cxnLst/>
              <a:rect l="l" t="t" r="r" b="b"/>
              <a:pathLst>
                <a:path w="2860040" h="1342136">
                  <a:moveTo>
                    <a:pt x="12700" y="0"/>
                  </a:moveTo>
                  <a:lnTo>
                    <a:pt x="2847340" y="0"/>
                  </a:lnTo>
                  <a:cubicBezTo>
                    <a:pt x="2854325" y="0"/>
                    <a:pt x="2860040" y="5715"/>
                    <a:pt x="2860040" y="12700"/>
                  </a:cubicBezTo>
                  <a:lnTo>
                    <a:pt x="2860040" y="1329436"/>
                  </a:lnTo>
                  <a:cubicBezTo>
                    <a:pt x="2860040" y="1336421"/>
                    <a:pt x="2854325" y="1342136"/>
                    <a:pt x="28473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2847340" y="1316736"/>
                  </a:lnTo>
                  <a:lnTo>
                    <a:pt x="2847340" y="1329436"/>
                  </a:lnTo>
                  <a:lnTo>
                    <a:pt x="2834640" y="1329436"/>
                  </a:lnTo>
                  <a:lnTo>
                    <a:pt x="2834640" y="12700"/>
                  </a:lnTo>
                  <a:lnTo>
                    <a:pt x="2847340" y="12700"/>
                  </a:lnTo>
                  <a:lnTo>
                    <a:pt x="2847340" y="25400"/>
                  </a:lnTo>
                  <a:lnTo>
                    <a:pt x="12700" y="25400"/>
                  </a:lnTo>
                  <a:close/>
                </a:path>
              </a:pathLst>
            </a:custGeom>
            <a:solidFill>
              <a:srgbClr val="DCE4EC"/>
            </a:solidFill>
          </p:spPr>
          <p:txBody>
            <a:bodyPr/>
            <a:lstStyle/>
            <a:p>
              <a:endParaRPr lang="en-GB"/>
            </a:p>
          </p:txBody>
        </p:sp>
      </p:grpSp>
      <p:grpSp>
        <p:nvGrpSpPr>
          <p:cNvPr id="155" name="Group 155"/>
          <p:cNvGrpSpPr/>
          <p:nvPr/>
        </p:nvGrpSpPr>
        <p:grpSpPr>
          <a:xfrm>
            <a:off x="1299059" y="7194019"/>
            <a:ext cx="2606040" cy="219456"/>
            <a:chOff x="0" y="0"/>
            <a:chExt cx="3474720" cy="292608"/>
          </a:xfrm>
        </p:grpSpPr>
        <p:sp>
          <p:nvSpPr>
            <p:cNvPr id="156" name="Freeform 156"/>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157" name="TextBox 157"/>
            <p:cNvSpPr txBox="1"/>
            <p:nvPr/>
          </p:nvSpPr>
          <p:spPr>
            <a:xfrm>
              <a:off x="0" y="0"/>
              <a:ext cx="3474720" cy="292608"/>
            </a:xfrm>
            <a:prstGeom prst="rect">
              <a:avLst/>
            </a:prstGeom>
          </p:spPr>
          <p:txBody>
            <a:bodyPr lIns="0" tIns="0" rIns="0" bIns="0" rtlCol="0" anchor="ctr"/>
            <a:lstStyle/>
            <a:p>
              <a:pPr algn="ctr">
                <a:lnSpc>
                  <a:spcPts val="2879"/>
                </a:lnSpc>
              </a:pPr>
              <a:r>
                <a:rPr lang="en-US" sz="2400" b="1">
                  <a:solidFill>
                    <a:srgbClr val="123A63"/>
                  </a:solidFill>
                  <a:latin typeface="Aptos Bold"/>
                  <a:ea typeface="Aptos Bold"/>
                  <a:cs typeface="Aptos Bold"/>
                  <a:sym typeface="Aptos Bold"/>
                </a:rPr>
                <a:t>3</a:t>
              </a:r>
            </a:p>
          </p:txBody>
        </p:sp>
      </p:grpSp>
      <p:grpSp>
        <p:nvGrpSpPr>
          <p:cNvPr id="158" name="Group 158"/>
          <p:cNvGrpSpPr/>
          <p:nvPr/>
        </p:nvGrpSpPr>
        <p:grpSpPr>
          <a:xfrm>
            <a:off x="5194871" y="3663919"/>
            <a:ext cx="3017520" cy="219456"/>
            <a:chOff x="0" y="0"/>
            <a:chExt cx="4023360" cy="292608"/>
          </a:xfrm>
        </p:grpSpPr>
        <p:sp>
          <p:nvSpPr>
            <p:cNvPr id="159" name="Freeform 159"/>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160" name="TextBox 160"/>
            <p:cNvSpPr txBox="1"/>
            <p:nvPr/>
          </p:nvSpPr>
          <p:spPr>
            <a:xfrm>
              <a:off x="0" y="0"/>
              <a:ext cx="402336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Straight</a:t>
              </a:r>
            </a:p>
          </p:txBody>
        </p:sp>
      </p:grpSp>
      <p:grpSp>
        <p:nvGrpSpPr>
          <p:cNvPr id="161" name="Group 161"/>
          <p:cNvGrpSpPr/>
          <p:nvPr/>
        </p:nvGrpSpPr>
        <p:grpSpPr>
          <a:xfrm>
            <a:off x="8591354" y="5940253"/>
            <a:ext cx="2657412" cy="1388142"/>
            <a:chOff x="0" y="0"/>
            <a:chExt cx="3543215" cy="1850856"/>
          </a:xfrm>
        </p:grpSpPr>
        <p:sp>
          <p:nvSpPr>
            <p:cNvPr id="162" name="Freeform 162"/>
            <p:cNvSpPr/>
            <p:nvPr/>
          </p:nvSpPr>
          <p:spPr>
            <a:xfrm>
              <a:off x="0" y="0"/>
              <a:ext cx="3474721"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163" name="TextBox 163"/>
            <p:cNvSpPr txBox="1"/>
            <p:nvPr/>
          </p:nvSpPr>
          <p:spPr>
            <a:xfrm>
              <a:off x="68495" y="1558248"/>
              <a:ext cx="347472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FSM</a:t>
              </a:r>
            </a:p>
          </p:txBody>
        </p:sp>
      </p:grpSp>
      <p:sp>
        <p:nvSpPr>
          <p:cNvPr id="168" name="Freeform 168"/>
          <p:cNvSpPr/>
          <p:nvPr/>
        </p:nvSpPr>
        <p:spPr>
          <a:xfrm>
            <a:off x="14950440" y="7022592"/>
            <a:ext cx="1988820" cy="384048"/>
          </a:xfrm>
          <a:custGeom>
            <a:avLst/>
            <a:gdLst/>
            <a:ahLst/>
            <a:cxnLst/>
            <a:rect l="l" t="t" r="r" b="b"/>
            <a:pathLst>
              <a:path w="2651760" h="512064">
                <a:moveTo>
                  <a:pt x="0" y="0"/>
                </a:moveTo>
                <a:lnTo>
                  <a:pt x="2651760" y="0"/>
                </a:lnTo>
                <a:lnTo>
                  <a:pt x="2651760" y="512064"/>
                </a:lnTo>
                <a:lnTo>
                  <a:pt x="0" y="512064"/>
                </a:lnTo>
                <a:close/>
              </a:path>
            </a:pathLst>
          </a:custGeom>
          <a:blipFill>
            <a:blip r:embed="rId3">
              <a:alphaModFix amt="0"/>
            </a:blip>
            <a:stretch>
              <a:fillRect t="-50904" b="-50904"/>
            </a:stretch>
          </a:blipFill>
        </p:spPr>
        <p:txBody>
          <a:bodyPr/>
          <a:lstStyle/>
          <a:p>
            <a:endParaRPr lang="en-GB"/>
          </a:p>
        </p:txBody>
      </p:sp>
      <p:grpSp>
        <p:nvGrpSpPr>
          <p:cNvPr id="170" name="Group 170"/>
          <p:cNvGrpSpPr/>
          <p:nvPr/>
        </p:nvGrpSpPr>
        <p:grpSpPr>
          <a:xfrm>
            <a:off x="1234440" y="9189720"/>
            <a:ext cx="15796260" cy="411480"/>
            <a:chOff x="0" y="0"/>
            <a:chExt cx="21061680" cy="548640"/>
          </a:xfrm>
        </p:grpSpPr>
        <p:sp>
          <p:nvSpPr>
            <p:cNvPr id="171" name="Freeform 171"/>
            <p:cNvSpPr/>
            <p:nvPr/>
          </p:nvSpPr>
          <p:spPr>
            <a:xfrm>
              <a:off x="0" y="0"/>
              <a:ext cx="21031200" cy="365760"/>
            </a:xfrm>
            <a:custGeom>
              <a:avLst/>
              <a:gdLst/>
              <a:ahLst/>
              <a:cxnLst/>
              <a:rect l="l" t="t" r="r" b="b"/>
              <a:pathLst>
                <a:path w="21031200" h="365760">
                  <a:moveTo>
                    <a:pt x="0" y="0"/>
                  </a:moveTo>
                  <a:lnTo>
                    <a:pt x="21031200" y="0"/>
                  </a:lnTo>
                  <a:lnTo>
                    <a:pt x="21031200" y="365760"/>
                  </a:lnTo>
                  <a:lnTo>
                    <a:pt x="0" y="365760"/>
                  </a:lnTo>
                  <a:close/>
                </a:path>
              </a:pathLst>
            </a:custGeom>
            <a:blipFill>
              <a:blip r:embed="rId3">
                <a:alphaModFix amt="0"/>
              </a:blip>
              <a:stretch>
                <a:fillRect t="-1070389" b="-1070389"/>
              </a:stretch>
            </a:blipFill>
          </p:spPr>
          <p:txBody>
            <a:bodyPr/>
            <a:lstStyle/>
            <a:p>
              <a:endParaRPr lang="en-GB"/>
            </a:p>
          </p:txBody>
        </p:sp>
        <p:sp>
          <p:nvSpPr>
            <p:cNvPr id="172" name="TextBox 172"/>
            <p:cNvSpPr txBox="1"/>
            <p:nvPr/>
          </p:nvSpPr>
          <p:spPr>
            <a:xfrm>
              <a:off x="30480" y="182880"/>
              <a:ext cx="21031200" cy="365760"/>
            </a:xfrm>
            <a:prstGeom prst="rect">
              <a:avLst/>
            </a:prstGeom>
          </p:spPr>
          <p:txBody>
            <a:bodyPr lIns="0" tIns="0" rIns="0" bIns="0" rtlCol="0" anchor="ctr"/>
            <a:lstStyle/>
            <a:p>
              <a:pPr algn="ctr">
                <a:lnSpc>
                  <a:spcPts val="3060"/>
                </a:lnSpc>
              </a:pPr>
              <a:r>
                <a:rPr lang="en-US" sz="2550" b="1">
                  <a:solidFill>
                    <a:srgbClr val="2F7F79"/>
                  </a:solidFill>
                  <a:latin typeface="Aptos Bold"/>
                  <a:ea typeface="Aptos Bold"/>
                  <a:cs typeface="Aptos Bold"/>
                  <a:sym typeface="Aptos Bold"/>
                </a:rPr>
                <a:t>This slide is the project core: CNN provides mode selection; PID still performs low-level control.</a:t>
              </a:r>
            </a:p>
          </p:txBody>
        </p:sp>
      </p:grpSp>
      <p:grpSp>
        <p:nvGrpSpPr>
          <p:cNvPr id="173" name="Group 173"/>
          <p:cNvGrpSpPr/>
          <p:nvPr/>
        </p:nvGrpSpPr>
        <p:grpSpPr>
          <a:xfrm>
            <a:off x="17282160" y="9827228"/>
            <a:ext cx="411480" cy="226600"/>
            <a:chOff x="0" y="-9525"/>
            <a:chExt cx="548640" cy="302133"/>
          </a:xfrm>
        </p:grpSpPr>
        <p:sp>
          <p:nvSpPr>
            <p:cNvPr id="174" name="Freeform 174"/>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175" name="TextBox 175"/>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8</a:t>
              </a:r>
            </a:p>
          </p:txBody>
        </p:sp>
      </p:grpSp>
      <p:grpSp>
        <p:nvGrpSpPr>
          <p:cNvPr id="176" name="Group 110">
            <a:extLst>
              <a:ext uri="{FF2B5EF4-FFF2-40B4-BE49-F238E27FC236}">
                <a16:creationId xmlns:a16="http://schemas.microsoft.com/office/drawing/2014/main" id="{143D6F17-9EAF-1C81-7F96-6595FAAAE81B}"/>
              </a:ext>
            </a:extLst>
          </p:cNvPr>
          <p:cNvGrpSpPr/>
          <p:nvPr/>
        </p:nvGrpSpPr>
        <p:grpSpPr>
          <a:xfrm>
            <a:off x="1299309" y="7887561"/>
            <a:ext cx="2625090" cy="1006602"/>
            <a:chOff x="0" y="0"/>
            <a:chExt cx="3500120" cy="1342136"/>
          </a:xfrm>
        </p:grpSpPr>
        <p:sp>
          <p:nvSpPr>
            <p:cNvPr id="177" name="Freeform 111">
              <a:extLst>
                <a:ext uri="{FF2B5EF4-FFF2-40B4-BE49-F238E27FC236}">
                  <a16:creationId xmlns:a16="http://schemas.microsoft.com/office/drawing/2014/main" id="{EFBFFBD9-7454-95A3-D958-102BC84E633F}"/>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178" name="Freeform 112">
              <a:extLst>
                <a:ext uri="{FF2B5EF4-FFF2-40B4-BE49-F238E27FC236}">
                  <a16:creationId xmlns:a16="http://schemas.microsoft.com/office/drawing/2014/main" id="{BB252340-ADB6-FB44-E942-89D1132ED12A}"/>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79" name="Group 113">
            <a:extLst>
              <a:ext uri="{FF2B5EF4-FFF2-40B4-BE49-F238E27FC236}">
                <a16:creationId xmlns:a16="http://schemas.microsoft.com/office/drawing/2014/main" id="{AFA42613-62AF-5C70-DBB9-2F28F01F8B05}"/>
              </a:ext>
            </a:extLst>
          </p:cNvPr>
          <p:cNvGrpSpPr/>
          <p:nvPr/>
        </p:nvGrpSpPr>
        <p:grpSpPr>
          <a:xfrm>
            <a:off x="5062347" y="7906131"/>
            <a:ext cx="3173730" cy="1006602"/>
            <a:chOff x="0" y="0"/>
            <a:chExt cx="4231640" cy="1342136"/>
          </a:xfrm>
        </p:grpSpPr>
        <p:sp>
          <p:nvSpPr>
            <p:cNvPr id="180" name="Freeform 114">
              <a:extLst>
                <a:ext uri="{FF2B5EF4-FFF2-40B4-BE49-F238E27FC236}">
                  <a16:creationId xmlns:a16="http://schemas.microsoft.com/office/drawing/2014/main" id="{AF965A1D-F110-779D-032E-5F56C749AEA6}"/>
                </a:ext>
              </a:extLst>
            </p:cNvPr>
            <p:cNvSpPr/>
            <p:nvPr/>
          </p:nvSpPr>
          <p:spPr>
            <a:xfrm>
              <a:off x="12700" y="12700"/>
              <a:ext cx="4206240" cy="1316736"/>
            </a:xfrm>
            <a:custGeom>
              <a:avLst/>
              <a:gdLst/>
              <a:ahLst/>
              <a:cxnLst/>
              <a:rect l="l" t="t" r="r" b="b"/>
              <a:pathLst>
                <a:path w="4206240" h="1316736">
                  <a:moveTo>
                    <a:pt x="0" y="0"/>
                  </a:moveTo>
                  <a:lnTo>
                    <a:pt x="4206240" y="0"/>
                  </a:lnTo>
                  <a:lnTo>
                    <a:pt x="4206240" y="1316736"/>
                  </a:lnTo>
                  <a:lnTo>
                    <a:pt x="0" y="1316736"/>
                  </a:lnTo>
                  <a:close/>
                </a:path>
              </a:pathLst>
            </a:custGeom>
            <a:solidFill>
              <a:srgbClr val="F7F9FC"/>
            </a:solidFill>
          </p:spPr>
          <p:txBody>
            <a:bodyPr/>
            <a:lstStyle/>
            <a:p>
              <a:endParaRPr lang="en-GB"/>
            </a:p>
          </p:txBody>
        </p:sp>
        <p:sp>
          <p:nvSpPr>
            <p:cNvPr id="181" name="Freeform 115">
              <a:extLst>
                <a:ext uri="{FF2B5EF4-FFF2-40B4-BE49-F238E27FC236}">
                  <a16:creationId xmlns:a16="http://schemas.microsoft.com/office/drawing/2014/main" id="{03FC65BF-1B7A-C175-5844-F5884DDE9371}"/>
                </a:ext>
              </a:extLst>
            </p:cNvPr>
            <p:cNvSpPr/>
            <p:nvPr/>
          </p:nvSpPr>
          <p:spPr>
            <a:xfrm>
              <a:off x="0" y="0"/>
              <a:ext cx="4231640" cy="1342136"/>
            </a:xfrm>
            <a:custGeom>
              <a:avLst/>
              <a:gdLst/>
              <a:ahLst/>
              <a:cxnLst/>
              <a:rect l="l" t="t" r="r" b="b"/>
              <a:pathLst>
                <a:path w="4231640" h="1342136">
                  <a:moveTo>
                    <a:pt x="12700" y="0"/>
                  </a:moveTo>
                  <a:lnTo>
                    <a:pt x="4218940" y="0"/>
                  </a:lnTo>
                  <a:cubicBezTo>
                    <a:pt x="4225925" y="0"/>
                    <a:pt x="4231640" y="5715"/>
                    <a:pt x="4231640" y="12700"/>
                  </a:cubicBezTo>
                  <a:lnTo>
                    <a:pt x="4231640" y="1329436"/>
                  </a:lnTo>
                  <a:cubicBezTo>
                    <a:pt x="4231640" y="1336421"/>
                    <a:pt x="4225925" y="1342136"/>
                    <a:pt x="42189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4218940" y="1316736"/>
                  </a:lnTo>
                  <a:lnTo>
                    <a:pt x="4218940" y="1329436"/>
                  </a:lnTo>
                  <a:lnTo>
                    <a:pt x="4206240" y="1329436"/>
                  </a:lnTo>
                  <a:lnTo>
                    <a:pt x="4206240" y="12700"/>
                  </a:lnTo>
                  <a:lnTo>
                    <a:pt x="4218940" y="12700"/>
                  </a:lnTo>
                  <a:lnTo>
                    <a:pt x="4218940" y="25400"/>
                  </a:lnTo>
                  <a:lnTo>
                    <a:pt x="12700" y="25400"/>
                  </a:lnTo>
                  <a:close/>
                </a:path>
              </a:pathLst>
            </a:custGeom>
            <a:solidFill>
              <a:srgbClr val="DCE4EC"/>
            </a:solidFill>
          </p:spPr>
          <p:txBody>
            <a:bodyPr/>
            <a:lstStyle/>
            <a:p>
              <a:endParaRPr lang="en-GB"/>
            </a:p>
          </p:txBody>
        </p:sp>
      </p:grpSp>
      <p:grpSp>
        <p:nvGrpSpPr>
          <p:cNvPr id="182" name="Group 116">
            <a:extLst>
              <a:ext uri="{FF2B5EF4-FFF2-40B4-BE49-F238E27FC236}">
                <a16:creationId xmlns:a16="http://schemas.microsoft.com/office/drawing/2014/main" id="{B1D1DDB4-5241-08E9-E504-AC64EA03FAD7}"/>
              </a:ext>
            </a:extLst>
          </p:cNvPr>
          <p:cNvGrpSpPr/>
          <p:nvPr/>
        </p:nvGrpSpPr>
        <p:grpSpPr>
          <a:xfrm>
            <a:off x="8569071" y="7933563"/>
            <a:ext cx="2625090" cy="1006602"/>
            <a:chOff x="0" y="0"/>
            <a:chExt cx="3500120" cy="1342136"/>
          </a:xfrm>
        </p:grpSpPr>
        <p:sp>
          <p:nvSpPr>
            <p:cNvPr id="183" name="Freeform 117">
              <a:extLst>
                <a:ext uri="{FF2B5EF4-FFF2-40B4-BE49-F238E27FC236}">
                  <a16:creationId xmlns:a16="http://schemas.microsoft.com/office/drawing/2014/main" id="{C927606A-5B39-1B11-2BF6-29E0C1DE0543}"/>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184" name="Freeform 118">
              <a:extLst>
                <a:ext uri="{FF2B5EF4-FFF2-40B4-BE49-F238E27FC236}">
                  <a16:creationId xmlns:a16="http://schemas.microsoft.com/office/drawing/2014/main" id="{E40A0FE2-1B5D-7A8D-7C46-12BD08AECC74}"/>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85" name="Group 119">
            <a:extLst>
              <a:ext uri="{FF2B5EF4-FFF2-40B4-BE49-F238E27FC236}">
                <a16:creationId xmlns:a16="http://schemas.microsoft.com/office/drawing/2014/main" id="{53044118-EB85-8206-8E6B-CA24666CC113}"/>
              </a:ext>
            </a:extLst>
          </p:cNvPr>
          <p:cNvGrpSpPr/>
          <p:nvPr/>
        </p:nvGrpSpPr>
        <p:grpSpPr>
          <a:xfrm>
            <a:off x="11518011" y="7942707"/>
            <a:ext cx="2625090" cy="1006602"/>
            <a:chOff x="0" y="0"/>
            <a:chExt cx="3500120" cy="1342136"/>
          </a:xfrm>
        </p:grpSpPr>
        <p:sp>
          <p:nvSpPr>
            <p:cNvPr id="186" name="Freeform 120">
              <a:extLst>
                <a:ext uri="{FF2B5EF4-FFF2-40B4-BE49-F238E27FC236}">
                  <a16:creationId xmlns:a16="http://schemas.microsoft.com/office/drawing/2014/main" id="{659B469A-0C63-62B5-3D92-CEF4005C39DC}"/>
                </a:ext>
              </a:extLst>
            </p:cNvPr>
            <p:cNvSpPr/>
            <p:nvPr/>
          </p:nvSpPr>
          <p:spPr>
            <a:xfrm>
              <a:off x="12700" y="12700"/>
              <a:ext cx="3474720" cy="1316736"/>
            </a:xfrm>
            <a:custGeom>
              <a:avLst/>
              <a:gdLst/>
              <a:ahLst/>
              <a:cxnLst/>
              <a:rect l="l" t="t" r="r" b="b"/>
              <a:pathLst>
                <a:path w="3474720" h="1316736">
                  <a:moveTo>
                    <a:pt x="0" y="0"/>
                  </a:moveTo>
                  <a:lnTo>
                    <a:pt x="3474720" y="0"/>
                  </a:lnTo>
                  <a:lnTo>
                    <a:pt x="3474720" y="1316736"/>
                  </a:lnTo>
                  <a:lnTo>
                    <a:pt x="0" y="1316736"/>
                  </a:lnTo>
                  <a:close/>
                </a:path>
              </a:pathLst>
            </a:custGeom>
            <a:solidFill>
              <a:srgbClr val="F7F9FC"/>
            </a:solidFill>
          </p:spPr>
          <p:txBody>
            <a:bodyPr/>
            <a:lstStyle/>
            <a:p>
              <a:endParaRPr lang="en-GB"/>
            </a:p>
          </p:txBody>
        </p:sp>
        <p:sp>
          <p:nvSpPr>
            <p:cNvPr id="187" name="Freeform 121">
              <a:extLst>
                <a:ext uri="{FF2B5EF4-FFF2-40B4-BE49-F238E27FC236}">
                  <a16:creationId xmlns:a16="http://schemas.microsoft.com/office/drawing/2014/main" id="{550523D4-7B10-CCB4-BD90-5B51E13D9632}"/>
                </a:ext>
              </a:extLst>
            </p:cNvPr>
            <p:cNvSpPr/>
            <p:nvPr/>
          </p:nvSpPr>
          <p:spPr>
            <a:xfrm>
              <a:off x="0" y="0"/>
              <a:ext cx="3500120" cy="1342136"/>
            </a:xfrm>
            <a:custGeom>
              <a:avLst/>
              <a:gdLst/>
              <a:ahLst/>
              <a:cxnLst/>
              <a:rect l="l" t="t" r="r" b="b"/>
              <a:pathLst>
                <a:path w="3500120" h="1342136">
                  <a:moveTo>
                    <a:pt x="12700" y="0"/>
                  </a:moveTo>
                  <a:lnTo>
                    <a:pt x="3487420" y="0"/>
                  </a:lnTo>
                  <a:cubicBezTo>
                    <a:pt x="3494405" y="0"/>
                    <a:pt x="3500120" y="5715"/>
                    <a:pt x="3500120" y="12700"/>
                  </a:cubicBezTo>
                  <a:lnTo>
                    <a:pt x="3500120" y="1329436"/>
                  </a:lnTo>
                  <a:cubicBezTo>
                    <a:pt x="3500120" y="1336421"/>
                    <a:pt x="3494405" y="1342136"/>
                    <a:pt x="348742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3487420" y="1316736"/>
                  </a:lnTo>
                  <a:lnTo>
                    <a:pt x="3487420" y="1329436"/>
                  </a:lnTo>
                  <a:lnTo>
                    <a:pt x="3474720" y="1329436"/>
                  </a:lnTo>
                  <a:lnTo>
                    <a:pt x="3474720" y="12700"/>
                  </a:lnTo>
                  <a:lnTo>
                    <a:pt x="3487420" y="12700"/>
                  </a:lnTo>
                  <a:lnTo>
                    <a:pt x="3487420" y="25400"/>
                  </a:lnTo>
                  <a:lnTo>
                    <a:pt x="12700" y="25400"/>
                  </a:lnTo>
                  <a:close/>
                </a:path>
              </a:pathLst>
            </a:custGeom>
            <a:solidFill>
              <a:srgbClr val="DCE4EC"/>
            </a:solidFill>
          </p:spPr>
          <p:txBody>
            <a:bodyPr/>
            <a:lstStyle/>
            <a:p>
              <a:endParaRPr lang="en-GB"/>
            </a:p>
          </p:txBody>
        </p:sp>
      </p:grpSp>
      <p:grpSp>
        <p:nvGrpSpPr>
          <p:cNvPr id="188" name="Group 122">
            <a:extLst>
              <a:ext uri="{FF2B5EF4-FFF2-40B4-BE49-F238E27FC236}">
                <a16:creationId xmlns:a16="http://schemas.microsoft.com/office/drawing/2014/main" id="{3004A84B-E286-F4DA-8E24-6D84CD26FFEE}"/>
              </a:ext>
            </a:extLst>
          </p:cNvPr>
          <p:cNvGrpSpPr/>
          <p:nvPr/>
        </p:nvGrpSpPr>
        <p:grpSpPr>
          <a:xfrm>
            <a:off x="14878431" y="7951851"/>
            <a:ext cx="2145030" cy="1006602"/>
            <a:chOff x="0" y="0"/>
            <a:chExt cx="2860040" cy="1342136"/>
          </a:xfrm>
        </p:grpSpPr>
        <p:sp>
          <p:nvSpPr>
            <p:cNvPr id="189" name="Freeform 123">
              <a:extLst>
                <a:ext uri="{FF2B5EF4-FFF2-40B4-BE49-F238E27FC236}">
                  <a16:creationId xmlns:a16="http://schemas.microsoft.com/office/drawing/2014/main" id="{7F459784-96AF-52E2-461E-600FA41AEE2D}"/>
                </a:ext>
              </a:extLst>
            </p:cNvPr>
            <p:cNvSpPr/>
            <p:nvPr/>
          </p:nvSpPr>
          <p:spPr>
            <a:xfrm>
              <a:off x="12700" y="12700"/>
              <a:ext cx="2834640" cy="1316736"/>
            </a:xfrm>
            <a:custGeom>
              <a:avLst/>
              <a:gdLst/>
              <a:ahLst/>
              <a:cxnLst/>
              <a:rect l="l" t="t" r="r" b="b"/>
              <a:pathLst>
                <a:path w="2834640" h="1316736">
                  <a:moveTo>
                    <a:pt x="0" y="0"/>
                  </a:moveTo>
                  <a:lnTo>
                    <a:pt x="2834640" y="0"/>
                  </a:lnTo>
                  <a:lnTo>
                    <a:pt x="2834640" y="1316736"/>
                  </a:lnTo>
                  <a:lnTo>
                    <a:pt x="0" y="1316736"/>
                  </a:lnTo>
                  <a:close/>
                </a:path>
              </a:pathLst>
            </a:custGeom>
            <a:solidFill>
              <a:srgbClr val="F7F9FC"/>
            </a:solidFill>
          </p:spPr>
          <p:txBody>
            <a:bodyPr/>
            <a:lstStyle/>
            <a:p>
              <a:endParaRPr lang="en-GB"/>
            </a:p>
          </p:txBody>
        </p:sp>
        <p:sp>
          <p:nvSpPr>
            <p:cNvPr id="190" name="Freeform 124">
              <a:extLst>
                <a:ext uri="{FF2B5EF4-FFF2-40B4-BE49-F238E27FC236}">
                  <a16:creationId xmlns:a16="http://schemas.microsoft.com/office/drawing/2014/main" id="{A515AB05-18FD-E7F9-90A3-D63429C7F4F2}"/>
                </a:ext>
              </a:extLst>
            </p:cNvPr>
            <p:cNvSpPr/>
            <p:nvPr/>
          </p:nvSpPr>
          <p:spPr>
            <a:xfrm>
              <a:off x="0" y="0"/>
              <a:ext cx="2860040" cy="1342136"/>
            </a:xfrm>
            <a:custGeom>
              <a:avLst/>
              <a:gdLst/>
              <a:ahLst/>
              <a:cxnLst/>
              <a:rect l="l" t="t" r="r" b="b"/>
              <a:pathLst>
                <a:path w="2860040" h="1342136">
                  <a:moveTo>
                    <a:pt x="12700" y="0"/>
                  </a:moveTo>
                  <a:lnTo>
                    <a:pt x="2847340" y="0"/>
                  </a:lnTo>
                  <a:cubicBezTo>
                    <a:pt x="2854325" y="0"/>
                    <a:pt x="2860040" y="5715"/>
                    <a:pt x="2860040" y="12700"/>
                  </a:cubicBezTo>
                  <a:lnTo>
                    <a:pt x="2860040" y="1329436"/>
                  </a:lnTo>
                  <a:cubicBezTo>
                    <a:pt x="2860040" y="1336421"/>
                    <a:pt x="2854325" y="1342136"/>
                    <a:pt x="2847340" y="1342136"/>
                  </a:cubicBezTo>
                  <a:lnTo>
                    <a:pt x="12700" y="1342136"/>
                  </a:lnTo>
                  <a:cubicBezTo>
                    <a:pt x="5715" y="1342136"/>
                    <a:pt x="0" y="1336421"/>
                    <a:pt x="0" y="1329436"/>
                  </a:cubicBezTo>
                  <a:lnTo>
                    <a:pt x="0" y="12700"/>
                  </a:lnTo>
                  <a:cubicBezTo>
                    <a:pt x="0" y="5715"/>
                    <a:pt x="5715" y="0"/>
                    <a:pt x="12700" y="0"/>
                  </a:cubicBezTo>
                  <a:moveTo>
                    <a:pt x="12700" y="25400"/>
                  </a:moveTo>
                  <a:lnTo>
                    <a:pt x="12700" y="12700"/>
                  </a:lnTo>
                  <a:lnTo>
                    <a:pt x="25400" y="12700"/>
                  </a:lnTo>
                  <a:lnTo>
                    <a:pt x="25400" y="1329436"/>
                  </a:lnTo>
                  <a:lnTo>
                    <a:pt x="12700" y="1329436"/>
                  </a:lnTo>
                  <a:lnTo>
                    <a:pt x="12700" y="1316736"/>
                  </a:lnTo>
                  <a:lnTo>
                    <a:pt x="2847340" y="1316736"/>
                  </a:lnTo>
                  <a:lnTo>
                    <a:pt x="2847340" y="1329436"/>
                  </a:lnTo>
                  <a:lnTo>
                    <a:pt x="2834640" y="1329436"/>
                  </a:lnTo>
                  <a:lnTo>
                    <a:pt x="2834640" y="12700"/>
                  </a:lnTo>
                  <a:lnTo>
                    <a:pt x="2847340" y="12700"/>
                  </a:lnTo>
                  <a:lnTo>
                    <a:pt x="2847340" y="25400"/>
                  </a:lnTo>
                  <a:lnTo>
                    <a:pt x="12700" y="25400"/>
                  </a:lnTo>
                  <a:close/>
                </a:path>
              </a:pathLst>
            </a:custGeom>
            <a:solidFill>
              <a:srgbClr val="DCE4EC"/>
            </a:solidFill>
          </p:spPr>
          <p:txBody>
            <a:bodyPr/>
            <a:lstStyle/>
            <a:p>
              <a:endParaRPr lang="en-GB"/>
            </a:p>
          </p:txBody>
        </p:sp>
      </p:grpSp>
      <p:sp>
        <p:nvSpPr>
          <p:cNvPr id="191" name="TextBox 127">
            <a:extLst>
              <a:ext uri="{FF2B5EF4-FFF2-40B4-BE49-F238E27FC236}">
                <a16:creationId xmlns:a16="http://schemas.microsoft.com/office/drawing/2014/main" id="{6CF2C53E-856D-115F-266C-664D1F4808B4}"/>
              </a:ext>
            </a:extLst>
          </p:cNvPr>
          <p:cNvSpPr txBox="1"/>
          <p:nvPr/>
        </p:nvSpPr>
        <p:spPr>
          <a:xfrm>
            <a:off x="1295164" y="8288529"/>
            <a:ext cx="2606040" cy="219456"/>
          </a:xfrm>
          <a:prstGeom prst="rect">
            <a:avLst/>
          </a:prstGeom>
        </p:spPr>
        <p:txBody>
          <a:bodyPr lIns="0" tIns="0" rIns="0" bIns="0" rtlCol="0" anchor="ctr"/>
          <a:lstStyle/>
          <a:p>
            <a:pPr algn="ctr">
              <a:lnSpc>
                <a:spcPts val="2879"/>
              </a:lnSpc>
            </a:pPr>
            <a:r>
              <a:rPr lang="en-US" sz="2400" b="1">
                <a:solidFill>
                  <a:srgbClr val="123A63"/>
                </a:solidFill>
                <a:latin typeface="Aptos Bold"/>
                <a:ea typeface="Aptos Bold"/>
                <a:cs typeface="Aptos Bold"/>
                <a:sym typeface="Aptos Bold"/>
              </a:rPr>
              <a:t>9</a:t>
            </a:r>
          </a:p>
        </p:txBody>
      </p:sp>
      <p:grpSp>
        <p:nvGrpSpPr>
          <p:cNvPr id="192" name="Group 158">
            <a:extLst>
              <a:ext uri="{FF2B5EF4-FFF2-40B4-BE49-F238E27FC236}">
                <a16:creationId xmlns:a16="http://schemas.microsoft.com/office/drawing/2014/main" id="{AB06F5C2-B293-8EC0-E8FF-35EC4BDDB0FB}"/>
              </a:ext>
            </a:extLst>
          </p:cNvPr>
          <p:cNvGrpSpPr/>
          <p:nvPr/>
        </p:nvGrpSpPr>
        <p:grpSpPr>
          <a:xfrm>
            <a:off x="5154498" y="7161104"/>
            <a:ext cx="3017520" cy="219456"/>
            <a:chOff x="0" y="0"/>
            <a:chExt cx="4023360" cy="292608"/>
          </a:xfrm>
        </p:grpSpPr>
        <p:sp>
          <p:nvSpPr>
            <p:cNvPr id="193" name="Freeform 159">
              <a:extLst>
                <a:ext uri="{FF2B5EF4-FFF2-40B4-BE49-F238E27FC236}">
                  <a16:creationId xmlns:a16="http://schemas.microsoft.com/office/drawing/2014/main" id="{383D1DD7-6777-CF9A-B624-A71A0F413763}"/>
                </a:ext>
              </a:extLst>
            </p:cNvPr>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194" name="TextBox 160">
              <a:extLst>
                <a:ext uri="{FF2B5EF4-FFF2-40B4-BE49-F238E27FC236}">
                  <a16:creationId xmlns:a16="http://schemas.microsoft.com/office/drawing/2014/main" id="{A1B17F85-DE58-E368-F84C-DFBC66463E15}"/>
                </a:ext>
              </a:extLst>
            </p:cNvPr>
            <p:cNvSpPr txBox="1"/>
            <p:nvPr/>
          </p:nvSpPr>
          <p:spPr>
            <a:xfrm>
              <a:off x="0" y="0"/>
              <a:ext cx="402336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T-junction</a:t>
              </a:r>
            </a:p>
          </p:txBody>
        </p:sp>
      </p:grpSp>
      <p:grpSp>
        <p:nvGrpSpPr>
          <p:cNvPr id="195" name="Group 131">
            <a:extLst>
              <a:ext uri="{FF2B5EF4-FFF2-40B4-BE49-F238E27FC236}">
                <a16:creationId xmlns:a16="http://schemas.microsoft.com/office/drawing/2014/main" id="{B3788742-D99C-C030-A494-A003C60E527D}"/>
              </a:ext>
            </a:extLst>
          </p:cNvPr>
          <p:cNvGrpSpPr/>
          <p:nvPr/>
        </p:nvGrpSpPr>
        <p:grpSpPr>
          <a:xfrm>
            <a:off x="8574071" y="8239891"/>
            <a:ext cx="2606040" cy="219456"/>
            <a:chOff x="0" y="0"/>
            <a:chExt cx="3474720" cy="292608"/>
          </a:xfrm>
        </p:grpSpPr>
        <p:sp>
          <p:nvSpPr>
            <p:cNvPr id="196" name="Freeform 132">
              <a:extLst>
                <a:ext uri="{FF2B5EF4-FFF2-40B4-BE49-F238E27FC236}">
                  <a16:creationId xmlns:a16="http://schemas.microsoft.com/office/drawing/2014/main" id="{621DD2F8-387F-F8CC-923A-F4BEDF4BB889}"/>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197" name="TextBox 133">
              <a:extLst>
                <a:ext uri="{FF2B5EF4-FFF2-40B4-BE49-F238E27FC236}">
                  <a16:creationId xmlns:a16="http://schemas.microsoft.com/office/drawing/2014/main" id="{12A1CE6D-6593-B7FA-9CF7-35289734D784}"/>
                </a:ext>
              </a:extLst>
            </p:cNvPr>
            <p:cNvSpPr txBox="1"/>
            <p:nvPr/>
          </p:nvSpPr>
          <p:spPr>
            <a:xfrm>
              <a:off x="0" y="0"/>
              <a:ext cx="347472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recovery</a:t>
              </a:r>
              <a:endParaRPr lang="en-US" sz="2200">
                <a:solidFill>
                  <a:srgbClr val="1F2933"/>
                </a:solidFill>
                <a:latin typeface="Aptos"/>
                <a:ea typeface="Aptos"/>
                <a:cs typeface="Aptos"/>
              </a:endParaRPr>
            </a:p>
          </p:txBody>
        </p:sp>
      </p:grpSp>
      <p:sp>
        <p:nvSpPr>
          <p:cNvPr id="198" name="TextBox 136">
            <a:extLst>
              <a:ext uri="{FF2B5EF4-FFF2-40B4-BE49-F238E27FC236}">
                <a16:creationId xmlns:a16="http://schemas.microsoft.com/office/drawing/2014/main" id="{3802668B-CC3D-8982-EEFD-49CEF325C85A}"/>
              </a:ext>
            </a:extLst>
          </p:cNvPr>
          <p:cNvSpPr txBox="1"/>
          <p:nvPr/>
        </p:nvSpPr>
        <p:spPr>
          <a:xfrm>
            <a:off x="11541865" y="8268172"/>
            <a:ext cx="2606040" cy="219456"/>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very low</a:t>
            </a:r>
            <a:endParaRPr lang="en-US" sz="2250">
              <a:solidFill>
                <a:srgbClr val="1F2933"/>
              </a:solidFill>
              <a:latin typeface="Aptos"/>
              <a:ea typeface="Aptos"/>
              <a:cs typeface="Aptos"/>
            </a:endParaRPr>
          </a:p>
        </p:txBody>
      </p:sp>
      <p:sp>
        <p:nvSpPr>
          <p:cNvPr id="202" name="TextBox 139">
            <a:extLst>
              <a:ext uri="{FF2B5EF4-FFF2-40B4-BE49-F238E27FC236}">
                <a16:creationId xmlns:a16="http://schemas.microsoft.com/office/drawing/2014/main" id="{CD99F2E2-9E5D-4200-FD2A-2ADCBC6F33EC}"/>
              </a:ext>
            </a:extLst>
          </p:cNvPr>
          <p:cNvSpPr txBox="1"/>
          <p:nvPr/>
        </p:nvSpPr>
        <p:spPr>
          <a:xfrm>
            <a:off x="14952645" y="5876835"/>
            <a:ext cx="1988820" cy="384048"/>
          </a:xfrm>
          <a:prstGeom prst="rect">
            <a:avLst/>
          </a:prstGeom>
        </p:spPr>
        <p:txBody>
          <a:bodyPr lIns="0" tIns="0" rIns="0" bIns="0" rtlCol="0" anchor="ctr"/>
          <a:lstStyle/>
          <a:p>
            <a:pPr algn="ctr">
              <a:lnSpc>
                <a:spcPts val="2340"/>
              </a:lnSpc>
            </a:pPr>
            <a:r>
              <a:rPr lang="en-US" sz="2200">
                <a:solidFill>
                  <a:srgbClr val="1F2933"/>
                </a:solidFill>
                <a:latin typeface="Aptos"/>
                <a:sym typeface="Aptos"/>
              </a:rPr>
              <a:t>active stop, then turn</a:t>
            </a:r>
            <a:endParaRPr lang="zh-CN" altLang="en-US"/>
          </a:p>
        </p:txBody>
      </p:sp>
      <p:sp>
        <p:nvSpPr>
          <p:cNvPr id="206" name="Freeform 165">
            <a:extLst>
              <a:ext uri="{FF2B5EF4-FFF2-40B4-BE49-F238E27FC236}">
                <a16:creationId xmlns:a16="http://schemas.microsoft.com/office/drawing/2014/main" id="{035EBE30-8F35-5BE0-8583-8C6110FED724}"/>
              </a:ext>
            </a:extLst>
          </p:cNvPr>
          <p:cNvSpPr/>
          <p:nvPr/>
        </p:nvSpPr>
        <p:spPr>
          <a:xfrm>
            <a:off x="11673840" y="7271004"/>
            <a:ext cx="2606040" cy="219456"/>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grpSp>
        <p:nvGrpSpPr>
          <p:cNvPr id="207" name="Group 164">
            <a:extLst>
              <a:ext uri="{FF2B5EF4-FFF2-40B4-BE49-F238E27FC236}">
                <a16:creationId xmlns:a16="http://schemas.microsoft.com/office/drawing/2014/main" id="{A7564C29-A09D-CC02-C650-D9F5ABD71592}"/>
              </a:ext>
            </a:extLst>
          </p:cNvPr>
          <p:cNvGrpSpPr/>
          <p:nvPr/>
        </p:nvGrpSpPr>
        <p:grpSpPr>
          <a:xfrm>
            <a:off x="11541865" y="7075328"/>
            <a:ext cx="2734467" cy="232299"/>
            <a:chOff x="-171236" y="-17124"/>
            <a:chExt cx="3645956" cy="309732"/>
          </a:xfrm>
        </p:grpSpPr>
        <p:sp>
          <p:nvSpPr>
            <p:cNvPr id="208" name="Freeform 165">
              <a:extLst>
                <a:ext uri="{FF2B5EF4-FFF2-40B4-BE49-F238E27FC236}">
                  <a16:creationId xmlns:a16="http://schemas.microsoft.com/office/drawing/2014/main" id="{47A98AFC-8405-8725-FE21-83F910968CBF}"/>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209" name="TextBox 166">
              <a:extLst>
                <a:ext uri="{FF2B5EF4-FFF2-40B4-BE49-F238E27FC236}">
                  <a16:creationId xmlns:a16="http://schemas.microsoft.com/office/drawing/2014/main" id="{8C788801-76E3-8F94-8170-314AF76B39F5}"/>
                </a:ext>
              </a:extLst>
            </p:cNvPr>
            <p:cNvSpPr txBox="1"/>
            <p:nvPr/>
          </p:nvSpPr>
          <p:spPr>
            <a:xfrm>
              <a:off x="-171236" y="-17124"/>
              <a:ext cx="347472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low</a:t>
              </a:r>
              <a:endParaRPr lang="en-US" sz="2250">
                <a:solidFill>
                  <a:srgbClr val="1F2933"/>
                </a:solidFill>
                <a:latin typeface="Aptos"/>
                <a:ea typeface="Aptos"/>
                <a:cs typeface="Aptos"/>
              </a:endParaRPr>
            </a:p>
          </p:txBody>
        </p:sp>
      </p:grpSp>
      <p:grpSp>
        <p:nvGrpSpPr>
          <p:cNvPr id="210" name="Group 167">
            <a:extLst>
              <a:ext uri="{FF2B5EF4-FFF2-40B4-BE49-F238E27FC236}">
                <a16:creationId xmlns:a16="http://schemas.microsoft.com/office/drawing/2014/main" id="{51232111-1515-CBD1-C28C-762B7AD9F0C6}"/>
              </a:ext>
            </a:extLst>
          </p:cNvPr>
          <p:cNvGrpSpPr/>
          <p:nvPr/>
        </p:nvGrpSpPr>
        <p:grpSpPr>
          <a:xfrm>
            <a:off x="14952645" y="7174992"/>
            <a:ext cx="2139015" cy="1491566"/>
            <a:chOff x="-200260" y="0"/>
            <a:chExt cx="2852020" cy="1988754"/>
          </a:xfrm>
        </p:grpSpPr>
        <p:sp>
          <p:nvSpPr>
            <p:cNvPr id="211" name="Freeform 168">
              <a:extLst>
                <a:ext uri="{FF2B5EF4-FFF2-40B4-BE49-F238E27FC236}">
                  <a16:creationId xmlns:a16="http://schemas.microsoft.com/office/drawing/2014/main" id="{519AE3A2-A527-1208-5045-1F0B662D8EFE}"/>
                </a:ext>
              </a:extLst>
            </p:cNvPr>
            <p:cNvSpPr/>
            <p:nvPr/>
          </p:nvSpPr>
          <p:spPr>
            <a:xfrm>
              <a:off x="0" y="0"/>
              <a:ext cx="2651760" cy="512064"/>
            </a:xfrm>
            <a:custGeom>
              <a:avLst/>
              <a:gdLst/>
              <a:ahLst/>
              <a:cxnLst/>
              <a:rect l="l" t="t" r="r" b="b"/>
              <a:pathLst>
                <a:path w="2651760" h="512064">
                  <a:moveTo>
                    <a:pt x="0" y="0"/>
                  </a:moveTo>
                  <a:lnTo>
                    <a:pt x="2651760" y="0"/>
                  </a:lnTo>
                  <a:lnTo>
                    <a:pt x="2651760" y="512064"/>
                  </a:lnTo>
                  <a:lnTo>
                    <a:pt x="0" y="512064"/>
                  </a:lnTo>
                  <a:close/>
                </a:path>
              </a:pathLst>
            </a:custGeom>
            <a:blipFill>
              <a:blip r:embed="rId3">
                <a:alphaModFix amt="0"/>
              </a:blip>
              <a:stretch>
                <a:fillRect t="-50904" b="-50904"/>
              </a:stretch>
            </a:blipFill>
          </p:spPr>
          <p:txBody>
            <a:bodyPr/>
            <a:lstStyle/>
            <a:p>
              <a:endParaRPr lang="en-GB"/>
            </a:p>
          </p:txBody>
        </p:sp>
        <p:sp>
          <p:nvSpPr>
            <p:cNvPr id="212" name="TextBox 169">
              <a:extLst>
                <a:ext uri="{FF2B5EF4-FFF2-40B4-BE49-F238E27FC236}">
                  <a16:creationId xmlns:a16="http://schemas.microsoft.com/office/drawing/2014/main" id="{10D79D78-8BEB-D1C3-A92A-7C765FDF7B18}"/>
                </a:ext>
              </a:extLst>
            </p:cNvPr>
            <p:cNvSpPr txBox="1"/>
            <p:nvPr/>
          </p:nvSpPr>
          <p:spPr>
            <a:xfrm>
              <a:off x="-200260" y="1476690"/>
              <a:ext cx="2651760" cy="512064"/>
            </a:xfrm>
            <a:prstGeom prst="rect">
              <a:avLst/>
            </a:prstGeom>
          </p:spPr>
          <p:txBody>
            <a:bodyPr lIns="0" tIns="0" rIns="0" bIns="0" rtlCol="0" anchor="ctr"/>
            <a:lstStyle/>
            <a:p>
              <a:pPr algn="ctr">
                <a:lnSpc>
                  <a:spcPts val="2340"/>
                </a:lnSpc>
              </a:pPr>
              <a:r>
                <a:rPr lang="en-US" sz="1950">
                  <a:solidFill>
                    <a:srgbClr val="1F2933"/>
                  </a:solidFill>
                  <a:latin typeface="Aptos"/>
                  <a:ea typeface="Aptos"/>
                  <a:cs typeface="Aptos"/>
                  <a:sym typeface="Aptos"/>
                </a:rPr>
                <a:t>re-acquire line</a:t>
              </a:r>
            </a:p>
          </p:txBody>
        </p:sp>
      </p:grpSp>
      <p:grpSp>
        <p:nvGrpSpPr>
          <p:cNvPr id="213" name="Group 71">
            <a:extLst>
              <a:ext uri="{FF2B5EF4-FFF2-40B4-BE49-F238E27FC236}">
                <a16:creationId xmlns:a16="http://schemas.microsoft.com/office/drawing/2014/main" id="{AFE67F8E-03BA-48DA-DABF-447EA9D1A076}"/>
              </a:ext>
            </a:extLst>
          </p:cNvPr>
          <p:cNvGrpSpPr/>
          <p:nvPr/>
        </p:nvGrpSpPr>
        <p:grpSpPr>
          <a:xfrm>
            <a:off x="8590329" y="3668063"/>
            <a:ext cx="2606040" cy="219456"/>
            <a:chOff x="0" y="0"/>
            <a:chExt cx="3474720" cy="292608"/>
          </a:xfrm>
        </p:grpSpPr>
        <p:sp>
          <p:nvSpPr>
            <p:cNvPr id="214" name="Freeform 72">
              <a:extLst>
                <a:ext uri="{FF2B5EF4-FFF2-40B4-BE49-F238E27FC236}">
                  <a16:creationId xmlns:a16="http://schemas.microsoft.com/office/drawing/2014/main" id="{A0264D55-66B3-FFA8-1F75-E40F2FBE71D8}"/>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215" name="TextBox 73">
              <a:extLst>
                <a:ext uri="{FF2B5EF4-FFF2-40B4-BE49-F238E27FC236}">
                  <a16:creationId xmlns:a16="http://schemas.microsoft.com/office/drawing/2014/main" id="{DA5808C9-2BD7-AECB-7B5A-42C5FAD7409E}"/>
                </a:ext>
              </a:extLst>
            </p:cNvPr>
            <p:cNvSpPr txBox="1"/>
            <p:nvPr/>
          </p:nvSpPr>
          <p:spPr>
            <a:xfrm>
              <a:off x="0" y="0"/>
              <a:ext cx="347472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PID-A</a:t>
              </a:r>
            </a:p>
          </p:txBody>
        </p:sp>
      </p:grpSp>
      <p:grpSp>
        <p:nvGrpSpPr>
          <p:cNvPr id="216" name="Group 74">
            <a:extLst>
              <a:ext uri="{FF2B5EF4-FFF2-40B4-BE49-F238E27FC236}">
                <a16:creationId xmlns:a16="http://schemas.microsoft.com/office/drawing/2014/main" id="{C4E2C8F1-9E2B-9298-D1D1-2214DF631041}"/>
              </a:ext>
            </a:extLst>
          </p:cNvPr>
          <p:cNvGrpSpPr/>
          <p:nvPr/>
        </p:nvGrpSpPr>
        <p:grpSpPr>
          <a:xfrm>
            <a:off x="11529022" y="3706590"/>
            <a:ext cx="2606040" cy="219456"/>
            <a:chOff x="0" y="0"/>
            <a:chExt cx="3474720" cy="292608"/>
          </a:xfrm>
        </p:grpSpPr>
        <p:sp>
          <p:nvSpPr>
            <p:cNvPr id="217" name="Freeform 75">
              <a:extLst>
                <a:ext uri="{FF2B5EF4-FFF2-40B4-BE49-F238E27FC236}">
                  <a16:creationId xmlns:a16="http://schemas.microsoft.com/office/drawing/2014/main" id="{EA6A2D3C-7FD8-2985-471D-2B25DB6A920B}"/>
                </a:ext>
              </a:extLst>
            </p:cNvPr>
            <p:cNvSpPr/>
            <p:nvPr/>
          </p:nvSpPr>
          <p:spPr>
            <a:xfrm>
              <a:off x="0" y="0"/>
              <a:ext cx="3474720" cy="292608"/>
            </a:xfrm>
            <a:custGeom>
              <a:avLst/>
              <a:gdLst/>
              <a:ahLst/>
              <a:cxnLst/>
              <a:rect l="l" t="t" r="r" b="b"/>
              <a:pathLst>
                <a:path w="3474720" h="292608">
                  <a:moveTo>
                    <a:pt x="0" y="0"/>
                  </a:moveTo>
                  <a:lnTo>
                    <a:pt x="3474720" y="0"/>
                  </a:lnTo>
                  <a:lnTo>
                    <a:pt x="3474720" y="292608"/>
                  </a:lnTo>
                  <a:lnTo>
                    <a:pt x="0" y="292608"/>
                  </a:lnTo>
                  <a:close/>
                </a:path>
              </a:pathLst>
            </a:custGeom>
            <a:blipFill>
              <a:blip r:embed="rId3">
                <a:alphaModFix amt="0"/>
              </a:blip>
              <a:stretch>
                <a:fillRect t="-181384" b="-181384"/>
              </a:stretch>
            </a:blipFill>
          </p:spPr>
          <p:txBody>
            <a:bodyPr/>
            <a:lstStyle/>
            <a:p>
              <a:endParaRPr lang="en-GB"/>
            </a:p>
          </p:txBody>
        </p:sp>
        <p:sp>
          <p:nvSpPr>
            <p:cNvPr id="218" name="TextBox 76">
              <a:extLst>
                <a:ext uri="{FF2B5EF4-FFF2-40B4-BE49-F238E27FC236}">
                  <a16:creationId xmlns:a16="http://schemas.microsoft.com/office/drawing/2014/main" id="{C60EE212-0541-21E5-2C26-244752D79300}"/>
                </a:ext>
              </a:extLst>
            </p:cNvPr>
            <p:cNvSpPr txBox="1"/>
            <p:nvPr/>
          </p:nvSpPr>
          <p:spPr>
            <a:xfrm>
              <a:off x="0" y="0"/>
              <a:ext cx="347472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high</a:t>
              </a:r>
            </a:p>
          </p:txBody>
        </p:sp>
      </p:grpSp>
      <p:grpSp>
        <p:nvGrpSpPr>
          <p:cNvPr id="219" name="Group 77">
            <a:extLst>
              <a:ext uri="{FF2B5EF4-FFF2-40B4-BE49-F238E27FC236}">
                <a16:creationId xmlns:a16="http://schemas.microsoft.com/office/drawing/2014/main" id="{EFC65B77-1820-B343-1652-3ACBABEA2F21}"/>
              </a:ext>
            </a:extLst>
          </p:cNvPr>
          <p:cNvGrpSpPr/>
          <p:nvPr/>
        </p:nvGrpSpPr>
        <p:grpSpPr>
          <a:xfrm>
            <a:off x="15001104" y="3600356"/>
            <a:ext cx="1988820" cy="384048"/>
            <a:chOff x="0" y="0"/>
            <a:chExt cx="2651760" cy="512064"/>
          </a:xfrm>
        </p:grpSpPr>
        <p:sp>
          <p:nvSpPr>
            <p:cNvPr id="220" name="Freeform 78">
              <a:extLst>
                <a:ext uri="{FF2B5EF4-FFF2-40B4-BE49-F238E27FC236}">
                  <a16:creationId xmlns:a16="http://schemas.microsoft.com/office/drawing/2014/main" id="{AF8E1D76-401C-1FDB-1AB8-2CEB207A1468}"/>
                </a:ext>
              </a:extLst>
            </p:cNvPr>
            <p:cNvSpPr/>
            <p:nvPr/>
          </p:nvSpPr>
          <p:spPr>
            <a:xfrm>
              <a:off x="0" y="0"/>
              <a:ext cx="2651760" cy="512064"/>
            </a:xfrm>
            <a:custGeom>
              <a:avLst/>
              <a:gdLst/>
              <a:ahLst/>
              <a:cxnLst/>
              <a:rect l="l" t="t" r="r" b="b"/>
              <a:pathLst>
                <a:path w="2651760" h="512064">
                  <a:moveTo>
                    <a:pt x="0" y="0"/>
                  </a:moveTo>
                  <a:lnTo>
                    <a:pt x="2651760" y="0"/>
                  </a:lnTo>
                  <a:lnTo>
                    <a:pt x="2651760" y="512064"/>
                  </a:lnTo>
                  <a:lnTo>
                    <a:pt x="0" y="512064"/>
                  </a:lnTo>
                  <a:close/>
                </a:path>
              </a:pathLst>
            </a:custGeom>
            <a:blipFill>
              <a:blip r:embed="rId3">
                <a:alphaModFix amt="0"/>
              </a:blip>
              <a:stretch>
                <a:fillRect t="-50904" b="-50904"/>
              </a:stretch>
            </a:blipFill>
          </p:spPr>
          <p:txBody>
            <a:bodyPr/>
            <a:lstStyle/>
            <a:p>
              <a:endParaRPr lang="en-GB"/>
            </a:p>
          </p:txBody>
        </p:sp>
        <p:sp>
          <p:nvSpPr>
            <p:cNvPr id="221" name="TextBox 79">
              <a:extLst>
                <a:ext uri="{FF2B5EF4-FFF2-40B4-BE49-F238E27FC236}">
                  <a16:creationId xmlns:a16="http://schemas.microsoft.com/office/drawing/2014/main" id="{83C1377F-85D6-B912-57B8-54A857A978B3}"/>
                </a:ext>
              </a:extLst>
            </p:cNvPr>
            <p:cNvSpPr txBox="1"/>
            <p:nvPr/>
          </p:nvSpPr>
          <p:spPr>
            <a:xfrm>
              <a:off x="0" y="0"/>
              <a:ext cx="2651760" cy="512064"/>
            </a:xfrm>
            <a:prstGeom prst="rect">
              <a:avLst/>
            </a:prstGeom>
          </p:spPr>
          <p:txBody>
            <a:bodyPr lIns="0" tIns="0" rIns="0" bIns="0" rtlCol="0" anchor="ctr"/>
            <a:lstStyle/>
            <a:p>
              <a:pPr algn="ctr">
                <a:lnSpc>
                  <a:spcPts val="2340"/>
                </a:lnSpc>
              </a:pPr>
              <a:r>
                <a:rPr lang="en-US" sz="1950">
                  <a:solidFill>
                    <a:srgbClr val="1F2933"/>
                  </a:solidFill>
                  <a:latin typeface="Aptos"/>
                  <a:ea typeface="Aptos"/>
                  <a:cs typeface="Aptos"/>
                  <a:sym typeface="Aptos"/>
                </a:rPr>
                <a:t>fast stable tracking</a:t>
              </a:r>
            </a:p>
          </p:txBody>
        </p:sp>
      </p:grpSp>
      <p:sp>
        <p:nvSpPr>
          <p:cNvPr id="224" name="TextBox 133">
            <a:extLst>
              <a:ext uri="{FF2B5EF4-FFF2-40B4-BE49-F238E27FC236}">
                <a16:creationId xmlns:a16="http://schemas.microsoft.com/office/drawing/2014/main" id="{5973912B-8208-8F1A-F571-0F9DCE25B1B6}"/>
              </a:ext>
            </a:extLst>
          </p:cNvPr>
          <p:cNvSpPr txBox="1"/>
          <p:nvPr/>
        </p:nvSpPr>
        <p:spPr>
          <a:xfrm>
            <a:off x="8636438" y="6010248"/>
            <a:ext cx="2606040" cy="219456"/>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FSM</a:t>
            </a:r>
            <a:endParaRPr lang="en-US" sz="2200">
              <a:solidFill>
                <a:srgbClr val="1F2933"/>
              </a:solidFill>
              <a:latin typeface="Aptos"/>
              <a:ea typeface="Aptos"/>
              <a:cs typeface="Aptos"/>
            </a:endParaRPr>
          </a:p>
        </p:txBody>
      </p:sp>
      <p:sp>
        <p:nvSpPr>
          <p:cNvPr id="225" name="TextBox 136">
            <a:extLst>
              <a:ext uri="{FF2B5EF4-FFF2-40B4-BE49-F238E27FC236}">
                <a16:creationId xmlns:a16="http://schemas.microsoft.com/office/drawing/2014/main" id="{5BA66601-0580-141E-DA66-B0058987F383}"/>
              </a:ext>
            </a:extLst>
          </p:cNvPr>
          <p:cNvSpPr txBox="1"/>
          <p:nvPr/>
        </p:nvSpPr>
        <p:spPr>
          <a:xfrm>
            <a:off x="11580393" y="6012846"/>
            <a:ext cx="2606040" cy="219456"/>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low</a:t>
            </a:r>
          </a:p>
        </p:txBody>
      </p:sp>
      <p:sp>
        <p:nvSpPr>
          <p:cNvPr id="227" name="TextBox 139">
            <a:extLst>
              <a:ext uri="{FF2B5EF4-FFF2-40B4-BE49-F238E27FC236}">
                <a16:creationId xmlns:a16="http://schemas.microsoft.com/office/drawing/2014/main" id="{61C47948-EAEE-5D32-3C0A-2F1D5CFE85FE}"/>
              </a:ext>
            </a:extLst>
          </p:cNvPr>
          <p:cNvSpPr txBox="1"/>
          <p:nvPr/>
        </p:nvSpPr>
        <p:spPr>
          <a:xfrm>
            <a:off x="14952645" y="7179002"/>
            <a:ext cx="1988820" cy="384048"/>
          </a:xfrm>
          <a:prstGeom prst="rect">
            <a:avLst/>
          </a:prstGeom>
        </p:spPr>
        <p:txBody>
          <a:bodyPr lIns="0" tIns="0" rIns="0" bIns="0" rtlCol="0" anchor="ctr"/>
          <a:lstStyle/>
          <a:p>
            <a:pPr algn="ctr">
              <a:lnSpc>
                <a:spcPts val="2340"/>
              </a:lnSpc>
            </a:pPr>
            <a:r>
              <a:rPr lang="en-US" sz="2200">
                <a:solidFill>
                  <a:srgbClr val="1F2933"/>
                </a:solidFill>
                <a:latin typeface="Aptos"/>
                <a:sym typeface="Aptos"/>
              </a:rPr>
              <a:t>active stop, then turn</a:t>
            </a:r>
            <a:endParaRPr lang="zh-CN" altLang="en-US"/>
          </a:p>
        </p:txBody>
      </p:sp>
      <p:sp>
        <p:nvSpPr>
          <p:cNvPr id="72" name="Freeform 159">
            <a:extLst>
              <a:ext uri="{FF2B5EF4-FFF2-40B4-BE49-F238E27FC236}">
                <a16:creationId xmlns:a16="http://schemas.microsoft.com/office/drawing/2014/main" id="{D9D21C3D-A397-8CE1-61E1-EAD883C57649}"/>
              </a:ext>
            </a:extLst>
          </p:cNvPr>
          <p:cNvSpPr/>
          <p:nvPr/>
        </p:nvSpPr>
        <p:spPr>
          <a:xfrm>
            <a:off x="5141655" y="8329789"/>
            <a:ext cx="3017520" cy="219456"/>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grpSp>
        <p:nvGrpSpPr>
          <p:cNvPr id="74" name="Group 158">
            <a:extLst>
              <a:ext uri="{FF2B5EF4-FFF2-40B4-BE49-F238E27FC236}">
                <a16:creationId xmlns:a16="http://schemas.microsoft.com/office/drawing/2014/main" id="{ED880EA1-32B7-8B84-36A1-3DB12863F4D1}"/>
              </a:ext>
            </a:extLst>
          </p:cNvPr>
          <p:cNvGrpSpPr/>
          <p:nvPr/>
        </p:nvGrpSpPr>
        <p:grpSpPr>
          <a:xfrm>
            <a:off x="5154498" y="8239890"/>
            <a:ext cx="3017520" cy="219456"/>
            <a:chOff x="0" y="0"/>
            <a:chExt cx="4023360" cy="292608"/>
          </a:xfrm>
        </p:grpSpPr>
        <p:sp>
          <p:nvSpPr>
            <p:cNvPr id="75" name="Freeform 159">
              <a:extLst>
                <a:ext uri="{FF2B5EF4-FFF2-40B4-BE49-F238E27FC236}">
                  <a16:creationId xmlns:a16="http://schemas.microsoft.com/office/drawing/2014/main" id="{C3B898AD-DC6A-2BF7-FE31-8C9C13377FE2}"/>
                </a:ext>
              </a:extLst>
            </p:cNvPr>
            <p:cNvSpPr/>
            <p:nvPr/>
          </p:nvSpPr>
          <p:spPr>
            <a:xfrm>
              <a:off x="0" y="0"/>
              <a:ext cx="4023360" cy="292608"/>
            </a:xfrm>
            <a:custGeom>
              <a:avLst/>
              <a:gdLst/>
              <a:ahLst/>
              <a:cxnLst/>
              <a:rect l="l" t="t" r="r" b="b"/>
              <a:pathLst>
                <a:path w="4023360" h="292608">
                  <a:moveTo>
                    <a:pt x="0" y="0"/>
                  </a:moveTo>
                  <a:lnTo>
                    <a:pt x="4023360" y="0"/>
                  </a:lnTo>
                  <a:lnTo>
                    <a:pt x="4023360" y="292608"/>
                  </a:lnTo>
                  <a:lnTo>
                    <a:pt x="0" y="292608"/>
                  </a:lnTo>
                  <a:close/>
                </a:path>
              </a:pathLst>
            </a:custGeom>
            <a:blipFill>
              <a:blip r:embed="rId3">
                <a:alphaModFix amt="0"/>
              </a:blip>
              <a:stretch>
                <a:fillRect t="-217919" b="-217919"/>
              </a:stretch>
            </a:blipFill>
          </p:spPr>
          <p:txBody>
            <a:bodyPr/>
            <a:lstStyle/>
            <a:p>
              <a:endParaRPr lang="en-GB"/>
            </a:p>
          </p:txBody>
        </p:sp>
        <p:sp>
          <p:nvSpPr>
            <p:cNvPr id="76" name="TextBox 160">
              <a:extLst>
                <a:ext uri="{FF2B5EF4-FFF2-40B4-BE49-F238E27FC236}">
                  <a16:creationId xmlns:a16="http://schemas.microsoft.com/office/drawing/2014/main" id="{1D9072E2-5DAD-1C5D-C124-17482194A0B9}"/>
                </a:ext>
              </a:extLst>
            </p:cNvPr>
            <p:cNvSpPr txBox="1"/>
            <p:nvPr/>
          </p:nvSpPr>
          <p:spPr>
            <a:xfrm>
              <a:off x="0" y="0"/>
              <a:ext cx="4023360" cy="292608"/>
            </a:xfrm>
            <a:prstGeom prst="rect">
              <a:avLst/>
            </a:prstGeom>
          </p:spPr>
          <p:txBody>
            <a:bodyPr lIns="0" tIns="0" rIns="0" bIns="0" rtlCol="0" anchor="ctr"/>
            <a:lstStyle/>
            <a:p>
              <a:pPr algn="ctr">
                <a:lnSpc>
                  <a:spcPts val="2700"/>
                </a:lnSpc>
              </a:pPr>
              <a:r>
                <a:rPr lang="en-US" sz="2250">
                  <a:solidFill>
                    <a:srgbClr val="1F2933"/>
                  </a:solidFill>
                  <a:latin typeface="Aptos"/>
                  <a:ea typeface="Aptos"/>
                  <a:cs typeface="Aptos"/>
                  <a:sym typeface="Aptos"/>
                </a:rPr>
                <a:t>Off-route</a:t>
              </a:r>
            </a:p>
          </p:txBody>
        </p:sp>
      </p:grpSp>
      <p:sp>
        <p:nvSpPr>
          <p:cNvPr id="14" name="TextBox 10">
            <a:extLst>
              <a:ext uri="{FF2B5EF4-FFF2-40B4-BE49-F238E27FC236}">
                <a16:creationId xmlns:a16="http://schemas.microsoft.com/office/drawing/2014/main" id="{0B85EDA4-3979-7D74-273B-29757FFAB53E}"/>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D4900-A7DF-34D6-AA30-3474D46078EC}"/>
            </a:ext>
          </a:extLst>
        </p:cNvPr>
        <p:cNvGrpSpPr/>
        <p:nvPr/>
      </p:nvGrpSpPr>
      <p:grpSpPr>
        <a:xfrm>
          <a:off x="0" y="0"/>
          <a:ext cx="0" cy="0"/>
          <a:chOff x="0" y="0"/>
          <a:chExt cx="0" cy="0"/>
        </a:xfrm>
      </p:grpSpPr>
      <p:grpSp>
        <p:nvGrpSpPr>
          <p:cNvPr id="14" name="Group 17">
            <a:extLst>
              <a:ext uri="{FF2B5EF4-FFF2-40B4-BE49-F238E27FC236}">
                <a16:creationId xmlns:a16="http://schemas.microsoft.com/office/drawing/2014/main" id="{061FF2BB-81AD-B8FB-E340-9901DBFAA387}"/>
              </a:ext>
            </a:extLst>
          </p:cNvPr>
          <p:cNvGrpSpPr/>
          <p:nvPr/>
        </p:nvGrpSpPr>
        <p:grpSpPr>
          <a:xfrm>
            <a:off x="524248" y="2130130"/>
            <a:ext cx="4956810" cy="6602730"/>
            <a:chOff x="0" y="0"/>
            <a:chExt cx="6609080" cy="8803640"/>
          </a:xfrm>
        </p:grpSpPr>
        <p:sp>
          <p:nvSpPr>
            <p:cNvPr id="16" name="Freeform 18">
              <a:extLst>
                <a:ext uri="{FF2B5EF4-FFF2-40B4-BE49-F238E27FC236}">
                  <a16:creationId xmlns:a16="http://schemas.microsoft.com/office/drawing/2014/main" id="{1CE5F4AF-D74A-3005-F4B2-A0F3D6F4C771}"/>
                </a:ext>
              </a:extLst>
            </p:cNvPr>
            <p:cNvSpPr/>
            <p:nvPr/>
          </p:nvSpPr>
          <p:spPr>
            <a:xfrm>
              <a:off x="12700" y="12700"/>
              <a:ext cx="6583680" cy="8778240"/>
            </a:xfrm>
            <a:custGeom>
              <a:avLst/>
              <a:gdLst/>
              <a:ahLst/>
              <a:cxnLst/>
              <a:rect l="l" t="t" r="r" b="b"/>
              <a:pathLst>
                <a:path w="6583680" h="8778240">
                  <a:moveTo>
                    <a:pt x="0" y="146431"/>
                  </a:moveTo>
                  <a:cubicBezTo>
                    <a:pt x="0" y="65532"/>
                    <a:pt x="65532" y="0"/>
                    <a:pt x="146304" y="0"/>
                  </a:cubicBezTo>
                  <a:lnTo>
                    <a:pt x="6437376" y="0"/>
                  </a:lnTo>
                  <a:cubicBezTo>
                    <a:pt x="6518148" y="0"/>
                    <a:pt x="6583680" y="65532"/>
                    <a:pt x="6583680" y="146431"/>
                  </a:cubicBezTo>
                  <a:lnTo>
                    <a:pt x="6583680" y="8631809"/>
                  </a:lnTo>
                  <a:cubicBezTo>
                    <a:pt x="6583680" y="8712708"/>
                    <a:pt x="6518148" y="8778240"/>
                    <a:pt x="6437376" y="8778240"/>
                  </a:cubicBezTo>
                  <a:lnTo>
                    <a:pt x="146304" y="8778240"/>
                  </a:lnTo>
                  <a:cubicBezTo>
                    <a:pt x="65532" y="8778240"/>
                    <a:pt x="0" y="8712708"/>
                    <a:pt x="0" y="8631809"/>
                  </a:cubicBezTo>
                  <a:close/>
                </a:path>
              </a:pathLst>
            </a:custGeom>
            <a:solidFill>
              <a:srgbClr val="FFFFFF"/>
            </a:solidFill>
          </p:spPr>
          <p:txBody>
            <a:bodyPr/>
            <a:lstStyle/>
            <a:p>
              <a:endParaRPr lang="en-GB"/>
            </a:p>
          </p:txBody>
        </p:sp>
        <p:sp>
          <p:nvSpPr>
            <p:cNvPr id="35" name="Freeform 19">
              <a:extLst>
                <a:ext uri="{FF2B5EF4-FFF2-40B4-BE49-F238E27FC236}">
                  <a16:creationId xmlns:a16="http://schemas.microsoft.com/office/drawing/2014/main" id="{872BE15C-BD0A-837F-D4CF-F635BE7FE8A9}"/>
                </a:ext>
              </a:extLst>
            </p:cNvPr>
            <p:cNvSpPr/>
            <p:nvPr/>
          </p:nvSpPr>
          <p:spPr>
            <a:xfrm>
              <a:off x="0" y="0"/>
              <a:ext cx="6609080" cy="8803640"/>
            </a:xfrm>
            <a:custGeom>
              <a:avLst/>
              <a:gdLst/>
              <a:ahLst/>
              <a:cxnLst/>
              <a:rect l="l" t="t" r="r" b="b"/>
              <a:pathLst>
                <a:path w="6609080" h="8803640">
                  <a:moveTo>
                    <a:pt x="0" y="159131"/>
                  </a:moveTo>
                  <a:cubicBezTo>
                    <a:pt x="0" y="71247"/>
                    <a:pt x="71120" y="0"/>
                    <a:pt x="159004" y="0"/>
                  </a:cubicBezTo>
                  <a:lnTo>
                    <a:pt x="6450076" y="0"/>
                  </a:lnTo>
                  <a:lnTo>
                    <a:pt x="6450076" y="12700"/>
                  </a:lnTo>
                  <a:lnTo>
                    <a:pt x="6450076" y="0"/>
                  </a:lnTo>
                  <a:cubicBezTo>
                    <a:pt x="6537833" y="0"/>
                    <a:pt x="6609080" y="71247"/>
                    <a:pt x="6609080" y="159131"/>
                  </a:cubicBezTo>
                  <a:lnTo>
                    <a:pt x="6596380" y="159131"/>
                  </a:lnTo>
                  <a:lnTo>
                    <a:pt x="6609080" y="159131"/>
                  </a:lnTo>
                  <a:lnTo>
                    <a:pt x="6609080" y="8644509"/>
                  </a:lnTo>
                  <a:lnTo>
                    <a:pt x="6596380" y="8644509"/>
                  </a:lnTo>
                  <a:lnTo>
                    <a:pt x="6609080" y="8644509"/>
                  </a:lnTo>
                  <a:cubicBezTo>
                    <a:pt x="6609080" y="8732393"/>
                    <a:pt x="6537960" y="8803640"/>
                    <a:pt x="6450076" y="8803640"/>
                  </a:cubicBezTo>
                  <a:lnTo>
                    <a:pt x="6450076" y="8790940"/>
                  </a:lnTo>
                  <a:lnTo>
                    <a:pt x="6450076" y="8803640"/>
                  </a:lnTo>
                  <a:lnTo>
                    <a:pt x="159004" y="8803640"/>
                  </a:lnTo>
                  <a:lnTo>
                    <a:pt x="159004" y="8790940"/>
                  </a:lnTo>
                  <a:lnTo>
                    <a:pt x="159004" y="8803640"/>
                  </a:lnTo>
                  <a:cubicBezTo>
                    <a:pt x="71120" y="8803640"/>
                    <a:pt x="0" y="8732393"/>
                    <a:pt x="0" y="8644509"/>
                  </a:cubicBezTo>
                  <a:lnTo>
                    <a:pt x="0" y="159131"/>
                  </a:lnTo>
                  <a:lnTo>
                    <a:pt x="12700" y="159131"/>
                  </a:lnTo>
                  <a:lnTo>
                    <a:pt x="0" y="159131"/>
                  </a:lnTo>
                  <a:moveTo>
                    <a:pt x="25400" y="159131"/>
                  </a:moveTo>
                  <a:lnTo>
                    <a:pt x="25400" y="8644509"/>
                  </a:lnTo>
                  <a:lnTo>
                    <a:pt x="12700" y="8644509"/>
                  </a:lnTo>
                  <a:lnTo>
                    <a:pt x="25400" y="8644509"/>
                  </a:lnTo>
                  <a:cubicBezTo>
                    <a:pt x="25400" y="8718423"/>
                    <a:pt x="85217" y="8778240"/>
                    <a:pt x="159004" y="8778240"/>
                  </a:cubicBezTo>
                  <a:lnTo>
                    <a:pt x="6450076" y="8778240"/>
                  </a:lnTo>
                  <a:cubicBezTo>
                    <a:pt x="6523863" y="8778240"/>
                    <a:pt x="6583680" y="8718423"/>
                    <a:pt x="6583680" y="8644509"/>
                  </a:cubicBezTo>
                  <a:lnTo>
                    <a:pt x="6583680" y="159131"/>
                  </a:lnTo>
                  <a:cubicBezTo>
                    <a:pt x="6583680" y="85217"/>
                    <a:pt x="6523863" y="25400"/>
                    <a:pt x="645007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2" name="Group 2">
            <a:extLst>
              <a:ext uri="{FF2B5EF4-FFF2-40B4-BE49-F238E27FC236}">
                <a16:creationId xmlns:a16="http://schemas.microsoft.com/office/drawing/2014/main" id="{EE6BD623-1EFF-0565-5FDD-777C15CAF774}"/>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48C5F341-A853-5EF9-1E82-2AADC4CBF076}"/>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097856D1-0101-3DA3-5375-C58FF16C4D71}"/>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0D141CEE-9AF1-9685-5300-60CFB97DEB64}"/>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28A3443D-3D5D-1A43-82ED-3C07A26532EE}"/>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5E27E299-C67F-BF21-07B8-F043B844F08F}"/>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a:extLst>
              <a:ext uri="{FF2B5EF4-FFF2-40B4-BE49-F238E27FC236}">
                <a16:creationId xmlns:a16="http://schemas.microsoft.com/office/drawing/2014/main" id="{5071F36C-B412-F7C5-2507-38A56B441C68}"/>
              </a:ext>
            </a:extLst>
          </p:cNvPr>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a:extLst>
              <a:ext uri="{FF2B5EF4-FFF2-40B4-BE49-F238E27FC236}">
                <a16:creationId xmlns:a16="http://schemas.microsoft.com/office/drawing/2014/main" id="{E2CB52FD-49C4-4AD3-D922-BBB927EBC2AE}"/>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0BE18468-C6C0-2323-D333-6542B7A33CF1}"/>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96A73779-25F9-592B-4D2F-2430B9010BD7}"/>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rPr>
                <a:t>Coding progress</a:t>
              </a:r>
            </a:p>
          </p:txBody>
        </p:sp>
      </p:grpSp>
      <p:sp>
        <p:nvSpPr>
          <p:cNvPr id="15" name="Freeform 15">
            <a:extLst>
              <a:ext uri="{FF2B5EF4-FFF2-40B4-BE49-F238E27FC236}">
                <a16:creationId xmlns:a16="http://schemas.microsoft.com/office/drawing/2014/main" id="{A494B7EE-2780-7EC7-BD19-3F31063405DB}"/>
              </a:ext>
            </a:extLst>
          </p:cNvPr>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17" name="Group 17">
            <a:extLst>
              <a:ext uri="{FF2B5EF4-FFF2-40B4-BE49-F238E27FC236}">
                <a16:creationId xmlns:a16="http://schemas.microsoft.com/office/drawing/2014/main" id="{9411F7D1-0B7F-983D-E5FC-DAAA56F7700A}"/>
              </a:ext>
            </a:extLst>
          </p:cNvPr>
          <p:cNvGrpSpPr/>
          <p:nvPr/>
        </p:nvGrpSpPr>
        <p:grpSpPr>
          <a:xfrm>
            <a:off x="5731902" y="2120605"/>
            <a:ext cx="4956810" cy="6602730"/>
            <a:chOff x="0" y="0"/>
            <a:chExt cx="6609080" cy="8803640"/>
          </a:xfrm>
        </p:grpSpPr>
        <p:sp>
          <p:nvSpPr>
            <p:cNvPr id="18" name="Freeform 18">
              <a:extLst>
                <a:ext uri="{FF2B5EF4-FFF2-40B4-BE49-F238E27FC236}">
                  <a16:creationId xmlns:a16="http://schemas.microsoft.com/office/drawing/2014/main" id="{4075A09C-28E1-0C22-94C9-A382AE3A47E9}"/>
                </a:ext>
              </a:extLst>
            </p:cNvPr>
            <p:cNvSpPr/>
            <p:nvPr/>
          </p:nvSpPr>
          <p:spPr>
            <a:xfrm>
              <a:off x="12700" y="12700"/>
              <a:ext cx="6583680" cy="8778240"/>
            </a:xfrm>
            <a:custGeom>
              <a:avLst/>
              <a:gdLst/>
              <a:ahLst/>
              <a:cxnLst/>
              <a:rect l="l" t="t" r="r" b="b"/>
              <a:pathLst>
                <a:path w="6583680" h="8778240">
                  <a:moveTo>
                    <a:pt x="0" y="146431"/>
                  </a:moveTo>
                  <a:cubicBezTo>
                    <a:pt x="0" y="65532"/>
                    <a:pt x="65532" y="0"/>
                    <a:pt x="146304" y="0"/>
                  </a:cubicBezTo>
                  <a:lnTo>
                    <a:pt x="6437376" y="0"/>
                  </a:lnTo>
                  <a:cubicBezTo>
                    <a:pt x="6518148" y="0"/>
                    <a:pt x="6583680" y="65532"/>
                    <a:pt x="6583680" y="146431"/>
                  </a:cubicBezTo>
                  <a:lnTo>
                    <a:pt x="6583680" y="8631809"/>
                  </a:lnTo>
                  <a:cubicBezTo>
                    <a:pt x="6583680" y="8712708"/>
                    <a:pt x="6518148" y="8778240"/>
                    <a:pt x="6437376" y="8778240"/>
                  </a:cubicBezTo>
                  <a:lnTo>
                    <a:pt x="146304" y="8778240"/>
                  </a:lnTo>
                  <a:cubicBezTo>
                    <a:pt x="65532" y="8778240"/>
                    <a:pt x="0" y="8712708"/>
                    <a:pt x="0" y="8631809"/>
                  </a:cubicBezTo>
                  <a:close/>
                </a:path>
              </a:pathLst>
            </a:custGeom>
            <a:solidFill>
              <a:srgbClr val="FFFFFF"/>
            </a:solidFill>
          </p:spPr>
          <p:txBody>
            <a:bodyPr/>
            <a:lstStyle/>
            <a:p>
              <a:endParaRPr lang="en-GB"/>
            </a:p>
          </p:txBody>
        </p:sp>
        <p:sp>
          <p:nvSpPr>
            <p:cNvPr id="19" name="Freeform 19">
              <a:extLst>
                <a:ext uri="{FF2B5EF4-FFF2-40B4-BE49-F238E27FC236}">
                  <a16:creationId xmlns:a16="http://schemas.microsoft.com/office/drawing/2014/main" id="{2A0BB858-AC8D-9432-8A8D-B2A53BBAC429}"/>
                </a:ext>
              </a:extLst>
            </p:cNvPr>
            <p:cNvSpPr/>
            <p:nvPr/>
          </p:nvSpPr>
          <p:spPr>
            <a:xfrm>
              <a:off x="0" y="0"/>
              <a:ext cx="6609080" cy="8803640"/>
            </a:xfrm>
            <a:custGeom>
              <a:avLst/>
              <a:gdLst/>
              <a:ahLst/>
              <a:cxnLst/>
              <a:rect l="l" t="t" r="r" b="b"/>
              <a:pathLst>
                <a:path w="6609080" h="8803640">
                  <a:moveTo>
                    <a:pt x="0" y="159131"/>
                  </a:moveTo>
                  <a:cubicBezTo>
                    <a:pt x="0" y="71247"/>
                    <a:pt x="71120" y="0"/>
                    <a:pt x="159004" y="0"/>
                  </a:cubicBezTo>
                  <a:lnTo>
                    <a:pt x="6450076" y="0"/>
                  </a:lnTo>
                  <a:lnTo>
                    <a:pt x="6450076" y="12700"/>
                  </a:lnTo>
                  <a:lnTo>
                    <a:pt x="6450076" y="0"/>
                  </a:lnTo>
                  <a:cubicBezTo>
                    <a:pt x="6537833" y="0"/>
                    <a:pt x="6609080" y="71247"/>
                    <a:pt x="6609080" y="159131"/>
                  </a:cubicBezTo>
                  <a:lnTo>
                    <a:pt x="6596380" y="159131"/>
                  </a:lnTo>
                  <a:lnTo>
                    <a:pt x="6609080" y="159131"/>
                  </a:lnTo>
                  <a:lnTo>
                    <a:pt x="6609080" y="8644509"/>
                  </a:lnTo>
                  <a:lnTo>
                    <a:pt x="6596380" y="8644509"/>
                  </a:lnTo>
                  <a:lnTo>
                    <a:pt x="6609080" y="8644509"/>
                  </a:lnTo>
                  <a:cubicBezTo>
                    <a:pt x="6609080" y="8732393"/>
                    <a:pt x="6537960" y="8803640"/>
                    <a:pt x="6450076" y="8803640"/>
                  </a:cubicBezTo>
                  <a:lnTo>
                    <a:pt x="6450076" y="8790940"/>
                  </a:lnTo>
                  <a:lnTo>
                    <a:pt x="6450076" y="8803640"/>
                  </a:lnTo>
                  <a:lnTo>
                    <a:pt x="159004" y="8803640"/>
                  </a:lnTo>
                  <a:lnTo>
                    <a:pt x="159004" y="8790940"/>
                  </a:lnTo>
                  <a:lnTo>
                    <a:pt x="159004" y="8803640"/>
                  </a:lnTo>
                  <a:cubicBezTo>
                    <a:pt x="71120" y="8803640"/>
                    <a:pt x="0" y="8732393"/>
                    <a:pt x="0" y="8644509"/>
                  </a:cubicBezTo>
                  <a:lnTo>
                    <a:pt x="0" y="159131"/>
                  </a:lnTo>
                  <a:lnTo>
                    <a:pt x="12700" y="159131"/>
                  </a:lnTo>
                  <a:lnTo>
                    <a:pt x="0" y="159131"/>
                  </a:lnTo>
                  <a:moveTo>
                    <a:pt x="25400" y="159131"/>
                  </a:moveTo>
                  <a:lnTo>
                    <a:pt x="25400" y="8644509"/>
                  </a:lnTo>
                  <a:lnTo>
                    <a:pt x="12700" y="8644509"/>
                  </a:lnTo>
                  <a:lnTo>
                    <a:pt x="25400" y="8644509"/>
                  </a:lnTo>
                  <a:cubicBezTo>
                    <a:pt x="25400" y="8718423"/>
                    <a:pt x="85217" y="8778240"/>
                    <a:pt x="159004" y="8778240"/>
                  </a:cubicBezTo>
                  <a:lnTo>
                    <a:pt x="6450076" y="8778240"/>
                  </a:lnTo>
                  <a:cubicBezTo>
                    <a:pt x="6523863" y="8778240"/>
                    <a:pt x="6583680" y="8718423"/>
                    <a:pt x="6583680" y="8644509"/>
                  </a:cubicBezTo>
                  <a:lnTo>
                    <a:pt x="6583680" y="159131"/>
                  </a:lnTo>
                  <a:cubicBezTo>
                    <a:pt x="6583680" y="85217"/>
                    <a:pt x="6523863" y="25400"/>
                    <a:pt x="645007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20" name="Group 20">
            <a:extLst>
              <a:ext uri="{FF2B5EF4-FFF2-40B4-BE49-F238E27FC236}">
                <a16:creationId xmlns:a16="http://schemas.microsoft.com/office/drawing/2014/main" id="{EFF18528-FCEE-C34E-6116-C9A430B99B7F}"/>
              </a:ext>
            </a:extLst>
          </p:cNvPr>
          <p:cNvGrpSpPr/>
          <p:nvPr/>
        </p:nvGrpSpPr>
        <p:grpSpPr>
          <a:xfrm>
            <a:off x="5731902" y="2120605"/>
            <a:ext cx="183642" cy="6602730"/>
            <a:chOff x="0" y="0"/>
            <a:chExt cx="244856" cy="8803640"/>
          </a:xfrm>
        </p:grpSpPr>
        <p:sp>
          <p:nvSpPr>
            <p:cNvPr id="21" name="Freeform 21">
              <a:extLst>
                <a:ext uri="{FF2B5EF4-FFF2-40B4-BE49-F238E27FC236}">
                  <a16:creationId xmlns:a16="http://schemas.microsoft.com/office/drawing/2014/main" id="{AA0B5786-BC9B-0DFF-09A1-DB7F645C4CA4}"/>
                </a:ext>
              </a:extLst>
            </p:cNvPr>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solidFill>
              <a:srgbClr val="1F4E79"/>
            </a:solidFill>
          </p:spPr>
          <p:txBody>
            <a:bodyPr/>
            <a:lstStyle/>
            <a:p>
              <a:endParaRPr lang="en-GB"/>
            </a:p>
          </p:txBody>
        </p:sp>
        <p:sp>
          <p:nvSpPr>
            <p:cNvPr id="22" name="Freeform 22">
              <a:extLst>
                <a:ext uri="{FF2B5EF4-FFF2-40B4-BE49-F238E27FC236}">
                  <a16:creationId xmlns:a16="http://schemas.microsoft.com/office/drawing/2014/main" id="{5D57BC29-58B1-7D9C-4A26-3C575E19A265}"/>
                </a:ext>
              </a:extLst>
            </p:cNvPr>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solidFill>
              <a:srgbClr val="1F4E79"/>
            </a:solidFill>
          </p:spPr>
          <p:txBody>
            <a:bodyPr/>
            <a:lstStyle/>
            <a:p>
              <a:endParaRPr lang="en-GB"/>
            </a:p>
          </p:txBody>
        </p:sp>
      </p:grpSp>
      <p:grpSp>
        <p:nvGrpSpPr>
          <p:cNvPr id="23" name="Group 23">
            <a:extLst>
              <a:ext uri="{FF2B5EF4-FFF2-40B4-BE49-F238E27FC236}">
                <a16:creationId xmlns:a16="http://schemas.microsoft.com/office/drawing/2014/main" id="{CBDEC705-E299-0377-9559-AAAAFC88BE88}"/>
              </a:ext>
            </a:extLst>
          </p:cNvPr>
          <p:cNvGrpSpPr/>
          <p:nvPr/>
        </p:nvGrpSpPr>
        <p:grpSpPr>
          <a:xfrm>
            <a:off x="6043179" y="2267290"/>
            <a:ext cx="4553712" cy="411480"/>
            <a:chOff x="0" y="0"/>
            <a:chExt cx="6071616" cy="548640"/>
          </a:xfrm>
        </p:grpSpPr>
        <p:sp>
          <p:nvSpPr>
            <p:cNvPr id="24" name="Freeform 24">
              <a:extLst>
                <a:ext uri="{FF2B5EF4-FFF2-40B4-BE49-F238E27FC236}">
                  <a16:creationId xmlns:a16="http://schemas.microsoft.com/office/drawing/2014/main" id="{C7503F1C-FBBE-B27B-CFA3-FBA208A6A6FE}"/>
                </a:ext>
              </a:extLst>
            </p:cNvPr>
            <p:cNvSpPr/>
            <p:nvPr/>
          </p:nvSpPr>
          <p:spPr>
            <a:xfrm>
              <a:off x="0" y="0"/>
              <a:ext cx="6071616" cy="548640"/>
            </a:xfrm>
            <a:custGeom>
              <a:avLst/>
              <a:gdLst/>
              <a:ahLst/>
              <a:cxnLst/>
              <a:rect l="l" t="t" r="r" b="b"/>
              <a:pathLst>
                <a:path w="6071616" h="548640">
                  <a:moveTo>
                    <a:pt x="0" y="0"/>
                  </a:moveTo>
                  <a:lnTo>
                    <a:pt x="6071616" y="0"/>
                  </a:lnTo>
                  <a:lnTo>
                    <a:pt x="6071616" y="548640"/>
                  </a:lnTo>
                  <a:lnTo>
                    <a:pt x="0" y="548640"/>
                  </a:lnTo>
                  <a:close/>
                </a:path>
              </a:pathLst>
            </a:custGeom>
            <a:blipFill>
              <a:blip r:embed="rId3">
                <a:alphaModFix amt="0"/>
              </a:blip>
              <a:stretch>
                <a:fillRect t="-165634" b="-165634"/>
              </a:stretch>
            </a:blipFill>
          </p:spPr>
          <p:txBody>
            <a:bodyPr/>
            <a:lstStyle/>
            <a:p>
              <a:endParaRPr lang="en-GB"/>
            </a:p>
          </p:txBody>
        </p:sp>
        <p:sp>
          <p:nvSpPr>
            <p:cNvPr id="25" name="TextBox 25">
              <a:extLst>
                <a:ext uri="{FF2B5EF4-FFF2-40B4-BE49-F238E27FC236}">
                  <a16:creationId xmlns:a16="http://schemas.microsoft.com/office/drawing/2014/main" id="{B2A88417-0BD7-24FB-6DFC-0435ECF411D6}"/>
                </a:ext>
              </a:extLst>
            </p:cNvPr>
            <p:cNvSpPr txBox="1"/>
            <p:nvPr/>
          </p:nvSpPr>
          <p:spPr>
            <a:xfrm>
              <a:off x="0" y="0"/>
              <a:ext cx="607161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grpSp>
        <p:nvGrpSpPr>
          <p:cNvPr id="26" name="Group 26">
            <a:extLst>
              <a:ext uri="{FF2B5EF4-FFF2-40B4-BE49-F238E27FC236}">
                <a16:creationId xmlns:a16="http://schemas.microsoft.com/office/drawing/2014/main" id="{A52AFA18-CFA9-84F1-778F-D1D685667D4D}"/>
              </a:ext>
            </a:extLst>
          </p:cNvPr>
          <p:cNvGrpSpPr/>
          <p:nvPr/>
        </p:nvGrpSpPr>
        <p:grpSpPr>
          <a:xfrm>
            <a:off x="10977349" y="2130131"/>
            <a:ext cx="6743517" cy="6602729"/>
            <a:chOff x="0" y="0"/>
            <a:chExt cx="5969000" cy="8803639"/>
          </a:xfrm>
        </p:grpSpPr>
        <p:sp>
          <p:nvSpPr>
            <p:cNvPr id="27" name="Freeform 27">
              <a:extLst>
                <a:ext uri="{FF2B5EF4-FFF2-40B4-BE49-F238E27FC236}">
                  <a16:creationId xmlns:a16="http://schemas.microsoft.com/office/drawing/2014/main" id="{0DD8A681-55F2-80A6-6640-E57F2960026C}"/>
                </a:ext>
              </a:extLst>
            </p:cNvPr>
            <p:cNvSpPr/>
            <p:nvPr/>
          </p:nvSpPr>
          <p:spPr>
            <a:xfrm>
              <a:off x="12700" y="12700"/>
              <a:ext cx="5943600" cy="8778239"/>
            </a:xfrm>
            <a:custGeom>
              <a:avLst/>
              <a:gdLst/>
              <a:ahLst/>
              <a:cxnLst/>
              <a:rect l="l" t="t" r="r" b="b"/>
              <a:pathLst>
                <a:path w="5943600" h="8778239">
                  <a:moveTo>
                    <a:pt x="0" y="146558"/>
                  </a:moveTo>
                  <a:cubicBezTo>
                    <a:pt x="0" y="65659"/>
                    <a:pt x="65532" y="0"/>
                    <a:pt x="146304" y="0"/>
                  </a:cubicBezTo>
                  <a:lnTo>
                    <a:pt x="5797296" y="0"/>
                  </a:lnTo>
                  <a:cubicBezTo>
                    <a:pt x="5878068" y="0"/>
                    <a:pt x="5943600" y="65659"/>
                    <a:pt x="5943600" y="146558"/>
                  </a:cubicBezTo>
                  <a:lnTo>
                    <a:pt x="5943600" y="8631682"/>
                  </a:lnTo>
                  <a:cubicBezTo>
                    <a:pt x="5943600" y="8712581"/>
                    <a:pt x="5878068" y="8778239"/>
                    <a:pt x="5797296" y="8778239"/>
                  </a:cubicBezTo>
                  <a:lnTo>
                    <a:pt x="146304" y="8778239"/>
                  </a:lnTo>
                  <a:cubicBezTo>
                    <a:pt x="65532" y="8778240"/>
                    <a:pt x="0" y="8712581"/>
                    <a:pt x="0" y="8631682"/>
                  </a:cubicBezTo>
                  <a:close/>
                </a:path>
              </a:pathLst>
            </a:custGeom>
            <a:solidFill>
              <a:srgbClr val="FFFFFF"/>
            </a:solidFill>
          </p:spPr>
          <p:txBody>
            <a:bodyPr/>
            <a:lstStyle/>
            <a:p>
              <a:endParaRPr lang="en-GB"/>
            </a:p>
          </p:txBody>
        </p:sp>
        <p:sp>
          <p:nvSpPr>
            <p:cNvPr id="28" name="Freeform 28">
              <a:extLst>
                <a:ext uri="{FF2B5EF4-FFF2-40B4-BE49-F238E27FC236}">
                  <a16:creationId xmlns:a16="http://schemas.microsoft.com/office/drawing/2014/main" id="{69B9742C-C6E9-F8EF-5829-E52CDAC55973}"/>
                </a:ext>
              </a:extLst>
            </p:cNvPr>
            <p:cNvSpPr/>
            <p:nvPr/>
          </p:nvSpPr>
          <p:spPr>
            <a:xfrm>
              <a:off x="0" y="0"/>
              <a:ext cx="5969000" cy="8803639"/>
            </a:xfrm>
            <a:custGeom>
              <a:avLst/>
              <a:gdLst/>
              <a:ahLst/>
              <a:cxnLst/>
              <a:rect l="l" t="t" r="r" b="b"/>
              <a:pathLst>
                <a:path w="5969000" h="8803639">
                  <a:moveTo>
                    <a:pt x="0" y="159258"/>
                  </a:moveTo>
                  <a:cubicBezTo>
                    <a:pt x="0" y="71247"/>
                    <a:pt x="71247" y="0"/>
                    <a:pt x="159004" y="0"/>
                  </a:cubicBezTo>
                  <a:lnTo>
                    <a:pt x="5809996" y="0"/>
                  </a:lnTo>
                  <a:lnTo>
                    <a:pt x="5809996" y="12700"/>
                  </a:lnTo>
                  <a:lnTo>
                    <a:pt x="5809996" y="0"/>
                  </a:lnTo>
                  <a:cubicBezTo>
                    <a:pt x="5897753" y="0"/>
                    <a:pt x="5969000" y="71247"/>
                    <a:pt x="5969000" y="159258"/>
                  </a:cubicBezTo>
                  <a:lnTo>
                    <a:pt x="5956300" y="159258"/>
                  </a:lnTo>
                  <a:lnTo>
                    <a:pt x="5969000" y="159258"/>
                  </a:lnTo>
                  <a:lnTo>
                    <a:pt x="5969000" y="8644382"/>
                  </a:lnTo>
                  <a:lnTo>
                    <a:pt x="5956300" y="8644382"/>
                  </a:lnTo>
                  <a:lnTo>
                    <a:pt x="5969000" y="8644382"/>
                  </a:lnTo>
                  <a:cubicBezTo>
                    <a:pt x="5969000" y="8732265"/>
                    <a:pt x="5897753" y="8803639"/>
                    <a:pt x="5809996" y="8803639"/>
                  </a:cubicBezTo>
                  <a:lnTo>
                    <a:pt x="5809996" y="8790939"/>
                  </a:lnTo>
                  <a:lnTo>
                    <a:pt x="5809996" y="8803639"/>
                  </a:lnTo>
                  <a:lnTo>
                    <a:pt x="159004" y="8803639"/>
                  </a:lnTo>
                  <a:lnTo>
                    <a:pt x="159004" y="8790939"/>
                  </a:lnTo>
                  <a:lnTo>
                    <a:pt x="159004" y="8803639"/>
                  </a:lnTo>
                  <a:cubicBezTo>
                    <a:pt x="71247" y="8803640"/>
                    <a:pt x="0" y="8732393"/>
                    <a:pt x="0" y="8644382"/>
                  </a:cubicBezTo>
                  <a:lnTo>
                    <a:pt x="0" y="159258"/>
                  </a:lnTo>
                  <a:lnTo>
                    <a:pt x="12700" y="159258"/>
                  </a:lnTo>
                  <a:lnTo>
                    <a:pt x="0" y="159258"/>
                  </a:lnTo>
                  <a:moveTo>
                    <a:pt x="25400" y="159258"/>
                  </a:moveTo>
                  <a:lnTo>
                    <a:pt x="25400" y="8644382"/>
                  </a:lnTo>
                  <a:lnTo>
                    <a:pt x="12700" y="8644382"/>
                  </a:lnTo>
                  <a:lnTo>
                    <a:pt x="25400" y="8644382"/>
                  </a:lnTo>
                  <a:cubicBezTo>
                    <a:pt x="25400" y="8718296"/>
                    <a:pt x="85217" y="8778239"/>
                    <a:pt x="159004" y="8778239"/>
                  </a:cubicBezTo>
                  <a:lnTo>
                    <a:pt x="5809996" y="8778239"/>
                  </a:lnTo>
                  <a:cubicBezTo>
                    <a:pt x="5883783" y="8778239"/>
                    <a:pt x="5943600" y="8718296"/>
                    <a:pt x="5943600" y="8644382"/>
                  </a:cubicBezTo>
                  <a:lnTo>
                    <a:pt x="5943600" y="159258"/>
                  </a:lnTo>
                  <a:cubicBezTo>
                    <a:pt x="5943600" y="85344"/>
                    <a:pt x="5883783" y="25400"/>
                    <a:pt x="5809996" y="25400"/>
                  </a:cubicBezTo>
                  <a:lnTo>
                    <a:pt x="159004" y="25400"/>
                  </a:lnTo>
                  <a:lnTo>
                    <a:pt x="159004" y="12700"/>
                  </a:lnTo>
                  <a:lnTo>
                    <a:pt x="159004" y="25400"/>
                  </a:lnTo>
                  <a:cubicBezTo>
                    <a:pt x="85217" y="25400"/>
                    <a:pt x="25400" y="85344"/>
                    <a:pt x="25400" y="159258"/>
                  </a:cubicBezTo>
                  <a:close/>
                </a:path>
              </a:pathLst>
            </a:custGeom>
            <a:solidFill>
              <a:srgbClr val="D6DEE8"/>
            </a:solidFill>
          </p:spPr>
          <p:txBody>
            <a:bodyPr/>
            <a:lstStyle/>
            <a:p>
              <a:endParaRPr lang="en-GB"/>
            </a:p>
          </p:txBody>
        </p:sp>
      </p:grpSp>
      <p:grpSp>
        <p:nvGrpSpPr>
          <p:cNvPr id="29" name="Group 29">
            <a:extLst>
              <a:ext uri="{FF2B5EF4-FFF2-40B4-BE49-F238E27FC236}">
                <a16:creationId xmlns:a16="http://schemas.microsoft.com/office/drawing/2014/main" id="{70502D56-9041-AE93-0D7E-54C5D4AB64CA}"/>
              </a:ext>
            </a:extLst>
          </p:cNvPr>
          <p:cNvGrpSpPr/>
          <p:nvPr/>
        </p:nvGrpSpPr>
        <p:grpSpPr>
          <a:xfrm>
            <a:off x="10977350" y="2130131"/>
            <a:ext cx="183642" cy="6602730"/>
            <a:chOff x="0" y="0"/>
            <a:chExt cx="244856" cy="8803640"/>
          </a:xfrm>
        </p:grpSpPr>
        <p:sp>
          <p:nvSpPr>
            <p:cNvPr id="30" name="Freeform 30">
              <a:extLst>
                <a:ext uri="{FF2B5EF4-FFF2-40B4-BE49-F238E27FC236}">
                  <a16:creationId xmlns:a16="http://schemas.microsoft.com/office/drawing/2014/main" id="{2141FEED-51B0-7613-FB35-33CFDDAFACD5}"/>
                </a:ext>
              </a:extLst>
            </p:cNvPr>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solidFill>
              <a:srgbClr val="D87E2A"/>
            </a:solidFill>
          </p:spPr>
          <p:txBody>
            <a:bodyPr/>
            <a:lstStyle/>
            <a:p>
              <a:endParaRPr lang="en-GB"/>
            </a:p>
          </p:txBody>
        </p:sp>
        <p:sp>
          <p:nvSpPr>
            <p:cNvPr id="31" name="Freeform 31">
              <a:extLst>
                <a:ext uri="{FF2B5EF4-FFF2-40B4-BE49-F238E27FC236}">
                  <a16:creationId xmlns:a16="http://schemas.microsoft.com/office/drawing/2014/main" id="{1D87A715-3567-1310-2A07-09512FF73C06}"/>
                </a:ext>
              </a:extLst>
            </p:cNvPr>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solidFill>
              <a:srgbClr val="D87E2A"/>
            </a:solidFill>
          </p:spPr>
          <p:txBody>
            <a:bodyPr/>
            <a:lstStyle/>
            <a:p>
              <a:endParaRPr lang="en-GB"/>
            </a:p>
          </p:txBody>
        </p:sp>
      </p:grpSp>
      <p:grpSp>
        <p:nvGrpSpPr>
          <p:cNvPr id="44" name="Group 44">
            <a:extLst>
              <a:ext uri="{FF2B5EF4-FFF2-40B4-BE49-F238E27FC236}">
                <a16:creationId xmlns:a16="http://schemas.microsoft.com/office/drawing/2014/main" id="{ECC735BB-F463-624D-64CE-AF5EA83DDAA7}"/>
              </a:ext>
            </a:extLst>
          </p:cNvPr>
          <p:cNvGrpSpPr/>
          <p:nvPr/>
        </p:nvGrpSpPr>
        <p:grpSpPr>
          <a:xfrm>
            <a:off x="17282160" y="9827228"/>
            <a:ext cx="411480" cy="226600"/>
            <a:chOff x="0" y="-9525"/>
            <a:chExt cx="548640" cy="302133"/>
          </a:xfrm>
        </p:grpSpPr>
        <p:sp>
          <p:nvSpPr>
            <p:cNvPr id="45" name="Freeform 45">
              <a:extLst>
                <a:ext uri="{FF2B5EF4-FFF2-40B4-BE49-F238E27FC236}">
                  <a16:creationId xmlns:a16="http://schemas.microsoft.com/office/drawing/2014/main" id="{7778AFF9-695D-7700-0A41-1D78C094B37F}"/>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46" name="TextBox 46">
              <a:extLst>
                <a:ext uri="{FF2B5EF4-FFF2-40B4-BE49-F238E27FC236}">
                  <a16:creationId xmlns:a16="http://schemas.microsoft.com/office/drawing/2014/main" id="{88514F9B-E1DC-2264-7BF5-E78923503808}"/>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9</a:t>
              </a:r>
              <a:endParaRPr lang="en-US" sz="1350">
                <a:solidFill>
                  <a:srgbClr val="667085"/>
                </a:solidFill>
                <a:latin typeface="Aptos"/>
                <a:ea typeface="Aptos"/>
                <a:cs typeface="Aptos"/>
                <a:sym typeface="Aptos"/>
              </a:endParaRPr>
            </a:p>
          </p:txBody>
        </p:sp>
      </p:grpSp>
      <p:sp>
        <p:nvSpPr>
          <p:cNvPr id="47" name="TextBox 46">
            <a:extLst>
              <a:ext uri="{FF2B5EF4-FFF2-40B4-BE49-F238E27FC236}">
                <a16:creationId xmlns:a16="http://schemas.microsoft.com/office/drawing/2014/main" id="{124F169E-E242-FDAC-4210-DE619B61CE99}"/>
              </a:ext>
            </a:extLst>
          </p:cNvPr>
          <p:cNvSpPr txBox="1"/>
          <p:nvPr/>
        </p:nvSpPr>
        <p:spPr>
          <a:xfrm>
            <a:off x="787488" y="2280062"/>
            <a:ext cx="4668984"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a:ea typeface="Calibri"/>
                <a:cs typeface="Calibri"/>
              </a:rPr>
              <a:t>1.</a:t>
            </a:r>
            <a:r>
              <a:rPr lang="en-GB" altLang="zh-CN" sz="2600" b="1"/>
              <a:t> CNN Development Pipeline</a:t>
            </a:r>
            <a:r>
              <a:rPr lang="en-US" sz="2600" b="1">
                <a:ea typeface="Calibri"/>
                <a:cs typeface="Calibri"/>
              </a:rPr>
              <a:t>: </a:t>
            </a:r>
            <a:endParaRPr lang="en-US" sz="2600" b="1"/>
          </a:p>
          <a:p>
            <a:endParaRPr lang="en-US" sz="2600">
              <a:ea typeface="Calibri"/>
              <a:cs typeface="Calibri"/>
            </a:endParaRPr>
          </a:p>
          <a:p>
            <a:r>
              <a:rPr lang="en-US" altLang="zh-CN" sz="2600">
                <a:cs typeface="Calibri"/>
              </a:rPr>
              <a:t>(1)</a:t>
            </a:r>
            <a:r>
              <a:rPr lang="en-GB" altLang="zh-CN" sz="2600">
                <a:cs typeface="Calibri"/>
              </a:rPr>
              <a:t>Data Preparation</a:t>
            </a:r>
          </a:p>
          <a:p>
            <a:pPr marL="285750" indent="-285750">
              <a:buFont typeface="Arial" panose="020B0604020202020204" pitchFamily="34" charset="0"/>
              <a:buChar char="•"/>
            </a:pPr>
            <a:r>
              <a:rPr lang="en-GB" altLang="zh-CN" sz="2600">
                <a:cs typeface="Calibri"/>
              </a:rPr>
              <a:t>Check label quality</a:t>
            </a:r>
          </a:p>
          <a:p>
            <a:pPr marL="285750" indent="-285750">
              <a:buFont typeface="Arial" panose="020B0604020202020204" pitchFamily="34" charset="0"/>
              <a:buChar char="•"/>
            </a:pPr>
            <a:r>
              <a:rPr lang="en-GB" altLang="zh-CN" sz="2600">
                <a:cs typeface="Calibri"/>
              </a:rPr>
              <a:t>Handle class imbalance</a:t>
            </a:r>
          </a:p>
          <a:p>
            <a:endParaRPr lang="en-GB" altLang="zh-CN" sz="2600">
              <a:cs typeface="Calibri"/>
            </a:endParaRPr>
          </a:p>
          <a:p>
            <a:r>
              <a:rPr lang="en-US" altLang="zh-CN" sz="2500" b="1">
                <a:ea typeface="Calibri"/>
                <a:cs typeface="Calibri"/>
              </a:rPr>
              <a:t>Data imbalance handling : </a:t>
            </a:r>
          </a:p>
          <a:p>
            <a:r>
              <a:rPr lang="en-US" altLang="zh-CN" sz="2500">
                <a:ea typeface="Calibri"/>
                <a:cs typeface="Calibri"/>
              </a:rPr>
              <a:t>Every class using same 	</a:t>
            </a:r>
          </a:p>
          <a:p>
            <a:r>
              <a:rPr lang="en-US" altLang="zh-CN" sz="2500">
                <a:ea typeface="Calibri"/>
                <a:cs typeface="Calibri"/>
              </a:rPr>
              <a:t>picture numbers</a:t>
            </a:r>
          </a:p>
          <a:p>
            <a:endParaRPr lang="en-US" altLang="zh-CN" sz="2500">
              <a:ea typeface="Calibri"/>
              <a:cs typeface="Calibri"/>
            </a:endParaRPr>
          </a:p>
          <a:p>
            <a:r>
              <a:rPr lang="en-US" altLang="zh-CN" sz="2500">
                <a:ea typeface="Calibri"/>
                <a:cs typeface="Calibri"/>
              </a:rPr>
              <a:t>Increase weight of minority classes</a:t>
            </a:r>
          </a:p>
          <a:p>
            <a:endParaRPr lang="en-US" altLang="zh-CN" sz="2600">
              <a:ea typeface="Calibri"/>
              <a:cs typeface="Calibri"/>
            </a:endParaRPr>
          </a:p>
          <a:p>
            <a:r>
              <a:rPr lang="en-US" altLang="zh-CN" sz="2600" b="1">
                <a:ea typeface="Calibri"/>
                <a:cs typeface="Calibri"/>
              </a:rPr>
              <a:t>      </a:t>
            </a:r>
            <a:endParaRPr lang="en-GB" altLang="zh-CN" sz="2600">
              <a:cs typeface="Calibri"/>
            </a:endParaRPr>
          </a:p>
        </p:txBody>
      </p:sp>
      <p:grpSp>
        <p:nvGrpSpPr>
          <p:cNvPr id="36" name="Group 20">
            <a:extLst>
              <a:ext uri="{FF2B5EF4-FFF2-40B4-BE49-F238E27FC236}">
                <a16:creationId xmlns:a16="http://schemas.microsoft.com/office/drawing/2014/main" id="{0AEBAC24-1469-4051-D7F4-ED93F48B071A}"/>
              </a:ext>
            </a:extLst>
          </p:cNvPr>
          <p:cNvGrpSpPr/>
          <p:nvPr/>
        </p:nvGrpSpPr>
        <p:grpSpPr>
          <a:xfrm>
            <a:off x="524248" y="2130130"/>
            <a:ext cx="183642" cy="6602730"/>
            <a:chOff x="0" y="0"/>
            <a:chExt cx="244856" cy="8803640"/>
          </a:xfrm>
        </p:grpSpPr>
        <p:sp>
          <p:nvSpPr>
            <p:cNvPr id="37" name="Freeform 21">
              <a:extLst>
                <a:ext uri="{FF2B5EF4-FFF2-40B4-BE49-F238E27FC236}">
                  <a16:creationId xmlns:a16="http://schemas.microsoft.com/office/drawing/2014/main" id="{B4802C7B-8CE8-8CD1-21D6-41613A57193D}"/>
                </a:ext>
              </a:extLst>
            </p:cNvPr>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solidFill>
              <a:srgbClr val="1F4E79"/>
            </a:solidFill>
          </p:spPr>
          <p:txBody>
            <a:bodyPr/>
            <a:lstStyle/>
            <a:p>
              <a:endParaRPr lang="en-GB"/>
            </a:p>
          </p:txBody>
        </p:sp>
        <p:sp>
          <p:nvSpPr>
            <p:cNvPr id="38" name="Freeform 22">
              <a:extLst>
                <a:ext uri="{FF2B5EF4-FFF2-40B4-BE49-F238E27FC236}">
                  <a16:creationId xmlns:a16="http://schemas.microsoft.com/office/drawing/2014/main" id="{78540B39-5CF2-DD51-3C94-E574D316C7FC}"/>
                </a:ext>
              </a:extLst>
            </p:cNvPr>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solidFill>
              <a:srgbClr val="1F4E79"/>
            </a:solidFill>
          </p:spPr>
          <p:txBody>
            <a:bodyPr/>
            <a:lstStyle/>
            <a:p>
              <a:endParaRPr lang="en-GB"/>
            </a:p>
          </p:txBody>
        </p:sp>
      </p:grpSp>
      <p:grpSp>
        <p:nvGrpSpPr>
          <p:cNvPr id="39" name="Group 23">
            <a:extLst>
              <a:ext uri="{FF2B5EF4-FFF2-40B4-BE49-F238E27FC236}">
                <a16:creationId xmlns:a16="http://schemas.microsoft.com/office/drawing/2014/main" id="{035CDE19-92FE-58CB-2A04-27F000432B71}"/>
              </a:ext>
            </a:extLst>
          </p:cNvPr>
          <p:cNvGrpSpPr/>
          <p:nvPr/>
        </p:nvGrpSpPr>
        <p:grpSpPr>
          <a:xfrm>
            <a:off x="835525" y="2276815"/>
            <a:ext cx="4553712" cy="411480"/>
            <a:chOff x="0" y="0"/>
            <a:chExt cx="6071616" cy="548640"/>
          </a:xfrm>
        </p:grpSpPr>
        <p:sp>
          <p:nvSpPr>
            <p:cNvPr id="40" name="Freeform 24">
              <a:extLst>
                <a:ext uri="{FF2B5EF4-FFF2-40B4-BE49-F238E27FC236}">
                  <a16:creationId xmlns:a16="http://schemas.microsoft.com/office/drawing/2014/main" id="{E507FD46-6B1E-DDB6-99BF-F9A05BF87960}"/>
                </a:ext>
              </a:extLst>
            </p:cNvPr>
            <p:cNvSpPr/>
            <p:nvPr/>
          </p:nvSpPr>
          <p:spPr>
            <a:xfrm>
              <a:off x="0" y="0"/>
              <a:ext cx="6071616" cy="548640"/>
            </a:xfrm>
            <a:custGeom>
              <a:avLst/>
              <a:gdLst/>
              <a:ahLst/>
              <a:cxnLst/>
              <a:rect l="l" t="t" r="r" b="b"/>
              <a:pathLst>
                <a:path w="6071616" h="548640">
                  <a:moveTo>
                    <a:pt x="0" y="0"/>
                  </a:moveTo>
                  <a:lnTo>
                    <a:pt x="6071616" y="0"/>
                  </a:lnTo>
                  <a:lnTo>
                    <a:pt x="6071616" y="548640"/>
                  </a:lnTo>
                  <a:lnTo>
                    <a:pt x="0" y="548640"/>
                  </a:lnTo>
                  <a:close/>
                </a:path>
              </a:pathLst>
            </a:custGeom>
            <a:blipFill>
              <a:blip r:embed="rId3">
                <a:alphaModFix amt="0"/>
              </a:blip>
              <a:stretch>
                <a:fillRect t="-165634" b="-165634"/>
              </a:stretch>
            </a:blipFill>
          </p:spPr>
          <p:txBody>
            <a:bodyPr/>
            <a:lstStyle/>
            <a:p>
              <a:endParaRPr lang="en-GB"/>
            </a:p>
          </p:txBody>
        </p:sp>
        <p:sp>
          <p:nvSpPr>
            <p:cNvPr id="49" name="TextBox 25">
              <a:extLst>
                <a:ext uri="{FF2B5EF4-FFF2-40B4-BE49-F238E27FC236}">
                  <a16:creationId xmlns:a16="http://schemas.microsoft.com/office/drawing/2014/main" id="{894A25DC-3F4F-7B15-20F1-1D88D876F562}"/>
                </a:ext>
              </a:extLst>
            </p:cNvPr>
            <p:cNvSpPr txBox="1"/>
            <p:nvPr/>
          </p:nvSpPr>
          <p:spPr>
            <a:xfrm>
              <a:off x="0" y="0"/>
              <a:ext cx="607161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sp>
        <p:nvSpPr>
          <p:cNvPr id="54" name="TextBox 46">
            <a:extLst>
              <a:ext uri="{FF2B5EF4-FFF2-40B4-BE49-F238E27FC236}">
                <a16:creationId xmlns:a16="http://schemas.microsoft.com/office/drawing/2014/main" id="{7EBFE8AC-FA26-960E-7696-61F3DC34BEB8}"/>
              </a:ext>
            </a:extLst>
          </p:cNvPr>
          <p:cNvSpPr txBox="1"/>
          <p:nvPr/>
        </p:nvSpPr>
        <p:spPr>
          <a:xfrm>
            <a:off x="11428093" y="2438445"/>
            <a:ext cx="5854067"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tLang="zh-CN" sz="2600">
                <a:cs typeface="Calibri"/>
              </a:rPr>
              <a:t>(2)Model Design &amp; Training</a:t>
            </a:r>
          </a:p>
          <a:p>
            <a:pPr marL="285750" indent="-285750">
              <a:buFont typeface="Arial" panose="020B0604020202020204" pitchFamily="34" charset="0"/>
              <a:buChar char="•"/>
            </a:pPr>
            <a:r>
              <a:rPr lang="en-GB" altLang="zh-CN" sz="2600">
                <a:cs typeface="Calibri"/>
              </a:rPr>
              <a:t>Design CNN architecture</a:t>
            </a:r>
          </a:p>
          <a:p>
            <a:pPr marL="285750" indent="-285750">
              <a:buFont typeface="Arial" panose="020B0604020202020204" pitchFamily="34" charset="0"/>
              <a:buChar char="•"/>
            </a:pPr>
            <a:r>
              <a:rPr lang="en-GB" altLang="zh-CN" sz="2600">
                <a:cs typeface="Calibri"/>
              </a:rPr>
              <a:t>Match model complexity to dataset size</a:t>
            </a:r>
          </a:p>
          <a:p>
            <a:pPr marL="285750" indent="-285750">
              <a:buFont typeface="Arial" panose="020B0604020202020204" pitchFamily="34" charset="0"/>
              <a:buChar char="•"/>
            </a:pPr>
            <a:r>
              <a:rPr lang="en-GB" altLang="zh-CN" sz="2600">
                <a:cs typeface="Calibri"/>
              </a:rPr>
              <a:t>Train using labelled images</a:t>
            </a:r>
            <a:br>
              <a:rPr lang="en-GB" altLang="zh-CN" sz="2600">
                <a:cs typeface="Calibri"/>
              </a:rPr>
            </a:br>
            <a:endParaRPr lang="en-GB" altLang="zh-CN" sz="2600">
              <a:cs typeface="Calibri"/>
            </a:endParaRPr>
          </a:p>
          <a:p>
            <a:endParaRPr lang="en-GB" altLang="zh-CN" sz="2600">
              <a:cs typeface="Calibri"/>
            </a:endParaRPr>
          </a:p>
          <a:p>
            <a:r>
              <a:rPr lang="en-GB" altLang="zh-CN" sz="2600">
                <a:cs typeface="Calibri"/>
              </a:rPr>
              <a:t>(3)Evaluation &amp; Refinement</a:t>
            </a:r>
          </a:p>
          <a:p>
            <a:pPr marL="285750" indent="-285750">
              <a:buFont typeface="Arial" panose="020B0604020202020204" pitchFamily="34" charset="0"/>
              <a:buChar char="•"/>
            </a:pPr>
            <a:r>
              <a:rPr lang="en-GB" altLang="zh-CN" sz="2600">
                <a:cs typeface="Calibri"/>
              </a:rPr>
              <a:t>Compare model performance</a:t>
            </a:r>
          </a:p>
          <a:p>
            <a:pPr marL="285750" indent="-285750">
              <a:buFont typeface="Arial" panose="020B0604020202020204" pitchFamily="34" charset="0"/>
              <a:buChar char="•"/>
            </a:pPr>
            <a:r>
              <a:rPr lang="en-GB" altLang="zh-CN" sz="2600">
                <a:cs typeface="Calibri"/>
              </a:rPr>
              <a:t>Select the best CNN for control</a:t>
            </a:r>
          </a:p>
          <a:p>
            <a:pPr marL="285750" indent="-285750">
              <a:buFont typeface="Arial" panose="020B0604020202020204" pitchFamily="34" charset="0"/>
              <a:buChar char="•"/>
            </a:pPr>
            <a:r>
              <a:rPr lang="en-GB" altLang="zh-CN" sz="2600">
                <a:cs typeface="Calibri"/>
              </a:rPr>
              <a:t>Retrain with more data if needed</a:t>
            </a:r>
          </a:p>
          <a:p>
            <a:endParaRPr lang="en-US" sz="2600">
              <a:ea typeface="Calibri"/>
              <a:cs typeface="Calibri"/>
            </a:endParaRPr>
          </a:p>
        </p:txBody>
      </p:sp>
      <p:sp>
        <p:nvSpPr>
          <p:cNvPr id="58" name="TextBox 46">
            <a:extLst>
              <a:ext uri="{FF2B5EF4-FFF2-40B4-BE49-F238E27FC236}">
                <a16:creationId xmlns:a16="http://schemas.microsoft.com/office/drawing/2014/main" id="{1B3C50F4-5CC9-4022-83EF-89D254C7C96D}"/>
              </a:ext>
            </a:extLst>
          </p:cNvPr>
          <p:cNvSpPr txBox="1"/>
          <p:nvPr/>
        </p:nvSpPr>
        <p:spPr>
          <a:xfrm>
            <a:off x="5995017" y="2267290"/>
            <a:ext cx="4838013" cy="5047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600" b="1">
                <a:ea typeface="Calibri"/>
                <a:cs typeface="Calibri"/>
              </a:rPr>
              <a:t>Data Accuracy checking:</a:t>
            </a:r>
          </a:p>
          <a:p>
            <a:r>
              <a:rPr lang="en-US" altLang="zh-CN" sz="2600">
                <a:ea typeface="Calibri"/>
                <a:cs typeface="Calibri"/>
              </a:rPr>
              <a:t>This is off-route or straight?</a:t>
            </a:r>
          </a:p>
          <a:p>
            <a:pPr marL="342900" indent="-342900">
              <a:buAutoNum type="arabicParenBoth"/>
            </a:pPr>
            <a:endParaRPr lang="en-US" altLang="zh-CN" sz="2600">
              <a:ea typeface="Calibri"/>
              <a:cs typeface="Calibri"/>
            </a:endParaRPr>
          </a:p>
          <a:p>
            <a:endParaRPr lang="en-US" altLang="zh-CN" sz="2600">
              <a:ea typeface="Calibri"/>
              <a:cs typeface="Calibri"/>
            </a:endParaRPr>
          </a:p>
          <a:p>
            <a:endParaRPr lang="en-US" altLang="zh-CN" sz="2600">
              <a:ea typeface="Calibri"/>
              <a:cs typeface="Calibri"/>
            </a:endParaRPr>
          </a:p>
          <a:p>
            <a:r>
              <a:rPr lang="en-US" altLang="zh-CN" sz="2600">
                <a:ea typeface="Calibri"/>
                <a:cs typeface="Calibri"/>
              </a:rPr>
              <a:t>This is straight or curve?</a:t>
            </a:r>
          </a:p>
          <a:p>
            <a:endParaRPr lang="en-US" altLang="zh-CN" sz="2600">
              <a:ea typeface="Calibri"/>
              <a:cs typeface="Calibri"/>
            </a:endParaRPr>
          </a:p>
          <a:p>
            <a:endParaRPr lang="en-US" altLang="zh-CN" sz="2600">
              <a:ea typeface="Calibri"/>
              <a:cs typeface="Calibri"/>
            </a:endParaRPr>
          </a:p>
          <a:p>
            <a:endParaRPr lang="en-US" altLang="zh-CN" sz="2600">
              <a:ea typeface="Calibri"/>
              <a:cs typeface="Calibri"/>
            </a:endParaRPr>
          </a:p>
          <a:p>
            <a:endParaRPr lang="en-GB" altLang="zh-CN" sz="2600">
              <a:cs typeface="Calibri"/>
            </a:endParaRPr>
          </a:p>
          <a:p>
            <a:pPr marL="285750" indent="-285750">
              <a:buFont typeface="Arial" panose="020B0604020202020204" pitchFamily="34" charset="0"/>
              <a:buChar char="•"/>
            </a:pPr>
            <a:r>
              <a:rPr lang="en-GB" altLang="zh-CN" sz="2600">
                <a:ea typeface="宋体"/>
                <a:cs typeface="Calibri"/>
              </a:rPr>
              <a:t>Collect additional samples</a:t>
            </a:r>
          </a:p>
          <a:p>
            <a:endParaRPr lang="en-US" altLang="zh-CN">
              <a:ea typeface="Calibri"/>
              <a:cs typeface="Calibri"/>
            </a:endParaRPr>
          </a:p>
          <a:p>
            <a:r>
              <a:rPr lang="en-US" altLang="zh-CN" b="1">
                <a:ea typeface="Calibri"/>
                <a:cs typeface="Calibri"/>
              </a:rPr>
              <a:t>      </a:t>
            </a:r>
            <a:endParaRPr lang="en-GB" altLang="zh-CN">
              <a:cs typeface="Calibri"/>
            </a:endParaRPr>
          </a:p>
        </p:txBody>
      </p:sp>
      <p:pic>
        <p:nvPicPr>
          <p:cNvPr id="57" name="Picture 52">
            <a:extLst>
              <a:ext uri="{FF2B5EF4-FFF2-40B4-BE49-F238E27FC236}">
                <a16:creationId xmlns:a16="http://schemas.microsoft.com/office/drawing/2014/main" id="{95716447-B638-A792-FCC2-67E1BA4273AD}"/>
              </a:ext>
            </a:extLst>
          </p:cNvPr>
          <p:cNvPicPr>
            <a:picLocks noChangeAspect="1"/>
          </p:cNvPicPr>
          <p:nvPr/>
        </p:nvPicPr>
        <p:blipFill>
          <a:blip r:embed="rId4"/>
          <a:stretch>
            <a:fillRect/>
          </a:stretch>
        </p:blipFill>
        <p:spPr>
          <a:xfrm>
            <a:off x="6043179" y="5797870"/>
            <a:ext cx="4563112" cy="247685"/>
          </a:xfrm>
          <a:prstGeom prst="rect">
            <a:avLst/>
          </a:prstGeom>
        </p:spPr>
      </p:pic>
      <p:pic>
        <p:nvPicPr>
          <p:cNvPr id="55" name="Picture 50">
            <a:extLst>
              <a:ext uri="{FF2B5EF4-FFF2-40B4-BE49-F238E27FC236}">
                <a16:creationId xmlns:a16="http://schemas.microsoft.com/office/drawing/2014/main" id="{6D68B29E-F040-0628-A71A-12E9B0C6A2EB}"/>
              </a:ext>
            </a:extLst>
          </p:cNvPr>
          <p:cNvPicPr>
            <a:picLocks noChangeAspect="1"/>
          </p:cNvPicPr>
          <p:nvPr/>
        </p:nvPicPr>
        <p:blipFill>
          <a:blip r:embed="rId5"/>
          <a:stretch>
            <a:fillRect/>
          </a:stretch>
        </p:blipFill>
        <p:spPr>
          <a:xfrm>
            <a:off x="7243673" y="3257588"/>
            <a:ext cx="1517321" cy="924843"/>
          </a:xfrm>
          <a:prstGeom prst="rect">
            <a:avLst/>
          </a:prstGeom>
        </p:spPr>
      </p:pic>
      <p:pic>
        <p:nvPicPr>
          <p:cNvPr id="56" name="Picture 51">
            <a:extLst>
              <a:ext uri="{FF2B5EF4-FFF2-40B4-BE49-F238E27FC236}">
                <a16:creationId xmlns:a16="http://schemas.microsoft.com/office/drawing/2014/main" id="{49342A71-BBDB-D065-DB7A-DD17FAEE56B9}"/>
              </a:ext>
            </a:extLst>
          </p:cNvPr>
          <p:cNvPicPr>
            <a:picLocks noChangeAspect="1"/>
          </p:cNvPicPr>
          <p:nvPr/>
        </p:nvPicPr>
        <p:blipFill>
          <a:blip r:embed="rId6"/>
          <a:srcRect b="28029"/>
          <a:stretch>
            <a:fillRect/>
          </a:stretch>
        </p:blipFill>
        <p:spPr>
          <a:xfrm>
            <a:off x="7248411" y="4735866"/>
            <a:ext cx="1512583" cy="924844"/>
          </a:xfrm>
          <a:prstGeom prst="rect">
            <a:avLst/>
          </a:prstGeom>
        </p:spPr>
      </p:pic>
      <p:sp>
        <p:nvSpPr>
          <p:cNvPr id="33" name="TextBox 10">
            <a:extLst>
              <a:ext uri="{FF2B5EF4-FFF2-40B4-BE49-F238E27FC236}">
                <a16:creationId xmlns:a16="http://schemas.microsoft.com/office/drawing/2014/main" id="{671620B7-29A2-1AEC-5408-89F3DC9CC865}"/>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3774628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C9BC8-A488-443F-048C-707D89995EE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A6CC39D-AAC5-1EE4-3B0A-2D9B35AE64FD}"/>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74C3AE00-242E-F0EA-095E-6B0B8D1A7CDC}"/>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6E9193B6-BBCB-E1DF-DED6-94C5E1613C91}"/>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FD789B98-C678-0BD6-BDD3-4FA0911AF2FE}"/>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06FEB09A-D495-4716-EE68-C1A359C75D58}"/>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1F33BC2F-6CF3-2411-2FDE-3850BF624BB8}"/>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a:extLst>
              <a:ext uri="{FF2B5EF4-FFF2-40B4-BE49-F238E27FC236}">
                <a16:creationId xmlns:a16="http://schemas.microsoft.com/office/drawing/2014/main" id="{D47C9EC1-AA7C-3C4C-2FAA-85DDB2E3B67B}"/>
              </a:ext>
            </a:extLst>
          </p:cNvPr>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a:extLst>
              <a:ext uri="{FF2B5EF4-FFF2-40B4-BE49-F238E27FC236}">
                <a16:creationId xmlns:a16="http://schemas.microsoft.com/office/drawing/2014/main" id="{2ECA9321-1574-8ADF-BD91-27B724C1C935}"/>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C578C1ED-8FBD-7F3C-02F2-245D06DB8197}"/>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BC757BD9-739B-3122-289E-5DF46C96142D}"/>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rPr>
                <a:t>Coding progress</a:t>
              </a:r>
            </a:p>
          </p:txBody>
        </p:sp>
      </p:grpSp>
      <p:sp>
        <p:nvSpPr>
          <p:cNvPr id="15" name="Freeform 15">
            <a:extLst>
              <a:ext uri="{FF2B5EF4-FFF2-40B4-BE49-F238E27FC236}">
                <a16:creationId xmlns:a16="http://schemas.microsoft.com/office/drawing/2014/main" id="{A0A91181-85A8-58F3-45C7-CCFF7D7D2CA7}"/>
              </a:ext>
            </a:extLst>
          </p:cNvPr>
          <p:cNvSpPr/>
          <p:nvPr/>
        </p:nvSpPr>
        <p:spPr>
          <a:xfrm>
            <a:off x="630533" y="1707776"/>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26" name="Group 26">
            <a:extLst>
              <a:ext uri="{FF2B5EF4-FFF2-40B4-BE49-F238E27FC236}">
                <a16:creationId xmlns:a16="http://schemas.microsoft.com/office/drawing/2014/main" id="{71C1BBDD-D8BF-E4DE-BF34-7B341039FA3E}"/>
              </a:ext>
            </a:extLst>
          </p:cNvPr>
          <p:cNvGrpSpPr/>
          <p:nvPr/>
        </p:nvGrpSpPr>
        <p:grpSpPr>
          <a:xfrm>
            <a:off x="708345" y="1908383"/>
            <a:ext cx="16986084" cy="6851207"/>
            <a:chOff x="0" y="0"/>
            <a:chExt cx="5969000" cy="8803639"/>
          </a:xfrm>
        </p:grpSpPr>
        <p:sp>
          <p:nvSpPr>
            <p:cNvPr id="27" name="Freeform 27">
              <a:extLst>
                <a:ext uri="{FF2B5EF4-FFF2-40B4-BE49-F238E27FC236}">
                  <a16:creationId xmlns:a16="http://schemas.microsoft.com/office/drawing/2014/main" id="{EB4AC363-2470-3006-CDE8-7FDEE380D5CE}"/>
                </a:ext>
              </a:extLst>
            </p:cNvPr>
            <p:cNvSpPr/>
            <p:nvPr/>
          </p:nvSpPr>
          <p:spPr>
            <a:xfrm>
              <a:off x="12700" y="12700"/>
              <a:ext cx="5943600" cy="8778239"/>
            </a:xfrm>
            <a:custGeom>
              <a:avLst/>
              <a:gdLst/>
              <a:ahLst/>
              <a:cxnLst/>
              <a:rect l="l" t="t" r="r" b="b"/>
              <a:pathLst>
                <a:path w="5943600" h="8778239">
                  <a:moveTo>
                    <a:pt x="0" y="146558"/>
                  </a:moveTo>
                  <a:cubicBezTo>
                    <a:pt x="0" y="65659"/>
                    <a:pt x="65532" y="0"/>
                    <a:pt x="146304" y="0"/>
                  </a:cubicBezTo>
                  <a:lnTo>
                    <a:pt x="5797296" y="0"/>
                  </a:lnTo>
                  <a:cubicBezTo>
                    <a:pt x="5878068" y="0"/>
                    <a:pt x="5943600" y="65659"/>
                    <a:pt x="5943600" y="146558"/>
                  </a:cubicBezTo>
                  <a:lnTo>
                    <a:pt x="5943600" y="8631682"/>
                  </a:lnTo>
                  <a:cubicBezTo>
                    <a:pt x="5943600" y="8712581"/>
                    <a:pt x="5878068" y="8778239"/>
                    <a:pt x="5797296" y="8778239"/>
                  </a:cubicBezTo>
                  <a:lnTo>
                    <a:pt x="146304" y="8778239"/>
                  </a:lnTo>
                  <a:cubicBezTo>
                    <a:pt x="65532" y="8778240"/>
                    <a:pt x="0" y="8712581"/>
                    <a:pt x="0" y="8631682"/>
                  </a:cubicBezTo>
                  <a:close/>
                </a:path>
              </a:pathLst>
            </a:custGeom>
            <a:solidFill>
              <a:srgbClr val="FFFFFF"/>
            </a:solidFill>
          </p:spPr>
          <p:txBody>
            <a:bodyPr/>
            <a:lstStyle/>
            <a:p>
              <a:endParaRPr lang="en-GB"/>
            </a:p>
          </p:txBody>
        </p:sp>
        <p:sp>
          <p:nvSpPr>
            <p:cNvPr id="28" name="Freeform 28">
              <a:extLst>
                <a:ext uri="{FF2B5EF4-FFF2-40B4-BE49-F238E27FC236}">
                  <a16:creationId xmlns:a16="http://schemas.microsoft.com/office/drawing/2014/main" id="{17DAB50B-AECA-3094-8AA8-7A8EADCC3858}"/>
                </a:ext>
              </a:extLst>
            </p:cNvPr>
            <p:cNvSpPr/>
            <p:nvPr/>
          </p:nvSpPr>
          <p:spPr>
            <a:xfrm>
              <a:off x="0" y="0"/>
              <a:ext cx="5969000" cy="8803639"/>
            </a:xfrm>
            <a:custGeom>
              <a:avLst/>
              <a:gdLst/>
              <a:ahLst/>
              <a:cxnLst/>
              <a:rect l="l" t="t" r="r" b="b"/>
              <a:pathLst>
                <a:path w="5969000" h="8803639">
                  <a:moveTo>
                    <a:pt x="0" y="159258"/>
                  </a:moveTo>
                  <a:cubicBezTo>
                    <a:pt x="0" y="71247"/>
                    <a:pt x="71247" y="0"/>
                    <a:pt x="159004" y="0"/>
                  </a:cubicBezTo>
                  <a:lnTo>
                    <a:pt x="5809996" y="0"/>
                  </a:lnTo>
                  <a:lnTo>
                    <a:pt x="5809996" y="12700"/>
                  </a:lnTo>
                  <a:lnTo>
                    <a:pt x="5809996" y="0"/>
                  </a:lnTo>
                  <a:cubicBezTo>
                    <a:pt x="5897753" y="0"/>
                    <a:pt x="5969000" y="71247"/>
                    <a:pt x="5969000" y="159258"/>
                  </a:cubicBezTo>
                  <a:lnTo>
                    <a:pt x="5956300" y="159258"/>
                  </a:lnTo>
                  <a:lnTo>
                    <a:pt x="5969000" y="159258"/>
                  </a:lnTo>
                  <a:lnTo>
                    <a:pt x="5969000" y="8644382"/>
                  </a:lnTo>
                  <a:lnTo>
                    <a:pt x="5956300" y="8644382"/>
                  </a:lnTo>
                  <a:lnTo>
                    <a:pt x="5969000" y="8644382"/>
                  </a:lnTo>
                  <a:cubicBezTo>
                    <a:pt x="5969000" y="8732265"/>
                    <a:pt x="5897753" y="8803639"/>
                    <a:pt x="5809996" y="8803639"/>
                  </a:cubicBezTo>
                  <a:lnTo>
                    <a:pt x="5809996" y="8790939"/>
                  </a:lnTo>
                  <a:lnTo>
                    <a:pt x="5809996" y="8803639"/>
                  </a:lnTo>
                  <a:lnTo>
                    <a:pt x="159004" y="8803639"/>
                  </a:lnTo>
                  <a:lnTo>
                    <a:pt x="159004" y="8790939"/>
                  </a:lnTo>
                  <a:lnTo>
                    <a:pt x="159004" y="8803639"/>
                  </a:lnTo>
                  <a:cubicBezTo>
                    <a:pt x="71247" y="8803640"/>
                    <a:pt x="0" y="8732393"/>
                    <a:pt x="0" y="8644382"/>
                  </a:cubicBezTo>
                  <a:lnTo>
                    <a:pt x="0" y="159258"/>
                  </a:lnTo>
                  <a:lnTo>
                    <a:pt x="12700" y="159258"/>
                  </a:lnTo>
                  <a:lnTo>
                    <a:pt x="0" y="159258"/>
                  </a:lnTo>
                  <a:moveTo>
                    <a:pt x="25400" y="159258"/>
                  </a:moveTo>
                  <a:lnTo>
                    <a:pt x="25400" y="8644382"/>
                  </a:lnTo>
                  <a:lnTo>
                    <a:pt x="12700" y="8644382"/>
                  </a:lnTo>
                  <a:lnTo>
                    <a:pt x="25400" y="8644382"/>
                  </a:lnTo>
                  <a:cubicBezTo>
                    <a:pt x="25400" y="8718296"/>
                    <a:pt x="85217" y="8778239"/>
                    <a:pt x="159004" y="8778239"/>
                  </a:cubicBezTo>
                  <a:lnTo>
                    <a:pt x="5809996" y="8778239"/>
                  </a:lnTo>
                  <a:cubicBezTo>
                    <a:pt x="5883783" y="8778239"/>
                    <a:pt x="5943600" y="8718296"/>
                    <a:pt x="5943600" y="8644382"/>
                  </a:cubicBezTo>
                  <a:lnTo>
                    <a:pt x="5943600" y="159258"/>
                  </a:lnTo>
                  <a:cubicBezTo>
                    <a:pt x="5943600" y="85344"/>
                    <a:pt x="5883783" y="25400"/>
                    <a:pt x="5809996" y="25400"/>
                  </a:cubicBezTo>
                  <a:lnTo>
                    <a:pt x="159004" y="25400"/>
                  </a:lnTo>
                  <a:lnTo>
                    <a:pt x="159004" y="12700"/>
                  </a:lnTo>
                  <a:lnTo>
                    <a:pt x="159004" y="25400"/>
                  </a:lnTo>
                  <a:cubicBezTo>
                    <a:pt x="85217" y="25400"/>
                    <a:pt x="25400" y="85344"/>
                    <a:pt x="25400" y="159258"/>
                  </a:cubicBezTo>
                  <a:close/>
                </a:path>
              </a:pathLst>
            </a:custGeom>
            <a:solidFill>
              <a:srgbClr val="D6DEE8"/>
            </a:solidFill>
          </p:spPr>
          <p:txBody>
            <a:bodyPr/>
            <a:lstStyle/>
            <a:p>
              <a:endParaRPr lang="en-GB"/>
            </a:p>
          </p:txBody>
        </p:sp>
      </p:grpSp>
      <p:grpSp>
        <p:nvGrpSpPr>
          <p:cNvPr id="29" name="Group 29">
            <a:extLst>
              <a:ext uri="{FF2B5EF4-FFF2-40B4-BE49-F238E27FC236}">
                <a16:creationId xmlns:a16="http://schemas.microsoft.com/office/drawing/2014/main" id="{D0809FD3-F1E8-695E-9187-70CB70FA1670}"/>
              </a:ext>
            </a:extLst>
          </p:cNvPr>
          <p:cNvGrpSpPr/>
          <p:nvPr/>
        </p:nvGrpSpPr>
        <p:grpSpPr>
          <a:xfrm>
            <a:off x="708346" y="1908383"/>
            <a:ext cx="283033" cy="6851208"/>
            <a:chOff x="0" y="0"/>
            <a:chExt cx="244856" cy="8803640"/>
          </a:xfrm>
        </p:grpSpPr>
        <p:sp>
          <p:nvSpPr>
            <p:cNvPr id="30" name="Freeform 30">
              <a:extLst>
                <a:ext uri="{FF2B5EF4-FFF2-40B4-BE49-F238E27FC236}">
                  <a16:creationId xmlns:a16="http://schemas.microsoft.com/office/drawing/2014/main" id="{6EDEAF52-0F13-667F-018C-AF814857AD3A}"/>
                </a:ext>
              </a:extLst>
            </p:cNvPr>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solidFill>
              <a:srgbClr val="D87E2A"/>
            </a:solidFill>
          </p:spPr>
          <p:txBody>
            <a:bodyPr/>
            <a:lstStyle/>
            <a:p>
              <a:endParaRPr lang="en-GB"/>
            </a:p>
          </p:txBody>
        </p:sp>
        <p:sp>
          <p:nvSpPr>
            <p:cNvPr id="31" name="Freeform 31">
              <a:extLst>
                <a:ext uri="{FF2B5EF4-FFF2-40B4-BE49-F238E27FC236}">
                  <a16:creationId xmlns:a16="http://schemas.microsoft.com/office/drawing/2014/main" id="{038B6AFB-7A15-CCDE-D253-B91CF53DEB1C}"/>
                </a:ext>
              </a:extLst>
            </p:cNvPr>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solidFill>
              <a:srgbClr val="D87E2A"/>
            </a:solidFill>
          </p:spPr>
          <p:txBody>
            <a:bodyPr/>
            <a:lstStyle/>
            <a:p>
              <a:endParaRPr lang="en-GB"/>
            </a:p>
          </p:txBody>
        </p:sp>
      </p:grpSp>
      <p:grpSp>
        <p:nvGrpSpPr>
          <p:cNvPr id="32" name="Group 32">
            <a:extLst>
              <a:ext uri="{FF2B5EF4-FFF2-40B4-BE49-F238E27FC236}">
                <a16:creationId xmlns:a16="http://schemas.microsoft.com/office/drawing/2014/main" id="{CCA9F885-3EE0-599E-031A-78262C485925}"/>
              </a:ext>
            </a:extLst>
          </p:cNvPr>
          <p:cNvGrpSpPr/>
          <p:nvPr/>
        </p:nvGrpSpPr>
        <p:grpSpPr>
          <a:xfrm>
            <a:off x="1019623" y="2055067"/>
            <a:ext cx="6111173" cy="428045"/>
            <a:chOff x="0" y="0"/>
            <a:chExt cx="5431536" cy="548640"/>
          </a:xfrm>
        </p:grpSpPr>
        <p:sp>
          <p:nvSpPr>
            <p:cNvPr id="33" name="Freeform 33">
              <a:extLst>
                <a:ext uri="{FF2B5EF4-FFF2-40B4-BE49-F238E27FC236}">
                  <a16:creationId xmlns:a16="http://schemas.microsoft.com/office/drawing/2014/main" id="{858700F0-FE6A-927A-53B3-4A082D6FC8EC}"/>
                </a:ext>
              </a:extLst>
            </p:cNvPr>
            <p:cNvSpPr/>
            <p:nvPr/>
          </p:nvSpPr>
          <p:spPr>
            <a:xfrm>
              <a:off x="0" y="0"/>
              <a:ext cx="5431536" cy="548640"/>
            </a:xfrm>
            <a:custGeom>
              <a:avLst/>
              <a:gdLst/>
              <a:ahLst/>
              <a:cxnLst/>
              <a:rect l="l" t="t" r="r" b="b"/>
              <a:pathLst>
                <a:path w="5431536" h="548640">
                  <a:moveTo>
                    <a:pt x="0" y="0"/>
                  </a:moveTo>
                  <a:lnTo>
                    <a:pt x="5431536" y="0"/>
                  </a:lnTo>
                  <a:lnTo>
                    <a:pt x="5431536" y="548640"/>
                  </a:lnTo>
                  <a:lnTo>
                    <a:pt x="0" y="548640"/>
                  </a:lnTo>
                  <a:close/>
                </a:path>
              </a:pathLst>
            </a:custGeom>
            <a:blipFill>
              <a:blip r:embed="rId3">
                <a:alphaModFix amt="0"/>
              </a:blip>
              <a:stretch>
                <a:fillRect t="-142901" b="-142901"/>
              </a:stretch>
            </a:blipFill>
          </p:spPr>
          <p:txBody>
            <a:bodyPr/>
            <a:lstStyle/>
            <a:p>
              <a:endParaRPr lang="en-GB"/>
            </a:p>
          </p:txBody>
        </p:sp>
        <p:sp>
          <p:nvSpPr>
            <p:cNvPr id="34" name="TextBox 34">
              <a:extLst>
                <a:ext uri="{FF2B5EF4-FFF2-40B4-BE49-F238E27FC236}">
                  <a16:creationId xmlns:a16="http://schemas.microsoft.com/office/drawing/2014/main" id="{749BFC0F-6398-FBB3-44FC-092F37931CE8}"/>
                </a:ext>
              </a:extLst>
            </p:cNvPr>
            <p:cNvSpPr txBox="1"/>
            <p:nvPr/>
          </p:nvSpPr>
          <p:spPr>
            <a:xfrm>
              <a:off x="0" y="0"/>
              <a:ext cx="543153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grpSp>
        <p:nvGrpSpPr>
          <p:cNvPr id="41" name="Group 41">
            <a:extLst>
              <a:ext uri="{FF2B5EF4-FFF2-40B4-BE49-F238E27FC236}">
                <a16:creationId xmlns:a16="http://schemas.microsoft.com/office/drawing/2014/main" id="{3271B3E3-FD62-E1D6-59B7-0FDFC91201E9}"/>
              </a:ext>
            </a:extLst>
          </p:cNvPr>
          <p:cNvGrpSpPr/>
          <p:nvPr/>
        </p:nvGrpSpPr>
        <p:grpSpPr>
          <a:xfrm>
            <a:off x="1457589" y="1922670"/>
            <a:ext cx="8805340" cy="428045"/>
            <a:chOff x="0" y="0"/>
            <a:chExt cx="7808976" cy="548640"/>
          </a:xfrm>
        </p:grpSpPr>
        <p:sp>
          <p:nvSpPr>
            <p:cNvPr id="42" name="Freeform 42">
              <a:extLst>
                <a:ext uri="{FF2B5EF4-FFF2-40B4-BE49-F238E27FC236}">
                  <a16:creationId xmlns:a16="http://schemas.microsoft.com/office/drawing/2014/main" id="{1073AEA2-E15C-9206-ACB5-EC716300767B}"/>
                </a:ext>
              </a:extLst>
            </p:cNvPr>
            <p:cNvSpPr/>
            <p:nvPr/>
          </p:nvSpPr>
          <p:spPr>
            <a:xfrm>
              <a:off x="0" y="0"/>
              <a:ext cx="7808976" cy="548640"/>
            </a:xfrm>
            <a:custGeom>
              <a:avLst/>
              <a:gdLst/>
              <a:ahLst/>
              <a:cxnLst/>
              <a:rect l="l" t="t" r="r" b="b"/>
              <a:pathLst>
                <a:path w="7808976" h="548640">
                  <a:moveTo>
                    <a:pt x="0" y="0"/>
                  </a:moveTo>
                  <a:lnTo>
                    <a:pt x="7808976" y="0"/>
                  </a:lnTo>
                  <a:lnTo>
                    <a:pt x="7808976" y="548640"/>
                  </a:lnTo>
                  <a:lnTo>
                    <a:pt x="0" y="548640"/>
                  </a:lnTo>
                  <a:close/>
                </a:path>
              </a:pathLst>
            </a:custGeom>
            <a:blipFill>
              <a:blip r:embed="rId3">
                <a:alphaModFix amt="0"/>
              </a:blip>
              <a:stretch>
                <a:fillRect t="-227337" b="-227337"/>
              </a:stretch>
            </a:blipFill>
          </p:spPr>
          <p:txBody>
            <a:bodyPr/>
            <a:lstStyle/>
            <a:p>
              <a:endParaRPr lang="en-GB"/>
            </a:p>
          </p:txBody>
        </p:sp>
        <p:sp>
          <p:nvSpPr>
            <p:cNvPr id="43" name="TextBox 43">
              <a:extLst>
                <a:ext uri="{FF2B5EF4-FFF2-40B4-BE49-F238E27FC236}">
                  <a16:creationId xmlns:a16="http://schemas.microsoft.com/office/drawing/2014/main" id="{611F730B-7A49-A882-9FFC-295AB3BF561B}"/>
                </a:ext>
              </a:extLst>
            </p:cNvPr>
            <p:cNvSpPr txBox="1"/>
            <p:nvPr/>
          </p:nvSpPr>
          <p:spPr>
            <a:xfrm>
              <a:off x="0" y="0"/>
              <a:ext cx="780897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grpSp>
        <p:nvGrpSpPr>
          <p:cNvPr id="44" name="Group 44">
            <a:extLst>
              <a:ext uri="{FF2B5EF4-FFF2-40B4-BE49-F238E27FC236}">
                <a16:creationId xmlns:a16="http://schemas.microsoft.com/office/drawing/2014/main" id="{A4E6C697-C0C3-0444-3C8A-1F232AF47857}"/>
              </a:ext>
            </a:extLst>
          </p:cNvPr>
          <p:cNvGrpSpPr/>
          <p:nvPr/>
        </p:nvGrpSpPr>
        <p:grpSpPr>
          <a:xfrm>
            <a:off x="17282160" y="9827228"/>
            <a:ext cx="411480" cy="226600"/>
            <a:chOff x="0" y="-9525"/>
            <a:chExt cx="548640" cy="302133"/>
          </a:xfrm>
        </p:grpSpPr>
        <p:sp>
          <p:nvSpPr>
            <p:cNvPr id="45" name="Freeform 45">
              <a:extLst>
                <a:ext uri="{FF2B5EF4-FFF2-40B4-BE49-F238E27FC236}">
                  <a16:creationId xmlns:a16="http://schemas.microsoft.com/office/drawing/2014/main" id="{FE4A65A4-E1FD-FD86-10A6-3AD3A888E613}"/>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46" name="TextBox 46">
              <a:extLst>
                <a:ext uri="{FF2B5EF4-FFF2-40B4-BE49-F238E27FC236}">
                  <a16:creationId xmlns:a16="http://schemas.microsoft.com/office/drawing/2014/main" id="{5C0AEF0E-AAA5-1009-75E2-4C13806DAD2B}"/>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10</a:t>
              </a:r>
              <a:endParaRPr lang="en-US" sz="1350">
                <a:solidFill>
                  <a:srgbClr val="667085"/>
                </a:solidFill>
                <a:latin typeface="Aptos"/>
                <a:ea typeface="Aptos"/>
                <a:cs typeface="Aptos"/>
                <a:sym typeface="Aptos"/>
              </a:endParaRPr>
            </a:p>
          </p:txBody>
        </p:sp>
      </p:grpSp>
      <p:sp>
        <p:nvSpPr>
          <p:cNvPr id="48" name="TextBox 47">
            <a:extLst>
              <a:ext uri="{FF2B5EF4-FFF2-40B4-BE49-F238E27FC236}">
                <a16:creationId xmlns:a16="http://schemas.microsoft.com/office/drawing/2014/main" id="{167511BF-7F40-1D31-F823-6B43BF21EB2D}"/>
              </a:ext>
            </a:extLst>
          </p:cNvPr>
          <p:cNvSpPr txBox="1"/>
          <p:nvPr/>
        </p:nvSpPr>
        <p:spPr>
          <a:xfrm>
            <a:off x="1069247" y="1925164"/>
            <a:ext cx="15947112" cy="6494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a:ea typeface="Calibri"/>
                <a:cs typeface="Calibri"/>
              </a:rPr>
              <a:t>2.CNN </a:t>
            </a:r>
            <a:r>
              <a:rPr lang="en-GB" altLang="zh-CN" sz="2600" b="1"/>
              <a:t>Deployment in the Line-Following Controller</a:t>
            </a:r>
          </a:p>
          <a:p>
            <a:endParaRPr lang="en-GB" altLang="zh-CN" sz="2600"/>
          </a:p>
          <a:p>
            <a:r>
              <a:rPr lang="en-GB" altLang="zh-CN" sz="2600"/>
              <a:t>The selected CNN was integrated into line_following.py to classify road scenarios during driving.</a:t>
            </a:r>
          </a:p>
          <a:p>
            <a:endParaRPr lang="en-GB" altLang="zh-CN" sz="2600"/>
          </a:p>
          <a:p>
            <a:r>
              <a:rPr lang="en-US" sz="2600">
                <a:ea typeface="Calibri"/>
                <a:cs typeface="Calibri"/>
              </a:rPr>
              <a:t>Camera image → CNN prediction → Control decision</a:t>
            </a:r>
          </a:p>
          <a:p>
            <a:endParaRPr lang="en-US" sz="2600">
              <a:ea typeface="Calibri"/>
              <a:cs typeface="Calibri"/>
            </a:endParaRPr>
          </a:p>
          <a:p>
            <a:r>
              <a:rPr lang="en-GB" altLang="zh-CN" sz="2600" b="1"/>
              <a:t>Challenge 1: Output instability</a:t>
            </a:r>
          </a:p>
          <a:p>
            <a:pPr marL="285750" indent="-285750">
              <a:buFont typeface="Arial" panose="020B0604020202020204" pitchFamily="34" charset="0"/>
              <a:buChar char="•"/>
            </a:pPr>
            <a:r>
              <a:rPr lang="en-GB" altLang="zh-CN" sz="2600"/>
              <a:t>High-frequency CNN output may cause oscillation</a:t>
            </a:r>
          </a:p>
          <a:p>
            <a:pPr marL="285750" indent="-285750">
              <a:buFont typeface="Arial" panose="020B0604020202020204" pitchFamily="34" charset="0"/>
              <a:buChar char="•"/>
            </a:pPr>
            <a:r>
              <a:rPr lang="en-GB" altLang="zh-CN" sz="2600"/>
              <a:t>Occasional wrong predictions can disturb steering</a:t>
            </a:r>
          </a:p>
          <a:p>
            <a:pPr marL="285750" indent="-285750">
              <a:buFont typeface="Arial" panose="020B0604020202020204" pitchFamily="34" charset="0"/>
              <a:buChar char="•"/>
            </a:pPr>
            <a:r>
              <a:rPr lang="en-GB" altLang="zh-CN" sz="2600"/>
              <a:t>Solution: limit the update rate / smooth the output</a:t>
            </a:r>
            <a:br>
              <a:rPr lang="en-GB" altLang="zh-CN" sz="2600"/>
            </a:br>
            <a:endParaRPr lang="en-GB" altLang="zh-CN" sz="2600"/>
          </a:p>
          <a:p>
            <a:r>
              <a:rPr lang="en-GB" altLang="zh-CN" sz="2600" b="1"/>
              <a:t>Challenge 2: Limited camera field of view</a:t>
            </a:r>
          </a:p>
          <a:p>
            <a:pPr marL="285750" indent="-285750">
              <a:buFont typeface="Arial" panose="020B0604020202020204" pitchFamily="34" charset="0"/>
              <a:buChar char="•"/>
            </a:pPr>
            <a:r>
              <a:rPr lang="en-GB" altLang="zh-CN" sz="2600"/>
              <a:t>The downward-facing camera sees crossroads only briefly</a:t>
            </a:r>
          </a:p>
          <a:p>
            <a:pPr marL="285750" indent="-285750">
              <a:buFont typeface="Arial" panose="020B0604020202020204" pitchFamily="34" charset="0"/>
              <a:buChar char="•"/>
            </a:pPr>
            <a:r>
              <a:rPr lang="en-GB" altLang="zh-CN" sz="2600"/>
              <a:t>At normal speed, PID reacts too late</a:t>
            </a:r>
          </a:p>
          <a:p>
            <a:pPr marL="285750" indent="-285750">
              <a:buFont typeface="Arial" panose="020B0604020202020204" pitchFamily="34" charset="0"/>
              <a:buChar char="•"/>
            </a:pPr>
            <a:r>
              <a:rPr lang="en-GB" altLang="zh-CN" sz="2600"/>
              <a:t>Solution: trigger a special control logic at intersections</a:t>
            </a:r>
          </a:p>
          <a:p>
            <a:endParaRPr lang="en-US" sz="2600">
              <a:ea typeface="Calibri"/>
              <a:cs typeface="Calibri"/>
            </a:endParaRPr>
          </a:p>
        </p:txBody>
      </p:sp>
      <p:grpSp>
        <p:nvGrpSpPr>
          <p:cNvPr id="39" name="Group 23">
            <a:extLst>
              <a:ext uri="{FF2B5EF4-FFF2-40B4-BE49-F238E27FC236}">
                <a16:creationId xmlns:a16="http://schemas.microsoft.com/office/drawing/2014/main" id="{822AE99D-DD07-49D9-89B6-F6CF6BF1CCDF}"/>
              </a:ext>
            </a:extLst>
          </p:cNvPr>
          <p:cNvGrpSpPr/>
          <p:nvPr/>
        </p:nvGrpSpPr>
        <p:grpSpPr>
          <a:xfrm>
            <a:off x="926650" y="2127798"/>
            <a:ext cx="6839712" cy="428045"/>
            <a:chOff x="0" y="0"/>
            <a:chExt cx="6071616" cy="548640"/>
          </a:xfrm>
        </p:grpSpPr>
        <p:sp>
          <p:nvSpPr>
            <p:cNvPr id="40" name="Freeform 24">
              <a:extLst>
                <a:ext uri="{FF2B5EF4-FFF2-40B4-BE49-F238E27FC236}">
                  <a16:creationId xmlns:a16="http://schemas.microsoft.com/office/drawing/2014/main" id="{787AB64D-E663-122B-76E9-3982004D2C8E}"/>
                </a:ext>
              </a:extLst>
            </p:cNvPr>
            <p:cNvSpPr/>
            <p:nvPr/>
          </p:nvSpPr>
          <p:spPr>
            <a:xfrm>
              <a:off x="0" y="0"/>
              <a:ext cx="6071616" cy="548640"/>
            </a:xfrm>
            <a:custGeom>
              <a:avLst/>
              <a:gdLst/>
              <a:ahLst/>
              <a:cxnLst/>
              <a:rect l="l" t="t" r="r" b="b"/>
              <a:pathLst>
                <a:path w="6071616" h="548640">
                  <a:moveTo>
                    <a:pt x="0" y="0"/>
                  </a:moveTo>
                  <a:lnTo>
                    <a:pt x="6071616" y="0"/>
                  </a:lnTo>
                  <a:lnTo>
                    <a:pt x="6071616" y="548640"/>
                  </a:lnTo>
                  <a:lnTo>
                    <a:pt x="0" y="548640"/>
                  </a:lnTo>
                  <a:close/>
                </a:path>
              </a:pathLst>
            </a:custGeom>
            <a:blipFill>
              <a:blip r:embed="rId3">
                <a:alphaModFix amt="0"/>
              </a:blip>
              <a:stretch>
                <a:fillRect t="-165634" b="-165634"/>
              </a:stretch>
            </a:blipFill>
          </p:spPr>
          <p:txBody>
            <a:bodyPr/>
            <a:lstStyle/>
            <a:p>
              <a:endParaRPr lang="en-GB"/>
            </a:p>
          </p:txBody>
        </p:sp>
        <p:sp>
          <p:nvSpPr>
            <p:cNvPr id="49" name="TextBox 25">
              <a:extLst>
                <a:ext uri="{FF2B5EF4-FFF2-40B4-BE49-F238E27FC236}">
                  <a16:creationId xmlns:a16="http://schemas.microsoft.com/office/drawing/2014/main" id="{B23D55C1-6CEF-4AA9-321F-4E1E0A70EE09}"/>
                </a:ext>
              </a:extLst>
            </p:cNvPr>
            <p:cNvSpPr txBox="1"/>
            <p:nvPr/>
          </p:nvSpPr>
          <p:spPr>
            <a:xfrm>
              <a:off x="0" y="0"/>
              <a:ext cx="607161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sp>
        <p:nvSpPr>
          <p:cNvPr id="14" name="TextBox 10">
            <a:extLst>
              <a:ext uri="{FF2B5EF4-FFF2-40B4-BE49-F238E27FC236}">
                <a16:creationId xmlns:a16="http://schemas.microsoft.com/office/drawing/2014/main" id="{CA5DC961-C7D7-ACEE-F073-ACD4023510BE}"/>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3475506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71DFC-5887-DB89-5AF3-F4864093214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2A43063-0105-B2E7-6445-A870F5C3456B}"/>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8244A23E-F639-0039-6F2D-4292A1DEF477}"/>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39E66F72-E140-10AC-6A25-9C9B0001B9F4}"/>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6A5A5B32-BDF6-BBEF-7825-6B837875F555}"/>
              </a:ext>
            </a:extLst>
          </p:cNvPr>
          <p:cNvGrpSpPr/>
          <p:nvPr/>
        </p:nvGrpSpPr>
        <p:grpSpPr>
          <a:xfrm>
            <a:off x="103494" y="9827228"/>
            <a:ext cx="18306593" cy="499110"/>
            <a:chOff x="0" y="0"/>
            <a:chExt cx="24408790" cy="665480"/>
          </a:xfrm>
        </p:grpSpPr>
        <p:sp>
          <p:nvSpPr>
            <p:cNvPr id="6" name="Freeform 6">
              <a:extLst>
                <a:ext uri="{FF2B5EF4-FFF2-40B4-BE49-F238E27FC236}">
                  <a16:creationId xmlns:a16="http://schemas.microsoft.com/office/drawing/2014/main" id="{048C4C74-9F4B-AD70-1AEA-096890AD6AD8}"/>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98AE905E-52D3-B775-93FC-F8BFD8A9FBB3}"/>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a:extLst>
              <a:ext uri="{FF2B5EF4-FFF2-40B4-BE49-F238E27FC236}">
                <a16:creationId xmlns:a16="http://schemas.microsoft.com/office/drawing/2014/main" id="{789959A1-A848-E9DF-723A-AEC45A8F66D5}"/>
              </a:ext>
            </a:extLst>
          </p:cNvPr>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a:extLst>
              <a:ext uri="{FF2B5EF4-FFF2-40B4-BE49-F238E27FC236}">
                <a16:creationId xmlns:a16="http://schemas.microsoft.com/office/drawing/2014/main" id="{76E1EB0D-448C-4DF3-D58C-E0156BFA8265}"/>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D2CFD081-9C0D-D85F-1AE9-7C5D1BA03998}"/>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A3F33899-D6D0-2F21-8DBA-405249DB7371}"/>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rPr>
                <a:t>Coding progress</a:t>
              </a:r>
            </a:p>
          </p:txBody>
        </p:sp>
      </p:grpSp>
      <p:sp>
        <p:nvSpPr>
          <p:cNvPr id="15" name="Freeform 15">
            <a:extLst>
              <a:ext uri="{FF2B5EF4-FFF2-40B4-BE49-F238E27FC236}">
                <a16:creationId xmlns:a16="http://schemas.microsoft.com/office/drawing/2014/main" id="{5F111AD2-C21D-6070-437C-303E604E7DB4}"/>
              </a:ext>
            </a:extLst>
          </p:cNvPr>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23" name="Group 23">
            <a:extLst>
              <a:ext uri="{FF2B5EF4-FFF2-40B4-BE49-F238E27FC236}">
                <a16:creationId xmlns:a16="http://schemas.microsoft.com/office/drawing/2014/main" id="{D37D16C6-1251-605B-74F4-5FE386D84DCB}"/>
              </a:ext>
            </a:extLst>
          </p:cNvPr>
          <p:cNvGrpSpPr/>
          <p:nvPr/>
        </p:nvGrpSpPr>
        <p:grpSpPr>
          <a:xfrm>
            <a:off x="1261872" y="2468880"/>
            <a:ext cx="4553712" cy="411480"/>
            <a:chOff x="0" y="0"/>
            <a:chExt cx="6071616" cy="548640"/>
          </a:xfrm>
        </p:grpSpPr>
        <p:sp>
          <p:nvSpPr>
            <p:cNvPr id="24" name="Freeform 24">
              <a:extLst>
                <a:ext uri="{FF2B5EF4-FFF2-40B4-BE49-F238E27FC236}">
                  <a16:creationId xmlns:a16="http://schemas.microsoft.com/office/drawing/2014/main" id="{F8DFFECD-A72C-C2D7-312C-F6E923FA624D}"/>
                </a:ext>
              </a:extLst>
            </p:cNvPr>
            <p:cNvSpPr/>
            <p:nvPr/>
          </p:nvSpPr>
          <p:spPr>
            <a:xfrm>
              <a:off x="0" y="0"/>
              <a:ext cx="6071616" cy="548640"/>
            </a:xfrm>
            <a:custGeom>
              <a:avLst/>
              <a:gdLst/>
              <a:ahLst/>
              <a:cxnLst/>
              <a:rect l="l" t="t" r="r" b="b"/>
              <a:pathLst>
                <a:path w="6071616" h="548640">
                  <a:moveTo>
                    <a:pt x="0" y="0"/>
                  </a:moveTo>
                  <a:lnTo>
                    <a:pt x="6071616" y="0"/>
                  </a:lnTo>
                  <a:lnTo>
                    <a:pt x="6071616" y="548640"/>
                  </a:lnTo>
                  <a:lnTo>
                    <a:pt x="0" y="548640"/>
                  </a:lnTo>
                  <a:close/>
                </a:path>
              </a:pathLst>
            </a:custGeom>
            <a:blipFill>
              <a:blip r:embed="rId3">
                <a:alphaModFix amt="0"/>
              </a:blip>
              <a:stretch>
                <a:fillRect t="-165634" b="-165634"/>
              </a:stretch>
            </a:blipFill>
          </p:spPr>
          <p:txBody>
            <a:bodyPr/>
            <a:lstStyle/>
            <a:p>
              <a:endParaRPr lang="en-GB"/>
            </a:p>
          </p:txBody>
        </p:sp>
        <p:sp>
          <p:nvSpPr>
            <p:cNvPr id="25" name="TextBox 25">
              <a:extLst>
                <a:ext uri="{FF2B5EF4-FFF2-40B4-BE49-F238E27FC236}">
                  <a16:creationId xmlns:a16="http://schemas.microsoft.com/office/drawing/2014/main" id="{C0E55A8B-E4A1-B22B-2349-BCB1A4E1F5FB}"/>
                </a:ext>
              </a:extLst>
            </p:cNvPr>
            <p:cNvSpPr txBox="1"/>
            <p:nvPr/>
          </p:nvSpPr>
          <p:spPr>
            <a:xfrm>
              <a:off x="0" y="0"/>
              <a:ext cx="607161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grpSp>
        <p:nvGrpSpPr>
          <p:cNvPr id="35" name="Group 35">
            <a:extLst>
              <a:ext uri="{FF2B5EF4-FFF2-40B4-BE49-F238E27FC236}">
                <a16:creationId xmlns:a16="http://schemas.microsoft.com/office/drawing/2014/main" id="{504599D3-D0C9-A478-C984-4474FB5797C3}"/>
              </a:ext>
            </a:extLst>
          </p:cNvPr>
          <p:cNvGrpSpPr/>
          <p:nvPr/>
        </p:nvGrpSpPr>
        <p:grpSpPr>
          <a:xfrm>
            <a:off x="754379" y="1626870"/>
            <a:ext cx="16751809" cy="7033260"/>
            <a:chOff x="0" y="0"/>
            <a:chExt cx="8346440" cy="8803640"/>
          </a:xfrm>
        </p:grpSpPr>
        <p:sp>
          <p:nvSpPr>
            <p:cNvPr id="36" name="Freeform 36">
              <a:extLst>
                <a:ext uri="{FF2B5EF4-FFF2-40B4-BE49-F238E27FC236}">
                  <a16:creationId xmlns:a16="http://schemas.microsoft.com/office/drawing/2014/main" id="{EE9A1A02-15AF-CCE5-9200-7E906B72F2B4}"/>
                </a:ext>
              </a:extLst>
            </p:cNvPr>
            <p:cNvSpPr/>
            <p:nvPr/>
          </p:nvSpPr>
          <p:spPr>
            <a:xfrm>
              <a:off x="12700" y="12700"/>
              <a:ext cx="8321040" cy="8778240"/>
            </a:xfrm>
            <a:custGeom>
              <a:avLst/>
              <a:gdLst/>
              <a:ahLst/>
              <a:cxnLst/>
              <a:rect l="l" t="t" r="r" b="b"/>
              <a:pathLst>
                <a:path w="8321040" h="8778240">
                  <a:moveTo>
                    <a:pt x="0" y="146304"/>
                  </a:moveTo>
                  <a:cubicBezTo>
                    <a:pt x="0" y="65532"/>
                    <a:pt x="65532" y="0"/>
                    <a:pt x="146304" y="0"/>
                  </a:cubicBezTo>
                  <a:lnTo>
                    <a:pt x="8174736" y="0"/>
                  </a:lnTo>
                  <a:cubicBezTo>
                    <a:pt x="8255508" y="0"/>
                    <a:pt x="8321040" y="65532"/>
                    <a:pt x="8321040" y="146304"/>
                  </a:cubicBezTo>
                  <a:lnTo>
                    <a:pt x="8321040" y="8631936"/>
                  </a:lnTo>
                  <a:cubicBezTo>
                    <a:pt x="8321040" y="8712708"/>
                    <a:pt x="8255508" y="8778240"/>
                    <a:pt x="8174736" y="8778240"/>
                  </a:cubicBezTo>
                  <a:lnTo>
                    <a:pt x="146304" y="8778240"/>
                  </a:lnTo>
                  <a:cubicBezTo>
                    <a:pt x="65532" y="8778240"/>
                    <a:pt x="0" y="8712708"/>
                    <a:pt x="0" y="8631936"/>
                  </a:cubicBezTo>
                  <a:close/>
                </a:path>
              </a:pathLst>
            </a:custGeom>
            <a:solidFill>
              <a:srgbClr val="FFFFFF"/>
            </a:solidFill>
          </p:spPr>
          <p:txBody>
            <a:bodyPr/>
            <a:lstStyle/>
            <a:p>
              <a:endParaRPr lang="en-GB"/>
            </a:p>
          </p:txBody>
        </p:sp>
        <p:sp>
          <p:nvSpPr>
            <p:cNvPr id="37" name="Freeform 37">
              <a:extLst>
                <a:ext uri="{FF2B5EF4-FFF2-40B4-BE49-F238E27FC236}">
                  <a16:creationId xmlns:a16="http://schemas.microsoft.com/office/drawing/2014/main" id="{04592E42-A576-232F-9824-034916E6928D}"/>
                </a:ext>
              </a:extLst>
            </p:cNvPr>
            <p:cNvSpPr/>
            <p:nvPr/>
          </p:nvSpPr>
          <p:spPr>
            <a:xfrm>
              <a:off x="0" y="0"/>
              <a:ext cx="8346440" cy="8803640"/>
            </a:xfrm>
            <a:custGeom>
              <a:avLst/>
              <a:gdLst/>
              <a:ahLst/>
              <a:cxnLst/>
              <a:rect l="l" t="t" r="r" b="b"/>
              <a:pathLst>
                <a:path w="8346440" h="8803640">
                  <a:moveTo>
                    <a:pt x="0" y="159004"/>
                  </a:moveTo>
                  <a:cubicBezTo>
                    <a:pt x="0" y="71247"/>
                    <a:pt x="71120" y="0"/>
                    <a:pt x="159004" y="0"/>
                  </a:cubicBezTo>
                  <a:lnTo>
                    <a:pt x="8187436" y="0"/>
                  </a:lnTo>
                  <a:lnTo>
                    <a:pt x="8187436" y="12700"/>
                  </a:lnTo>
                  <a:lnTo>
                    <a:pt x="8187436" y="0"/>
                  </a:lnTo>
                  <a:cubicBezTo>
                    <a:pt x="8275193" y="0"/>
                    <a:pt x="8346440" y="71247"/>
                    <a:pt x="8346440" y="159004"/>
                  </a:cubicBezTo>
                  <a:lnTo>
                    <a:pt x="8333740" y="159004"/>
                  </a:lnTo>
                  <a:lnTo>
                    <a:pt x="8346440" y="159004"/>
                  </a:lnTo>
                  <a:lnTo>
                    <a:pt x="8346440" y="8644636"/>
                  </a:lnTo>
                  <a:lnTo>
                    <a:pt x="8333740" y="8644636"/>
                  </a:lnTo>
                  <a:lnTo>
                    <a:pt x="8346440" y="8644636"/>
                  </a:lnTo>
                  <a:cubicBezTo>
                    <a:pt x="8346440" y="8732393"/>
                    <a:pt x="8275320" y="8803640"/>
                    <a:pt x="8187436" y="8803640"/>
                  </a:cubicBezTo>
                  <a:lnTo>
                    <a:pt x="8187436" y="8790940"/>
                  </a:lnTo>
                  <a:lnTo>
                    <a:pt x="8187436" y="8803640"/>
                  </a:lnTo>
                  <a:lnTo>
                    <a:pt x="159004" y="8803640"/>
                  </a:lnTo>
                  <a:lnTo>
                    <a:pt x="159004" y="8790940"/>
                  </a:lnTo>
                  <a:lnTo>
                    <a:pt x="159004" y="8803640"/>
                  </a:lnTo>
                  <a:cubicBezTo>
                    <a:pt x="71120" y="8803640"/>
                    <a:pt x="0" y="8732393"/>
                    <a:pt x="0" y="8644636"/>
                  </a:cubicBezTo>
                  <a:lnTo>
                    <a:pt x="0" y="159004"/>
                  </a:lnTo>
                  <a:lnTo>
                    <a:pt x="12700" y="159004"/>
                  </a:lnTo>
                  <a:lnTo>
                    <a:pt x="0" y="159004"/>
                  </a:lnTo>
                  <a:moveTo>
                    <a:pt x="25400" y="159004"/>
                  </a:moveTo>
                  <a:lnTo>
                    <a:pt x="25400" y="8644636"/>
                  </a:lnTo>
                  <a:lnTo>
                    <a:pt x="12700" y="8644636"/>
                  </a:lnTo>
                  <a:lnTo>
                    <a:pt x="25400" y="8644636"/>
                  </a:lnTo>
                  <a:cubicBezTo>
                    <a:pt x="25400" y="8718423"/>
                    <a:pt x="85217" y="8778240"/>
                    <a:pt x="159004" y="8778240"/>
                  </a:cubicBezTo>
                  <a:lnTo>
                    <a:pt x="8187436" y="8778240"/>
                  </a:lnTo>
                  <a:cubicBezTo>
                    <a:pt x="8261223" y="8778240"/>
                    <a:pt x="8321040" y="8718423"/>
                    <a:pt x="8321040" y="8644636"/>
                  </a:cubicBezTo>
                  <a:lnTo>
                    <a:pt x="8321040" y="159004"/>
                  </a:lnTo>
                  <a:cubicBezTo>
                    <a:pt x="8321040" y="85217"/>
                    <a:pt x="8261223" y="25400"/>
                    <a:pt x="8187436" y="25400"/>
                  </a:cubicBezTo>
                  <a:lnTo>
                    <a:pt x="159004" y="25400"/>
                  </a:lnTo>
                  <a:lnTo>
                    <a:pt x="159004" y="12700"/>
                  </a:lnTo>
                  <a:lnTo>
                    <a:pt x="159004" y="25400"/>
                  </a:lnTo>
                  <a:cubicBezTo>
                    <a:pt x="85217" y="25400"/>
                    <a:pt x="25400" y="85217"/>
                    <a:pt x="25400" y="159004"/>
                  </a:cubicBezTo>
                  <a:close/>
                </a:path>
              </a:pathLst>
            </a:custGeom>
            <a:solidFill>
              <a:srgbClr val="D6DEE8"/>
            </a:solidFill>
          </p:spPr>
          <p:txBody>
            <a:bodyPr/>
            <a:lstStyle/>
            <a:p>
              <a:endParaRPr lang="en-GB"/>
            </a:p>
          </p:txBody>
        </p:sp>
      </p:grpSp>
      <p:grpSp>
        <p:nvGrpSpPr>
          <p:cNvPr id="38" name="Group 38">
            <a:extLst>
              <a:ext uri="{FF2B5EF4-FFF2-40B4-BE49-F238E27FC236}">
                <a16:creationId xmlns:a16="http://schemas.microsoft.com/office/drawing/2014/main" id="{1831DFEE-687A-CD00-32F3-954B94716320}"/>
              </a:ext>
            </a:extLst>
          </p:cNvPr>
          <p:cNvGrpSpPr/>
          <p:nvPr/>
        </p:nvGrpSpPr>
        <p:grpSpPr>
          <a:xfrm>
            <a:off x="903746" y="1656687"/>
            <a:ext cx="358126" cy="7012968"/>
            <a:chOff x="0" y="0"/>
            <a:chExt cx="244856" cy="8803640"/>
          </a:xfrm>
        </p:grpSpPr>
        <p:sp>
          <p:nvSpPr>
            <p:cNvPr id="39" name="Freeform 39">
              <a:extLst>
                <a:ext uri="{FF2B5EF4-FFF2-40B4-BE49-F238E27FC236}">
                  <a16:creationId xmlns:a16="http://schemas.microsoft.com/office/drawing/2014/main" id="{EE06BBC1-5270-506A-7A3C-4640382585A9}"/>
                </a:ext>
              </a:extLst>
            </p:cNvPr>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solidFill>
              <a:srgbClr val="2F7F79"/>
            </a:solidFill>
          </p:spPr>
          <p:txBody>
            <a:bodyPr/>
            <a:lstStyle/>
            <a:p>
              <a:endParaRPr lang="en-GB"/>
            </a:p>
          </p:txBody>
        </p:sp>
        <p:sp>
          <p:nvSpPr>
            <p:cNvPr id="40" name="Freeform 40">
              <a:extLst>
                <a:ext uri="{FF2B5EF4-FFF2-40B4-BE49-F238E27FC236}">
                  <a16:creationId xmlns:a16="http://schemas.microsoft.com/office/drawing/2014/main" id="{9F1361BD-F1CC-54C2-2AAD-EE8C915036FF}"/>
                </a:ext>
              </a:extLst>
            </p:cNvPr>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solidFill>
              <a:srgbClr val="2F7F79"/>
            </a:solidFill>
          </p:spPr>
          <p:txBody>
            <a:bodyPr/>
            <a:lstStyle/>
            <a:p>
              <a:endParaRPr lang="en-GB"/>
            </a:p>
          </p:txBody>
        </p:sp>
      </p:grpSp>
      <p:grpSp>
        <p:nvGrpSpPr>
          <p:cNvPr id="41" name="Group 41">
            <a:extLst>
              <a:ext uri="{FF2B5EF4-FFF2-40B4-BE49-F238E27FC236}">
                <a16:creationId xmlns:a16="http://schemas.microsoft.com/office/drawing/2014/main" id="{7D0EF19F-0370-70EF-8705-B2ECA1C7B2E6}"/>
              </a:ext>
            </a:extLst>
          </p:cNvPr>
          <p:cNvGrpSpPr/>
          <p:nvPr/>
        </p:nvGrpSpPr>
        <p:grpSpPr>
          <a:xfrm>
            <a:off x="1215023" y="2213610"/>
            <a:ext cx="5856732" cy="411480"/>
            <a:chOff x="0" y="0"/>
            <a:chExt cx="7808976" cy="548640"/>
          </a:xfrm>
        </p:grpSpPr>
        <p:sp>
          <p:nvSpPr>
            <p:cNvPr id="42" name="Freeform 42">
              <a:extLst>
                <a:ext uri="{FF2B5EF4-FFF2-40B4-BE49-F238E27FC236}">
                  <a16:creationId xmlns:a16="http://schemas.microsoft.com/office/drawing/2014/main" id="{009A12AE-8299-1040-B5FA-BEB99C164672}"/>
                </a:ext>
              </a:extLst>
            </p:cNvPr>
            <p:cNvSpPr/>
            <p:nvPr/>
          </p:nvSpPr>
          <p:spPr>
            <a:xfrm>
              <a:off x="0" y="0"/>
              <a:ext cx="7808976" cy="548640"/>
            </a:xfrm>
            <a:custGeom>
              <a:avLst/>
              <a:gdLst/>
              <a:ahLst/>
              <a:cxnLst/>
              <a:rect l="l" t="t" r="r" b="b"/>
              <a:pathLst>
                <a:path w="7808976" h="548640">
                  <a:moveTo>
                    <a:pt x="0" y="0"/>
                  </a:moveTo>
                  <a:lnTo>
                    <a:pt x="7808976" y="0"/>
                  </a:lnTo>
                  <a:lnTo>
                    <a:pt x="7808976" y="548640"/>
                  </a:lnTo>
                  <a:lnTo>
                    <a:pt x="0" y="548640"/>
                  </a:lnTo>
                  <a:close/>
                </a:path>
              </a:pathLst>
            </a:custGeom>
            <a:blipFill>
              <a:blip r:embed="rId3">
                <a:alphaModFix amt="0"/>
              </a:blip>
              <a:stretch>
                <a:fillRect t="-227337" b="-227337"/>
              </a:stretch>
            </a:blipFill>
          </p:spPr>
          <p:txBody>
            <a:bodyPr/>
            <a:lstStyle/>
            <a:p>
              <a:endParaRPr lang="en-GB"/>
            </a:p>
          </p:txBody>
        </p:sp>
        <p:sp>
          <p:nvSpPr>
            <p:cNvPr id="43" name="TextBox 43">
              <a:extLst>
                <a:ext uri="{FF2B5EF4-FFF2-40B4-BE49-F238E27FC236}">
                  <a16:creationId xmlns:a16="http://schemas.microsoft.com/office/drawing/2014/main" id="{8AC39A0D-0473-12C1-8A9D-76507155378F}"/>
                </a:ext>
              </a:extLst>
            </p:cNvPr>
            <p:cNvSpPr txBox="1"/>
            <p:nvPr/>
          </p:nvSpPr>
          <p:spPr>
            <a:xfrm>
              <a:off x="0" y="0"/>
              <a:ext cx="780897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grpSp>
        <p:nvGrpSpPr>
          <p:cNvPr id="44" name="Group 44">
            <a:extLst>
              <a:ext uri="{FF2B5EF4-FFF2-40B4-BE49-F238E27FC236}">
                <a16:creationId xmlns:a16="http://schemas.microsoft.com/office/drawing/2014/main" id="{367FCB73-A8BA-B49E-9C26-4F19EEB654D9}"/>
              </a:ext>
            </a:extLst>
          </p:cNvPr>
          <p:cNvGrpSpPr/>
          <p:nvPr/>
        </p:nvGrpSpPr>
        <p:grpSpPr>
          <a:xfrm>
            <a:off x="17282160" y="9827228"/>
            <a:ext cx="411480" cy="226600"/>
            <a:chOff x="0" y="-9525"/>
            <a:chExt cx="548640" cy="302133"/>
          </a:xfrm>
        </p:grpSpPr>
        <p:sp>
          <p:nvSpPr>
            <p:cNvPr id="45" name="Freeform 45">
              <a:extLst>
                <a:ext uri="{FF2B5EF4-FFF2-40B4-BE49-F238E27FC236}">
                  <a16:creationId xmlns:a16="http://schemas.microsoft.com/office/drawing/2014/main" id="{675C7C07-7B1E-F8CF-3259-2F0B5442498A}"/>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46" name="TextBox 46">
              <a:extLst>
                <a:ext uri="{FF2B5EF4-FFF2-40B4-BE49-F238E27FC236}">
                  <a16:creationId xmlns:a16="http://schemas.microsoft.com/office/drawing/2014/main" id="{78A19B4C-708C-5459-EE64-F1B0641B7795}"/>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11</a:t>
              </a:r>
              <a:endParaRPr lang="en-US" sz="1350">
                <a:solidFill>
                  <a:srgbClr val="667085"/>
                </a:solidFill>
                <a:latin typeface="Aptos"/>
                <a:ea typeface="Aptos"/>
                <a:cs typeface="Aptos"/>
                <a:sym typeface="Aptos"/>
              </a:endParaRPr>
            </a:p>
          </p:txBody>
        </p:sp>
      </p:grpSp>
      <p:sp>
        <p:nvSpPr>
          <p:cNvPr id="49" name="TextBox 48">
            <a:extLst>
              <a:ext uri="{FF2B5EF4-FFF2-40B4-BE49-F238E27FC236}">
                <a16:creationId xmlns:a16="http://schemas.microsoft.com/office/drawing/2014/main" id="{40B7305B-94D2-AABA-FCD1-7114C5429325}"/>
              </a:ext>
            </a:extLst>
          </p:cNvPr>
          <p:cNvSpPr txBox="1"/>
          <p:nvPr/>
        </p:nvSpPr>
        <p:spPr>
          <a:xfrm>
            <a:off x="1349400" y="1663112"/>
            <a:ext cx="4951708"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a:ea typeface="Calibri"/>
                <a:cs typeface="Calibri"/>
              </a:rPr>
              <a:t>3.Final control strategy</a:t>
            </a:r>
          </a:p>
        </p:txBody>
      </p:sp>
      <p:grpSp>
        <p:nvGrpSpPr>
          <p:cNvPr id="121" name="组合 120">
            <a:extLst>
              <a:ext uri="{FF2B5EF4-FFF2-40B4-BE49-F238E27FC236}">
                <a16:creationId xmlns:a16="http://schemas.microsoft.com/office/drawing/2014/main" id="{98DD4359-45C4-FC05-F2A3-3378789510D4}"/>
              </a:ext>
            </a:extLst>
          </p:cNvPr>
          <p:cNvGrpSpPr/>
          <p:nvPr/>
        </p:nvGrpSpPr>
        <p:grpSpPr>
          <a:xfrm>
            <a:off x="1383806" y="2244470"/>
            <a:ext cx="8412480" cy="3035809"/>
            <a:chOff x="7810712" y="3054571"/>
            <a:chExt cx="8412480" cy="3035809"/>
          </a:xfrm>
        </p:grpSpPr>
        <p:sp>
          <p:nvSpPr>
            <p:cNvPr id="53" name="Rounded Rectangle 7">
              <a:extLst>
                <a:ext uri="{FF2B5EF4-FFF2-40B4-BE49-F238E27FC236}">
                  <a16:creationId xmlns:a16="http://schemas.microsoft.com/office/drawing/2014/main" id="{CD6385C9-EB1F-3AD8-A910-0D8158BE6AF6}"/>
                </a:ext>
              </a:extLst>
            </p:cNvPr>
            <p:cNvSpPr/>
            <p:nvPr/>
          </p:nvSpPr>
          <p:spPr>
            <a:xfrm>
              <a:off x="7810712" y="3054571"/>
              <a:ext cx="8412480" cy="3035809"/>
            </a:xfrm>
            <a:prstGeom prst="roundRect">
              <a:avLst/>
            </a:prstGeom>
            <a:solidFill>
              <a:srgbClr val="FFFDFC"/>
            </a:solidFill>
            <a:ln w="15240">
              <a:solidFill>
                <a:srgbClr val="D9D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10">
              <a:extLst>
                <a:ext uri="{FF2B5EF4-FFF2-40B4-BE49-F238E27FC236}">
                  <a16:creationId xmlns:a16="http://schemas.microsoft.com/office/drawing/2014/main" id="{A9F44342-53F5-0D18-1BFD-D83F87EF6D0B}"/>
                </a:ext>
              </a:extLst>
            </p:cNvPr>
            <p:cNvSpPr/>
            <p:nvPr/>
          </p:nvSpPr>
          <p:spPr>
            <a:xfrm>
              <a:off x="8203905" y="4105465"/>
              <a:ext cx="1078992" cy="1353312"/>
            </a:xfrm>
            <a:prstGeom prst="roundRect">
              <a:avLst/>
            </a:prstGeom>
            <a:solidFill>
              <a:srgbClr val="E7F6F4"/>
            </a:solidFill>
            <a:ln w="19050">
              <a:solidFill>
                <a:srgbClr val="16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15">
              <a:extLst>
                <a:ext uri="{FF2B5EF4-FFF2-40B4-BE49-F238E27FC236}">
                  <a16:creationId xmlns:a16="http://schemas.microsoft.com/office/drawing/2014/main" id="{2C3AD830-CBE9-F2A8-93BD-3B7361BB62E6}"/>
                </a:ext>
              </a:extLst>
            </p:cNvPr>
            <p:cNvSpPr/>
            <p:nvPr/>
          </p:nvSpPr>
          <p:spPr>
            <a:xfrm>
              <a:off x="9484065" y="4105465"/>
              <a:ext cx="1078992" cy="1353312"/>
            </a:xfrm>
            <a:prstGeom prst="roundRect">
              <a:avLst/>
            </a:prstGeom>
            <a:solidFill>
              <a:srgbClr val="FBEEE6"/>
            </a:solidFill>
            <a:ln w="19050">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20">
              <a:extLst>
                <a:ext uri="{FF2B5EF4-FFF2-40B4-BE49-F238E27FC236}">
                  <a16:creationId xmlns:a16="http://schemas.microsoft.com/office/drawing/2014/main" id="{C2E7C0AA-7576-2BA7-6530-421EA5708761}"/>
                </a:ext>
              </a:extLst>
            </p:cNvPr>
            <p:cNvSpPr/>
            <p:nvPr/>
          </p:nvSpPr>
          <p:spPr>
            <a:xfrm>
              <a:off x="10764224" y="4105465"/>
              <a:ext cx="1078992" cy="1353312"/>
            </a:xfrm>
            <a:prstGeom prst="roundRect">
              <a:avLst/>
            </a:prstGeom>
            <a:solidFill>
              <a:srgbClr val="FBF4DE"/>
            </a:solidFill>
            <a:ln w="19050">
              <a:solidFill>
                <a:srgbClr val="D7A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25">
              <a:extLst>
                <a:ext uri="{FF2B5EF4-FFF2-40B4-BE49-F238E27FC236}">
                  <a16:creationId xmlns:a16="http://schemas.microsoft.com/office/drawing/2014/main" id="{F3994592-E690-757B-FD28-6338AC9BAB03}"/>
                </a:ext>
              </a:extLst>
            </p:cNvPr>
            <p:cNvSpPr/>
            <p:nvPr/>
          </p:nvSpPr>
          <p:spPr>
            <a:xfrm>
              <a:off x="12044385" y="4105465"/>
              <a:ext cx="1078992" cy="1353312"/>
            </a:xfrm>
            <a:prstGeom prst="roundRect">
              <a:avLst/>
            </a:prstGeom>
            <a:solidFill>
              <a:srgbClr val="EAEFF5"/>
            </a:solidFill>
            <a:ln w="19050">
              <a:solidFill>
                <a:srgbClr val="3C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30">
              <a:extLst>
                <a:ext uri="{FF2B5EF4-FFF2-40B4-BE49-F238E27FC236}">
                  <a16:creationId xmlns:a16="http://schemas.microsoft.com/office/drawing/2014/main" id="{2E63EDC9-BD03-0A41-1015-F0B3A260C3CB}"/>
                </a:ext>
              </a:extLst>
            </p:cNvPr>
            <p:cNvSpPr/>
            <p:nvPr/>
          </p:nvSpPr>
          <p:spPr>
            <a:xfrm>
              <a:off x="13324545" y="4105465"/>
              <a:ext cx="1078992" cy="1353312"/>
            </a:xfrm>
            <a:prstGeom prst="roundRect">
              <a:avLst/>
            </a:prstGeom>
            <a:solidFill>
              <a:srgbClr val="E8F5EC"/>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35">
              <a:extLst>
                <a:ext uri="{FF2B5EF4-FFF2-40B4-BE49-F238E27FC236}">
                  <a16:creationId xmlns:a16="http://schemas.microsoft.com/office/drawing/2014/main" id="{38AA5B05-1CC1-97B0-4D87-A5DD9553A1F1}"/>
                </a:ext>
              </a:extLst>
            </p:cNvPr>
            <p:cNvSpPr/>
            <p:nvPr/>
          </p:nvSpPr>
          <p:spPr>
            <a:xfrm>
              <a:off x="14604705" y="4105465"/>
              <a:ext cx="1078992" cy="1353312"/>
            </a:xfrm>
            <a:prstGeom prst="roundRect">
              <a:avLst/>
            </a:prstGeom>
            <a:solidFill>
              <a:srgbClr val="E7F6F4"/>
            </a:solidFill>
            <a:ln w="19050">
              <a:solidFill>
                <a:srgbClr val="16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2" name="Group 32">
              <a:extLst>
                <a:ext uri="{FF2B5EF4-FFF2-40B4-BE49-F238E27FC236}">
                  <a16:creationId xmlns:a16="http://schemas.microsoft.com/office/drawing/2014/main" id="{D6ECF5E0-0506-AB06-E2A8-337F9855750B}"/>
                </a:ext>
              </a:extLst>
            </p:cNvPr>
            <p:cNvGrpSpPr/>
            <p:nvPr/>
          </p:nvGrpSpPr>
          <p:grpSpPr>
            <a:xfrm>
              <a:off x="9876042" y="4078129"/>
              <a:ext cx="5740407" cy="905827"/>
              <a:chOff x="0" y="0"/>
              <a:chExt cx="7653876" cy="1207769"/>
            </a:xfrm>
          </p:grpSpPr>
          <p:sp>
            <p:nvSpPr>
              <p:cNvPr id="33" name="Freeform 33">
                <a:extLst>
                  <a:ext uri="{FF2B5EF4-FFF2-40B4-BE49-F238E27FC236}">
                    <a16:creationId xmlns:a16="http://schemas.microsoft.com/office/drawing/2014/main" id="{813EEC57-FBD7-0EAA-00A4-789234F2701D}"/>
                  </a:ext>
                </a:extLst>
              </p:cNvPr>
              <p:cNvSpPr/>
              <p:nvPr/>
            </p:nvSpPr>
            <p:spPr>
              <a:xfrm>
                <a:off x="2222340" y="659129"/>
                <a:ext cx="5431536" cy="548640"/>
              </a:xfrm>
              <a:custGeom>
                <a:avLst/>
                <a:gdLst/>
                <a:ahLst/>
                <a:cxnLst/>
                <a:rect l="l" t="t" r="r" b="b"/>
                <a:pathLst>
                  <a:path w="5431536" h="548640">
                    <a:moveTo>
                      <a:pt x="0" y="0"/>
                    </a:moveTo>
                    <a:lnTo>
                      <a:pt x="5431536" y="0"/>
                    </a:lnTo>
                    <a:lnTo>
                      <a:pt x="5431536" y="548640"/>
                    </a:lnTo>
                    <a:lnTo>
                      <a:pt x="0" y="548640"/>
                    </a:lnTo>
                    <a:close/>
                  </a:path>
                </a:pathLst>
              </a:custGeom>
              <a:blipFill>
                <a:blip r:embed="rId3">
                  <a:alphaModFix amt="0"/>
                </a:blip>
                <a:stretch>
                  <a:fillRect t="-142901" b="-142901"/>
                </a:stretch>
              </a:blipFill>
            </p:spPr>
            <p:txBody>
              <a:bodyPr/>
              <a:lstStyle/>
              <a:p>
                <a:endParaRPr lang="en-GB"/>
              </a:p>
            </p:txBody>
          </p:sp>
          <p:sp>
            <p:nvSpPr>
              <p:cNvPr id="34" name="TextBox 34">
                <a:extLst>
                  <a:ext uri="{FF2B5EF4-FFF2-40B4-BE49-F238E27FC236}">
                    <a16:creationId xmlns:a16="http://schemas.microsoft.com/office/drawing/2014/main" id="{C546B621-C529-14B9-5BD3-9DA23008E8E0}"/>
                  </a:ext>
                </a:extLst>
              </p:cNvPr>
              <p:cNvSpPr txBox="1"/>
              <p:nvPr/>
            </p:nvSpPr>
            <p:spPr>
              <a:xfrm>
                <a:off x="0" y="0"/>
                <a:ext cx="543153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sp>
          <p:nvSpPr>
            <p:cNvPr id="55" name="Rounded Rectangle 11">
              <a:extLst>
                <a:ext uri="{FF2B5EF4-FFF2-40B4-BE49-F238E27FC236}">
                  <a16:creationId xmlns:a16="http://schemas.microsoft.com/office/drawing/2014/main" id="{59FC4AF4-B302-2123-E65F-5755163AB4C7}"/>
                </a:ext>
              </a:extLst>
            </p:cNvPr>
            <p:cNvSpPr/>
            <p:nvPr/>
          </p:nvSpPr>
          <p:spPr>
            <a:xfrm>
              <a:off x="8478225" y="3904296"/>
              <a:ext cx="530352" cy="310896"/>
            </a:xfrm>
            <a:prstGeom prst="roundRect">
              <a:avLst/>
            </a:prstGeom>
            <a:solidFill>
              <a:srgbClr val="168C8C"/>
            </a:solidFill>
            <a:ln w="9525">
              <a:solidFill>
                <a:srgbClr val="16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Chevron 14">
              <a:extLst>
                <a:ext uri="{FF2B5EF4-FFF2-40B4-BE49-F238E27FC236}">
                  <a16:creationId xmlns:a16="http://schemas.microsoft.com/office/drawing/2014/main" id="{935DBB62-3DEF-6952-8ECC-8C8E8389E473}"/>
                </a:ext>
              </a:extLst>
            </p:cNvPr>
            <p:cNvSpPr/>
            <p:nvPr/>
          </p:nvSpPr>
          <p:spPr>
            <a:xfrm>
              <a:off x="9356049" y="4580953"/>
              <a:ext cx="201168" cy="384048"/>
            </a:xfrm>
            <a:prstGeom prst="chevron">
              <a:avLst/>
            </a:prstGeom>
            <a:solidFill>
              <a:srgbClr val="3C4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16">
              <a:extLst>
                <a:ext uri="{FF2B5EF4-FFF2-40B4-BE49-F238E27FC236}">
                  <a16:creationId xmlns:a16="http://schemas.microsoft.com/office/drawing/2014/main" id="{0CFDEBD7-5924-D5CF-9A70-04FF7134DFC6}"/>
                </a:ext>
              </a:extLst>
            </p:cNvPr>
            <p:cNvSpPr/>
            <p:nvPr/>
          </p:nvSpPr>
          <p:spPr>
            <a:xfrm>
              <a:off x="9758385" y="3904296"/>
              <a:ext cx="530352" cy="310896"/>
            </a:xfrm>
            <a:prstGeom prst="roundRect">
              <a:avLst/>
            </a:prstGeom>
            <a:solidFill>
              <a:srgbClr val="D97745"/>
            </a:solidFill>
            <a:ln w="9525">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Chevron 19">
              <a:extLst>
                <a:ext uri="{FF2B5EF4-FFF2-40B4-BE49-F238E27FC236}">
                  <a16:creationId xmlns:a16="http://schemas.microsoft.com/office/drawing/2014/main" id="{C05187AD-6A0E-4DA0-82AF-9BC68E6F822C}"/>
                </a:ext>
              </a:extLst>
            </p:cNvPr>
            <p:cNvSpPr/>
            <p:nvPr/>
          </p:nvSpPr>
          <p:spPr>
            <a:xfrm>
              <a:off x="10636209" y="4580953"/>
              <a:ext cx="201168" cy="384048"/>
            </a:xfrm>
            <a:prstGeom prst="chevron">
              <a:avLst/>
            </a:prstGeom>
            <a:solidFill>
              <a:srgbClr val="3C4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21">
              <a:extLst>
                <a:ext uri="{FF2B5EF4-FFF2-40B4-BE49-F238E27FC236}">
                  <a16:creationId xmlns:a16="http://schemas.microsoft.com/office/drawing/2014/main" id="{2F44BD89-80A2-B00E-E913-BAD680A0C010}"/>
                </a:ext>
              </a:extLst>
            </p:cNvPr>
            <p:cNvSpPr/>
            <p:nvPr/>
          </p:nvSpPr>
          <p:spPr>
            <a:xfrm>
              <a:off x="11038544" y="3904296"/>
              <a:ext cx="530352" cy="310896"/>
            </a:xfrm>
            <a:prstGeom prst="roundRect">
              <a:avLst/>
            </a:prstGeom>
            <a:solidFill>
              <a:srgbClr val="D7A132"/>
            </a:solidFill>
            <a:ln w="9525">
              <a:solidFill>
                <a:srgbClr val="D7A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Chevron 24">
              <a:extLst>
                <a:ext uri="{FF2B5EF4-FFF2-40B4-BE49-F238E27FC236}">
                  <a16:creationId xmlns:a16="http://schemas.microsoft.com/office/drawing/2014/main" id="{E8E28C2C-9E1A-C2E3-4A80-9C42322AC27D}"/>
                </a:ext>
              </a:extLst>
            </p:cNvPr>
            <p:cNvSpPr/>
            <p:nvPr/>
          </p:nvSpPr>
          <p:spPr>
            <a:xfrm>
              <a:off x="11916368" y="4580953"/>
              <a:ext cx="201168" cy="384048"/>
            </a:xfrm>
            <a:prstGeom prst="chevron">
              <a:avLst/>
            </a:prstGeom>
            <a:solidFill>
              <a:srgbClr val="3C4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26">
              <a:extLst>
                <a:ext uri="{FF2B5EF4-FFF2-40B4-BE49-F238E27FC236}">
                  <a16:creationId xmlns:a16="http://schemas.microsoft.com/office/drawing/2014/main" id="{2002D54F-5715-A80B-39E9-BE4DE7526687}"/>
                </a:ext>
              </a:extLst>
            </p:cNvPr>
            <p:cNvSpPr/>
            <p:nvPr/>
          </p:nvSpPr>
          <p:spPr>
            <a:xfrm>
              <a:off x="12318705" y="3904296"/>
              <a:ext cx="530352" cy="310896"/>
            </a:xfrm>
            <a:prstGeom prst="roundRect">
              <a:avLst/>
            </a:prstGeom>
            <a:solidFill>
              <a:srgbClr val="3C4A5A"/>
            </a:solidFill>
            <a:ln w="9525">
              <a:solidFill>
                <a:srgbClr val="3C4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Chevron 29">
              <a:extLst>
                <a:ext uri="{FF2B5EF4-FFF2-40B4-BE49-F238E27FC236}">
                  <a16:creationId xmlns:a16="http://schemas.microsoft.com/office/drawing/2014/main" id="{1177B0CA-D94D-57E8-0B26-83B4346B611C}"/>
                </a:ext>
              </a:extLst>
            </p:cNvPr>
            <p:cNvSpPr/>
            <p:nvPr/>
          </p:nvSpPr>
          <p:spPr>
            <a:xfrm>
              <a:off x="13196529" y="4580953"/>
              <a:ext cx="201168" cy="384048"/>
            </a:xfrm>
            <a:prstGeom prst="chevron">
              <a:avLst/>
            </a:prstGeom>
            <a:solidFill>
              <a:srgbClr val="3C4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31">
              <a:extLst>
                <a:ext uri="{FF2B5EF4-FFF2-40B4-BE49-F238E27FC236}">
                  <a16:creationId xmlns:a16="http://schemas.microsoft.com/office/drawing/2014/main" id="{30CEFD2E-DB10-FC02-313E-641986893DA7}"/>
                </a:ext>
              </a:extLst>
            </p:cNvPr>
            <p:cNvSpPr/>
            <p:nvPr/>
          </p:nvSpPr>
          <p:spPr>
            <a:xfrm>
              <a:off x="13598865" y="3904296"/>
              <a:ext cx="530352" cy="310896"/>
            </a:xfrm>
            <a:prstGeom prst="roundRect">
              <a:avLst/>
            </a:prstGeom>
            <a:solidFill>
              <a:srgbClr val="2E8B57"/>
            </a:solidFill>
            <a:ln w="9525">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Chevron 34">
              <a:extLst>
                <a:ext uri="{FF2B5EF4-FFF2-40B4-BE49-F238E27FC236}">
                  <a16:creationId xmlns:a16="http://schemas.microsoft.com/office/drawing/2014/main" id="{880901EA-0359-F880-0B7E-1FDCF85E5B14}"/>
                </a:ext>
              </a:extLst>
            </p:cNvPr>
            <p:cNvSpPr/>
            <p:nvPr/>
          </p:nvSpPr>
          <p:spPr>
            <a:xfrm>
              <a:off x="14476689" y="4580953"/>
              <a:ext cx="201168" cy="384048"/>
            </a:xfrm>
            <a:prstGeom prst="chevron">
              <a:avLst/>
            </a:prstGeom>
            <a:solidFill>
              <a:srgbClr val="3C4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36">
              <a:extLst>
                <a:ext uri="{FF2B5EF4-FFF2-40B4-BE49-F238E27FC236}">
                  <a16:creationId xmlns:a16="http://schemas.microsoft.com/office/drawing/2014/main" id="{99576121-B266-34B0-12E9-B32191B441CC}"/>
                </a:ext>
              </a:extLst>
            </p:cNvPr>
            <p:cNvSpPr/>
            <p:nvPr/>
          </p:nvSpPr>
          <p:spPr>
            <a:xfrm>
              <a:off x="14879025" y="3904296"/>
              <a:ext cx="530352" cy="310896"/>
            </a:xfrm>
            <a:prstGeom prst="roundRect">
              <a:avLst/>
            </a:prstGeom>
            <a:solidFill>
              <a:srgbClr val="168C8C"/>
            </a:solidFill>
            <a:ln w="9525">
              <a:solidFill>
                <a:srgbClr val="16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13">
              <a:extLst>
                <a:ext uri="{FF2B5EF4-FFF2-40B4-BE49-F238E27FC236}">
                  <a16:creationId xmlns:a16="http://schemas.microsoft.com/office/drawing/2014/main" id="{42514EA7-6ADD-2CD7-BE91-40A8F10B571F}"/>
                </a:ext>
              </a:extLst>
            </p:cNvPr>
            <p:cNvSpPr txBox="1"/>
            <p:nvPr/>
          </p:nvSpPr>
          <p:spPr>
            <a:xfrm>
              <a:off x="8304488" y="4324921"/>
              <a:ext cx="877824" cy="1042415"/>
            </a:xfrm>
            <a:prstGeom prst="rect">
              <a:avLst/>
            </a:prstGeom>
            <a:noFill/>
          </p:spPr>
          <p:txBody>
            <a:bodyPr wrap="square" lIns="18288" tIns="18288" rIns="18288" bIns="18288" anchor="ctr">
              <a:spAutoFit/>
            </a:bodyPr>
            <a:lstStyle/>
            <a:p>
              <a:pPr algn="ctr">
                <a:defRPr sz="1350" b="1">
                  <a:solidFill>
                    <a:srgbClr val="1F2833"/>
                  </a:solidFill>
                  <a:latin typeface="Helvetica Neue"/>
                </a:defRPr>
              </a:pPr>
              <a:r>
                <a:t>Detect</a:t>
              </a:r>
              <a:br>
                <a:rPr/>
              </a:br>
              <a:r>
                <a:t>junction</a:t>
              </a:r>
            </a:p>
          </p:txBody>
        </p:sp>
        <p:sp>
          <p:nvSpPr>
            <p:cNvPr id="62" name="TextBox 18">
              <a:extLst>
                <a:ext uri="{FF2B5EF4-FFF2-40B4-BE49-F238E27FC236}">
                  <a16:creationId xmlns:a16="http://schemas.microsoft.com/office/drawing/2014/main" id="{B9B8DD4B-E1FC-E4A8-B84E-65485F7FAE4A}"/>
                </a:ext>
              </a:extLst>
            </p:cNvPr>
            <p:cNvSpPr txBox="1"/>
            <p:nvPr/>
          </p:nvSpPr>
          <p:spPr>
            <a:xfrm>
              <a:off x="9584649" y="4324921"/>
              <a:ext cx="877824" cy="1042415"/>
            </a:xfrm>
            <a:prstGeom prst="rect">
              <a:avLst/>
            </a:prstGeom>
            <a:noFill/>
          </p:spPr>
          <p:txBody>
            <a:bodyPr wrap="square" lIns="18288" tIns="18288" rIns="18288" bIns="18288" anchor="ctr">
              <a:spAutoFit/>
            </a:bodyPr>
            <a:lstStyle/>
            <a:p>
              <a:pPr algn="ctr">
                <a:defRPr sz="1350" b="1">
                  <a:solidFill>
                    <a:srgbClr val="1F2833"/>
                  </a:solidFill>
                  <a:latin typeface="Helvetica Neue"/>
                </a:defRPr>
              </a:pPr>
              <a:r>
                <a:t>Set speed</a:t>
              </a:r>
              <a:br>
                <a:rPr/>
              </a:br>
              <a:r>
                <a:t>= 0</a:t>
              </a:r>
            </a:p>
          </p:txBody>
        </p:sp>
        <p:sp>
          <p:nvSpPr>
            <p:cNvPr id="67" name="TextBox 23">
              <a:extLst>
                <a:ext uri="{FF2B5EF4-FFF2-40B4-BE49-F238E27FC236}">
                  <a16:creationId xmlns:a16="http://schemas.microsoft.com/office/drawing/2014/main" id="{FADE924C-7964-F906-8838-D2F74E5092A9}"/>
                </a:ext>
              </a:extLst>
            </p:cNvPr>
            <p:cNvSpPr txBox="1"/>
            <p:nvPr/>
          </p:nvSpPr>
          <p:spPr>
            <a:xfrm>
              <a:off x="10864809" y="4324921"/>
              <a:ext cx="877824" cy="1042415"/>
            </a:xfrm>
            <a:prstGeom prst="rect">
              <a:avLst/>
            </a:prstGeom>
            <a:noFill/>
          </p:spPr>
          <p:txBody>
            <a:bodyPr wrap="square" lIns="18288" tIns="18288" rIns="18288" bIns="18288" anchor="ctr">
              <a:spAutoFit/>
            </a:bodyPr>
            <a:lstStyle/>
            <a:p>
              <a:pPr algn="ctr">
                <a:defRPr sz="1350" b="1">
                  <a:solidFill>
                    <a:srgbClr val="1F2833"/>
                  </a:solidFill>
                  <a:latin typeface="Helvetica Neue"/>
                </a:defRPr>
              </a:pPr>
              <a:r>
                <a:t>Choose feasible</a:t>
              </a:r>
              <a:br>
                <a:rPr/>
              </a:br>
              <a:r>
                <a:t>route</a:t>
              </a:r>
            </a:p>
          </p:txBody>
        </p:sp>
        <p:sp>
          <p:nvSpPr>
            <p:cNvPr id="72" name="TextBox 28">
              <a:extLst>
                <a:ext uri="{FF2B5EF4-FFF2-40B4-BE49-F238E27FC236}">
                  <a16:creationId xmlns:a16="http://schemas.microsoft.com/office/drawing/2014/main" id="{12204B57-DA7E-E55B-485A-5F02D3087E8C}"/>
                </a:ext>
              </a:extLst>
            </p:cNvPr>
            <p:cNvSpPr txBox="1"/>
            <p:nvPr/>
          </p:nvSpPr>
          <p:spPr>
            <a:xfrm>
              <a:off x="12144968" y="4324921"/>
              <a:ext cx="877824" cy="1042415"/>
            </a:xfrm>
            <a:prstGeom prst="rect">
              <a:avLst/>
            </a:prstGeom>
            <a:noFill/>
          </p:spPr>
          <p:txBody>
            <a:bodyPr wrap="square" lIns="18288" tIns="18288" rIns="18288" bIns="18288" anchor="ctr">
              <a:spAutoFit/>
            </a:bodyPr>
            <a:lstStyle/>
            <a:p>
              <a:pPr algn="ctr">
                <a:defRPr sz="1350" b="1">
                  <a:solidFill>
                    <a:srgbClr val="1F2833"/>
                  </a:solidFill>
                  <a:latin typeface="Helvetica Neue"/>
                </a:defRPr>
              </a:pPr>
              <a:r>
                <a:t>Turning</a:t>
              </a:r>
              <a:br/>
              <a:r>
                <a:t>0 / ±90°</a:t>
              </a:r>
            </a:p>
          </p:txBody>
        </p:sp>
        <p:sp>
          <p:nvSpPr>
            <p:cNvPr id="77" name="TextBox 33">
              <a:extLst>
                <a:ext uri="{FF2B5EF4-FFF2-40B4-BE49-F238E27FC236}">
                  <a16:creationId xmlns:a16="http://schemas.microsoft.com/office/drawing/2014/main" id="{8095C472-206E-51DF-2502-9C7628322CE9}"/>
                </a:ext>
              </a:extLst>
            </p:cNvPr>
            <p:cNvSpPr txBox="1"/>
            <p:nvPr/>
          </p:nvSpPr>
          <p:spPr>
            <a:xfrm>
              <a:off x="13425129" y="4324921"/>
              <a:ext cx="877824" cy="1042415"/>
            </a:xfrm>
            <a:prstGeom prst="rect">
              <a:avLst/>
            </a:prstGeom>
            <a:noFill/>
          </p:spPr>
          <p:txBody>
            <a:bodyPr wrap="square" lIns="18288" tIns="18288" rIns="18288" bIns="18288" anchor="ctr">
              <a:spAutoFit/>
            </a:bodyPr>
            <a:lstStyle/>
            <a:p>
              <a:pPr algn="ctr">
                <a:defRPr sz="1350" b="1">
                  <a:solidFill>
                    <a:srgbClr val="1F2833"/>
                  </a:solidFill>
                  <a:latin typeface="Helvetica Neue"/>
                </a:defRPr>
              </a:pPr>
              <a:r>
                <a:t>Move ahead</a:t>
              </a:r>
              <a:br/>
              <a:r>
                <a:t>briefly</a:t>
              </a:r>
            </a:p>
          </p:txBody>
        </p:sp>
        <p:sp>
          <p:nvSpPr>
            <p:cNvPr id="82" name="TextBox 38">
              <a:extLst>
                <a:ext uri="{FF2B5EF4-FFF2-40B4-BE49-F238E27FC236}">
                  <a16:creationId xmlns:a16="http://schemas.microsoft.com/office/drawing/2014/main" id="{5683E736-350D-1522-5553-F7FDEBAB3FED}"/>
                </a:ext>
              </a:extLst>
            </p:cNvPr>
            <p:cNvSpPr txBox="1"/>
            <p:nvPr/>
          </p:nvSpPr>
          <p:spPr>
            <a:xfrm>
              <a:off x="14705289" y="4324921"/>
              <a:ext cx="877824" cy="1042415"/>
            </a:xfrm>
            <a:prstGeom prst="rect">
              <a:avLst/>
            </a:prstGeom>
            <a:noFill/>
          </p:spPr>
          <p:txBody>
            <a:bodyPr wrap="square" lIns="18288" tIns="18288" rIns="18288" bIns="18288" anchor="ctr">
              <a:spAutoFit/>
            </a:bodyPr>
            <a:lstStyle/>
            <a:p>
              <a:pPr algn="ctr">
                <a:defRPr sz="1350" b="1">
                  <a:solidFill>
                    <a:srgbClr val="1F2833"/>
                  </a:solidFill>
                  <a:latin typeface="Helvetica Neue"/>
                </a:defRPr>
              </a:pPr>
              <a:r>
                <a:t>Resume line</a:t>
              </a:r>
              <a:br>
                <a:rPr/>
              </a:br>
              <a:r>
                <a:t>tracking</a:t>
              </a:r>
            </a:p>
          </p:txBody>
        </p:sp>
        <p:sp>
          <p:nvSpPr>
            <p:cNvPr id="119" name="文本框 118">
              <a:extLst>
                <a:ext uri="{FF2B5EF4-FFF2-40B4-BE49-F238E27FC236}">
                  <a16:creationId xmlns:a16="http://schemas.microsoft.com/office/drawing/2014/main" id="{75E4FAB9-B896-A0BD-63DB-21167A0797AA}"/>
                </a:ext>
              </a:extLst>
            </p:cNvPr>
            <p:cNvSpPr txBox="1"/>
            <p:nvPr/>
          </p:nvSpPr>
          <p:spPr>
            <a:xfrm>
              <a:off x="8190886" y="3157419"/>
              <a:ext cx="2560319" cy="369332"/>
            </a:xfrm>
            <a:prstGeom prst="rect">
              <a:avLst/>
            </a:prstGeom>
            <a:noFill/>
          </p:spPr>
          <p:txBody>
            <a:bodyPr wrap="square" rtlCol="0">
              <a:spAutoFit/>
            </a:bodyPr>
            <a:lstStyle/>
            <a:p>
              <a:r>
                <a:rPr kumimoji="1" lang="en-US" altLang="zh-CN"/>
                <a:t>Operational Flow</a:t>
              </a:r>
              <a:endParaRPr kumimoji="1" lang="zh-CN" altLang="en-US"/>
            </a:p>
          </p:txBody>
        </p:sp>
        <p:sp>
          <p:nvSpPr>
            <p:cNvPr id="56" name="TextBox 12">
              <a:extLst>
                <a:ext uri="{FF2B5EF4-FFF2-40B4-BE49-F238E27FC236}">
                  <a16:creationId xmlns:a16="http://schemas.microsoft.com/office/drawing/2014/main" id="{FA2F755F-BC91-AE8C-5401-29BE96B4C2B0}"/>
                </a:ext>
              </a:extLst>
            </p:cNvPr>
            <p:cNvSpPr txBox="1"/>
            <p:nvPr/>
          </p:nvSpPr>
          <p:spPr>
            <a:xfrm>
              <a:off x="8514801" y="3945866"/>
              <a:ext cx="457199" cy="227755"/>
            </a:xfrm>
            <a:prstGeom prst="rect">
              <a:avLst/>
            </a:prstGeom>
            <a:noFill/>
          </p:spPr>
          <p:txBody>
            <a:bodyPr wrap="square" lIns="36576" tIns="36576" rIns="36576" bIns="36576" anchor="ctr">
              <a:spAutoFit/>
            </a:bodyPr>
            <a:lstStyle/>
            <a:p>
              <a:pPr algn="ctr">
                <a:defRPr sz="1000" b="1">
                  <a:solidFill>
                    <a:srgbClr val="FFFFFF"/>
                  </a:solidFill>
                  <a:latin typeface="Helvetica Neue"/>
                </a:defRPr>
              </a:pPr>
              <a:r>
                <a:t>CNN</a:t>
              </a:r>
            </a:p>
          </p:txBody>
        </p:sp>
        <p:sp>
          <p:nvSpPr>
            <p:cNvPr id="61" name="TextBox 17">
              <a:extLst>
                <a:ext uri="{FF2B5EF4-FFF2-40B4-BE49-F238E27FC236}">
                  <a16:creationId xmlns:a16="http://schemas.microsoft.com/office/drawing/2014/main" id="{12894B80-7D1A-2398-AEBB-BCA5368C6E87}"/>
                </a:ext>
              </a:extLst>
            </p:cNvPr>
            <p:cNvSpPr txBox="1"/>
            <p:nvPr/>
          </p:nvSpPr>
          <p:spPr>
            <a:xfrm>
              <a:off x="9794961" y="3913440"/>
              <a:ext cx="457199" cy="292608"/>
            </a:xfrm>
            <a:prstGeom prst="rect">
              <a:avLst/>
            </a:prstGeom>
            <a:noFill/>
          </p:spPr>
          <p:txBody>
            <a:bodyPr wrap="square" lIns="36576" tIns="36576" rIns="36576" bIns="36576" anchor="ctr">
              <a:spAutoFit/>
            </a:bodyPr>
            <a:lstStyle/>
            <a:p>
              <a:pPr algn="ctr">
                <a:defRPr sz="1000" b="1">
                  <a:solidFill>
                    <a:srgbClr val="FFFFFF"/>
                  </a:solidFill>
                  <a:latin typeface="Helvetica Neue"/>
                </a:defRPr>
              </a:pPr>
              <a:r>
                <a:t>STOP</a:t>
              </a:r>
            </a:p>
          </p:txBody>
        </p:sp>
        <p:sp>
          <p:nvSpPr>
            <p:cNvPr id="66" name="TextBox 22">
              <a:extLst>
                <a:ext uri="{FF2B5EF4-FFF2-40B4-BE49-F238E27FC236}">
                  <a16:creationId xmlns:a16="http://schemas.microsoft.com/office/drawing/2014/main" id="{2237E565-2A7F-AADB-D009-DC6A09FB5CC9}"/>
                </a:ext>
              </a:extLst>
            </p:cNvPr>
            <p:cNvSpPr txBox="1"/>
            <p:nvPr/>
          </p:nvSpPr>
          <p:spPr>
            <a:xfrm>
              <a:off x="11075120" y="3945866"/>
              <a:ext cx="457199" cy="227755"/>
            </a:xfrm>
            <a:prstGeom prst="rect">
              <a:avLst/>
            </a:prstGeom>
            <a:noFill/>
          </p:spPr>
          <p:txBody>
            <a:bodyPr wrap="square" lIns="36576" tIns="36576" rIns="36576" bIns="36576" anchor="ctr">
              <a:spAutoFit/>
            </a:bodyPr>
            <a:lstStyle/>
            <a:p>
              <a:pPr algn="ctr">
                <a:defRPr sz="1000" b="1">
                  <a:solidFill>
                    <a:srgbClr val="FFFFFF"/>
                  </a:solidFill>
                  <a:latin typeface="Helvetica Neue"/>
                </a:defRPr>
              </a:pPr>
              <a:r>
                <a:rPr lang="en-GB"/>
                <a:t>DEC</a:t>
              </a:r>
              <a:endParaRPr/>
            </a:p>
          </p:txBody>
        </p:sp>
        <p:sp>
          <p:nvSpPr>
            <p:cNvPr id="71" name="TextBox 27">
              <a:extLst>
                <a:ext uri="{FF2B5EF4-FFF2-40B4-BE49-F238E27FC236}">
                  <a16:creationId xmlns:a16="http://schemas.microsoft.com/office/drawing/2014/main" id="{FC8F3BF2-941B-1A66-698C-615945CF162C}"/>
                </a:ext>
              </a:extLst>
            </p:cNvPr>
            <p:cNvSpPr txBox="1"/>
            <p:nvPr/>
          </p:nvSpPr>
          <p:spPr>
            <a:xfrm>
              <a:off x="12355280" y="3913440"/>
              <a:ext cx="457199" cy="292608"/>
            </a:xfrm>
            <a:prstGeom prst="rect">
              <a:avLst/>
            </a:prstGeom>
            <a:noFill/>
          </p:spPr>
          <p:txBody>
            <a:bodyPr wrap="square" lIns="36576" tIns="36576" rIns="36576" bIns="36576" anchor="ctr">
              <a:spAutoFit/>
            </a:bodyPr>
            <a:lstStyle/>
            <a:p>
              <a:pPr algn="ctr">
                <a:defRPr sz="1000" b="1">
                  <a:solidFill>
                    <a:srgbClr val="FFFFFF"/>
                  </a:solidFill>
                  <a:latin typeface="Helvetica Neue"/>
                </a:defRPr>
              </a:pPr>
              <a:r>
                <a:t>TURN</a:t>
              </a:r>
            </a:p>
          </p:txBody>
        </p:sp>
        <p:sp>
          <p:nvSpPr>
            <p:cNvPr id="76" name="TextBox 32">
              <a:extLst>
                <a:ext uri="{FF2B5EF4-FFF2-40B4-BE49-F238E27FC236}">
                  <a16:creationId xmlns:a16="http://schemas.microsoft.com/office/drawing/2014/main" id="{0A73B4DA-2981-99CD-B9F2-CA76A785C5D0}"/>
                </a:ext>
              </a:extLst>
            </p:cNvPr>
            <p:cNvSpPr txBox="1"/>
            <p:nvPr/>
          </p:nvSpPr>
          <p:spPr>
            <a:xfrm>
              <a:off x="13635441" y="3913440"/>
              <a:ext cx="457199" cy="292608"/>
            </a:xfrm>
            <a:prstGeom prst="rect">
              <a:avLst/>
            </a:prstGeom>
            <a:noFill/>
          </p:spPr>
          <p:txBody>
            <a:bodyPr wrap="square" lIns="36576" tIns="36576" rIns="36576" bIns="36576" anchor="ctr">
              <a:spAutoFit/>
            </a:bodyPr>
            <a:lstStyle/>
            <a:p>
              <a:pPr algn="ctr">
                <a:defRPr sz="1000" b="1">
                  <a:solidFill>
                    <a:srgbClr val="FFFFFF"/>
                  </a:solidFill>
                  <a:latin typeface="Helvetica Neue"/>
                </a:defRPr>
              </a:pPr>
              <a:r>
                <a:t>GO</a:t>
              </a:r>
            </a:p>
          </p:txBody>
        </p:sp>
        <p:sp>
          <p:nvSpPr>
            <p:cNvPr id="81" name="TextBox 37">
              <a:extLst>
                <a:ext uri="{FF2B5EF4-FFF2-40B4-BE49-F238E27FC236}">
                  <a16:creationId xmlns:a16="http://schemas.microsoft.com/office/drawing/2014/main" id="{D81288B5-DFC3-E9AF-25B3-16DE2C9B977A}"/>
                </a:ext>
              </a:extLst>
            </p:cNvPr>
            <p:cNvSpPr txBox="1"/>
            <p:nvPr/>
          </p:nvSpPr>
          <p:spPr>
            <a:xfrm>
              <a:off x="14915601" y="3913440"/>
              <a:ext cx="457199" cy="292608"/>
            </a:xfrm>
            <a:prstGeom prst="rect">
              <a:avLst/>
            </a:prstGeom>
            <a:noFill/>
          </p:spPr>
          <p:txBody>
            <a:bodyPr wrap="square" lIns="36576" tIns="36576" rIns="36576" bIns="36576" anchor="ctr">
              <a:spAutoFit/>
            </a:bodyPr>
            <a:lstStyle/>
            <a:p>
              <a:pPr algn="ctr">
                <a:defRPr sz="1000" b="1">
                  <a:solidFill>
                    <a:srgbClr val="FFFFFF"/>
                  </a:solidFill>
                  <a:latin typeface="Helvetica Neue"/>
                </a:defRPr>
              </a:pPr>
              <a:r>
                <a:t>PID</a:t>
              </a:r>
            </a:p>
          </p:txBody>
        </p:sp>
      </p:grpSp>
      <p:grpSp>
        <p:nvGrpSpPr>
          <p:cNvPr id="145" name="组合 144">
            <a:extLst>
              <a:ext uri="{FF2B5EF4-FFF2-40B4-BE49-F238E27FC236}">
                <a16:creationId xmlns:a16="http://schemas.microsoft.com/office/drawing/2014/main" id="{C0EC82D7-B937-41AC-DDD8-0882324E9199}"/>
              </a:ext>
            </a:extLst>
          </p:cNvPr>
          <p:cNvGrpSpPr/>
          <p:nvPr/>
        </p:nvGrpSpPr>
        <p:grpSpPr>
          <a:xfrm>
            <a:off x="10087679" y="1810310"/>
            <a:ext cx="7237420" cy="6743849"/>
            <a:chOff x="594360" y="1216152"/>
            <a:chExt cx="4983480" cy="4800600"/>
          </a:xfrm>
        </p:grpSpPr>
        <p:sp>
          <p:nvSpPr>
            <p:cNvPr id="122" name="TextBox 3">
              <a:extLst>
                <a:ext uri="{FF2B5EF4-FFF2-40B4-BE49-F238E27FC236}">
                  <a16:creationId xmlns:a16="http://schemas.microsoft.com/office/drawing/2014/main" id="{F21EDB70-A654-D2CD-A02D-98D388E5B4BB}"/>
                </a:ext>
              </a:extLst>
            </p:cNvPr>
            <p:cNvSpPr txBox="1"/>
            <p:nvPr/>
          </p:nvSpPr>
          <p:spPr>
            <a:xfrm>
              <a:off x="603504" y="1216152"/>
              <a:ext cx="2514600" cy="256032"/>
            </a:xfrm>
            <a:prstGeom prst="rect">
              <a:avLst/>
            </a:prstGeom>
            <a:noFill/>
          </p:spPr>
          <p:txBody>
            <a:bodyPr wrap="square" lIns="36576" tIns="36576" rIns="36576" bIns="36576" anchor="t">
              <a:spAutoFit/>
            </a:bodyPr>
            <a:lstStyle/>
            <a:p>
              <a:pPr algn="l">
                <a:defRPr sz="1520" b="1">
                  <a:solidFill>
                    <a:srgbClr val="566273"/>
                  </a:solidFill>
                  <a:latin typeface="Helvetica Neue"/>
                </a:defRPr>
              </a:pPr>
              <a:r>
                <a:t>Two possible methods</a:t>
              </a:r>
            </a:p>
          </p:txBody>
        </p:sp>
        <p:sp>
          <p:nvSpPr>
            <p:cNvPr id="123" name="Rounded Rectangle 4">
              <a:extLst>
                <a:ext uri="{FF2B5EF4-FFF2-40B4-BE49-F238E27FC236}">
                  <a16:creationId xmlns:a16="http://schemas.microsoft.com/office/drawing/2014/main" id="{372D24AF-8296-4930-8AE8-09703BCA1FE7}"/>
                </a:ext>
              </a:extLst>
            </p:cNvPr>
            <p:cNvSpPr/>
            <p:nvPr/>
          </p:nvSpPr>
          <p:spPr>
            <a:xfrm>
              <a:off x="594360" y="1572768"/>
              <a:ext cx="4983480" cy="1847088"/>
            </a:xfrm>
            <a:prstGeom prst="roundRect">
              <a:avLst/>
            </a:prstGeom>
            <a:solidFill>
              <a:srgbClr val="FBEEE6"/>
            </a:solidFill>
            <a:ln w="19050">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ounded Rectangle 5">
              <a:extLst>
                <a:ext uri="{FF2B5EF4-FFF2-40B4-BE49-F238E27FC236}">
                  <a16:creationId xmlns:a16="http://schemas.microsoft.com/office/drawing/2014/main" id="{096671F7-A03C-B336-419A-D03E802ADBA9}"/>
                </a:ext>
              </a:extLst>
            </p:cNvPr>
            <p:cNvSpPr/>
            <p:nvPr/>
          </p:nvSpPr>
          <p:spPr>
            <a:xfrm>
              <a:off x="804672" y="1773936"/>
              <a:ext cx="1847088" cy="329184"/>
            </a:xfrm>
            <a:prstGeom prst="roundRect">
              <a:avLst/>
            </a:prstGeom>
            <a:solidFill>
              <a:srgbClr val="D97745"/>
            </a:solidFill>
            <a:ln w="9525">
              <a:solidFill>
                <a:srgbClr val="D97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6">
              <a:extLst>
                <a:ext uri="{FF2B5EF4-FFF2-40B4-BE49-F238E27FC236}">
                  <a16:creationId xmlns:a16="http://schemas.microsoft.com/office/drawing/2014/main" id="{1F38895B-DBCF-9123-511F-67A6A69D0C7B}"/>
                </a:ext>
              </a:extLst>
            </p:cNvPr>
            <p:cNvSpPr txBox="1"/>
            <p:nvPr/>
          </p:nvSpPr>
          <p:spPr>
            <a:xfrm>
              <a:off x="841248" y="1835556"/>
              <a:ext cx="1773936" cy="205945"/>
            </a:xfrm>
            <a:prstGeom prst="rect">
              <a:avLst/>
            </a:prstGeom>
            <a:noFill/>
          </p:spPr>
          <p:txBody>
            <a:bodyPr wrap="square" lIns="36576" tIns="36576" rIns="36576" bIns="36576" anchor="ctr">
              <a:spAutoFit/>
            </a:bodyPr>
            <a:lstStyle/>
            <a:p>
              <a:pPr algn="ctr">
                <a:defRPr sz="980" b="1">
                  <a:solidFill>
                    <a:srgbClr val="FFFFFF"/>
                  </a:solidFill>
                  <a:latin typeface="Helvetica Neue"/>
                </a:defRPr>
              </a:pPr>
              <a:r>
                <a:rPr sz="1400"/>
                <a:t>Method 1: Predefined rule</a:t>
              </a:r>
            </a:p>
          </p:txBody>
        </p:sp>
        <p:sp>
          <p:nvSpPr>
            <p:cNvPr id="126" name="Oval 7">
              <a:extLst>
                <a:ext uri="{FF2B5EF4-FFF2-40B4-BE49-F238E27FC236}">
                  <a16:creationId xmlns:a16="http://schemas.microsoft.com/office/drawing/2014/main" id="{0B951CDD-F85C-98AD-865D-1FF5FADA48D0}"/>
                </a:ext>
              </a:extLst>
            </p:cNvPr>
            <p:cNvSpPr/>
            <p:nvPr/>
          </p:nvSpPr>
          <p:spPr>
            <a:xfrm>
              <a:off x="841248" y="2322576"/>
              <a:ext cx="109728" cy="109728"/>
            </a:xfrm>
            <a:prstGeom prst="ellipse">
              <a:avLst/>
            </a:prstGeom>
            <a:solidFill>
              <a:srgbClr val="D97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8">
              <a:extLst>
                <a:ext uri="{FF2B5EF4-FFF2-40B4-BE49-F238E27FC236}">
                  <a16:creationId xmlns:a16="http://schemas.microsoft.com/office/drawing/2014/main" id="{29200DB6-5D43-2E94-9FC5-9986BAC04EBA}"/>
                </a:ext>
              </a:extLst>
            </p:cNvPr>
            <p:cNvSpPr txBox="1"/>
            <p:nvPr/>
          </p:nvSpPr>
          <p:spPr>
            <a:xfrm>
              <a:off x="1042416" y="2212848"/>
              <a:ext cx="4187952" cy="347472"/>
            </a:xfrm>
            <a:prstGeom prst="rect">
              <a:avLst/>
            </a:prstGeom>
            <a:noFill/>
          </p:spPr>
          <p:txBody>
            <a:bodyPr wrap="square" lIns="36576" tIns="36576" rIns="36576" bIns="36576" anchor="t">
              <a:spAutoFit/>
            </a:bodyPr>
            <a:lstStyle/>
            <a:p>
              <a:pPr algn="l">
                <a:defRPr sz="1510" b="0">
                  <a:solidFill>
                    <a:srgbClr val="1F2833"/>
                  </a:solidFill>
                  <a:latin typeface="Helvetica Neue"/>
                </a:defRPr>
              </a:pPr>
              <a:r>
                <a:t>Manually assign the next action</a:t>
              </a:r>
            </a:p>
          </p:txBody>
        </p:sp>
        <p:sp>
          <p:nvSpPr>
            <p:cNvPr id="128" name="Oval 9">
              <a:extLst>
                <a:ext uri="{FF2B5EF4-FFF2-40B4-BE49-F238E27FC236}">
                  <a16:creationId xmlns:a16="http://schemas.microsoft.com/office/drawing/2014/main" id="{6D790466-4DF7-2E90-6372-2195EFCFCF8C}"/>
                </a:ext>
              </a:extLst>
            </p:cNvPr>
            <p:cNvSpPr/>
            <p:nvPr/>
          </p:nvSpPr>
          <p:spPr>
            <a:xfrm>
              <a:off x="841248" y="2715768"/>
              <a:ext cx="109728" cy="109728"/>
            </a:xfrm>
            <a:prstGeom prst="ellipse">
              <a:avLst/>
            </a:prstGeom>
            <a:solidFill>
              <a:srgbClr val="D97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0">
              <a:extLst>
                <a:ext uri="{FF2B5EF4-FFF2-40B4-BE49-F238E27FC236}">
                  <a16:creationId xmlns:a16="http://schemas.microsoft.com/office/drawing/2014/main" id="{29B74141-DEE2-CE55-6B5A-970F19E24CDB}"/>
                </a:ext>
              </a:extLst>
            </p:cNvPr>
            <p:cNvSpPr txBox="1"/>
            <p:nvPr/>
          </p:nvSpPr>
          <p:spPr>
            <a:xfrm>
              <a:off x="1042416" y="2606040"/>
              <a:ext cx="4187952" cy="347472"/>
            </a:xfrm>
            <a:prstGeom prst="rect">
              <a:avLst/>
            </a:prstGeom>
            <a:noFill/>
          </p:spPr>
          <p:txBody>
            <a:bodyPr wrap="square" lIns="36576" tIns="36576" rIns="36576" bIns="36576" anchor="t">
              <a:spAutoFit/>
            </a:bodyPr>
            <a:lstStyle/>
            <a:p>
              <a:pPr algn="l">
                <a:defRPr sz="1510" b="0">
                  <a:solidFill>
                    <a:srgbClr val="1F2833"/>
                  </a:solidFill>
                  <a:latin typeface="Helvetica Neue"/>
                </a:defRPr>
              </a:pPr>
              <a:r>
                <a:t>e.g. always go straight / left / right</a:t>
              </a:r>
            </a:p>
          </p:txBody>
        </p:sp>
        <p:sp>
          <p:nvSpPr>
            <p:cNvPr id="130" name="Oval 11">
              <a:extLst>
                <a:ext uri="{FF2B5EF4-FFF2-40B4-BE49-F238E27FC236}">
                  <a16:creationId xmlns:a16="http://schemas.microsoft.com/office/drawing/2014/main" id="{C6ED1787-CEA9-78F9-A653-050C450C167F}"/>
                </a:ext>
              </a:extLst>
            </p:cNvPr>
            <p:cNvSpPr/>
            <p:nvPr/>
          </p:nvSpPr>
          <p:spPr>
            <a:xfrm>
              <a:off x="841248" y="3108960"/>
              <a:ext cx="109728" cy="109728"/>
            </a:xfrm>
            <a:prstGeom prst="ellipse">
              <a:avLst/>
            </a:prstGeom>
            <a:solidFill>
              <a:srgbClr val="D97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2">
              <a:extLst>
                <a:ext uri="{FF2B5EF4-FFF2-40B4-BE49-F238E27FC236}">
                  <a16:creationId xmlns:a16="http://schemas.microsoft.com/office/drawing/2014/main" id="{7332230C-96D5-CA9F-F0D0-285AA420ED63}"/>
                </a:ext>
              </a:extLst>
            </p:cNvPr>
            <p:cNvSpPr txBox="1"/>
            <p:nvPr/>
          </p:nvSpPr>
          <p:spPr>
            <a:xfrm>
              <a:off x="1042416" y="2999232"/>
              <a:ext cx="4187952" cy="347472"/>
            </a:xfrm>
            <a:prstGeom prst="rect">
              <a:avLst/>
            </a:prstGeom>
            <a:noFill/>
          </p:spPr>
          <p:txBody>
            <a:bodyPr wrap="square" lIns="36576" tIns="36576" rIns="36576" bIns="36576" anchor="t">
              <a:spAutoFit/>
            </a:bodyPr>
            <a:lstStyle/>
            <a:p>
              <a:pPr algn="l">
                <a:defRPr sz="1510" b="0">
                  <a:solidFill>
                    <a:srgbClr val="1F2833"/>
                  </a:solidFill>
                  <a:latin typeface="Helvetica Neue"/>
                </a:defRPr>
              </a:pPr>
              <a:r>
                <a:t>Simple, but inflexible</a:t>
              </a:r>
            </a:p>
          </p:txBody>
        </p:sp>
        <p:sp>
          <p:nvSpPr>
            <p:cNvPr id="132" name="Rounded Rectangle 13">
              <a:extLst>
                <a:ext uri="{FF2B5EF4-FFF2-40B4-BE49-F238E27FC236}">
                  <a16:creationId xmlns:a16="http://schemas.microsoft.com/office/drawing/2014/main" id="{5AE8D9EF-3B02-B84B-8B9E-096BBF766E16}"/>
                </a:ext>
              </a:extLst>
            </p:cNvPr>
            <p:cNvSpPr/>
            <p:nvPr/>
          </p:nvSpPr>
          <p:spPr>
            <a:xfrm>
              <a:off x="594360" y="3621024"/>
              <a:ext cx="4983480" cy="2395728"/>
            </a:xfrm>
            <a:prstGeom prst="roundRect">
              <a:avLst/>
            </a:prstGeom>
            <a:solidFill>
              <a:srgbClr val="E7F6F4"/>
            </a:solidFill>
            <a:ln w="19050">
              <a:solidFill>
                <a:srgbClr val="16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ounded Rectangle 14">
              <a:extLst>
                <a:ext uri="{FF2B5EF4-FFF2-40B4-BE49-F238E27FC236}">
                  <a16:creationId xmlns:a16="http://schemas.microsoft.com/office/drawing/2014/main" id="{BB223979-630B-C0C5-D83A-F87ED43807E6}"/>
                </a:ext>
              </a:extLst>
            </p:cNvPr>
            <p:cNvSpPr/>
            <p:nvPr/>
          </p:nvSpPr>
          <p:spPr>
            <a:xfrm>
              <a:off x="804672" y="3822191"/>
              <a:ext cx="2340864" cy="329184"/>
            </a:xfrm>
            <a:prstGeom prst="roundRect">
              <a:avLst/>
            </a:prstGeom>
            <a:solidFill>
              <a:srgbClr val="168C8C"/>
            </a:solidFill>
            <a:ln w="9525">
              <a:solidFill>
                <a:srgbClr val="168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5">
              <a:extLst>
                <a:ext uri="{FF2B5EF4-FFF2-40B4-BE49-F238E27FC236}">
                  <a16:creationId xmlns:a16="http://schemas.microsoft.com/office/drawing/2014/main" id="{38425B8C-9883-3012-8A98-1B689BAC9007}"/>
                </a:ext>
              </a:extLst>
            </p:cNvPr>
            <p:cNvSpPr txBox="1"/>
            <p:nvPr/>
          </p:nvSpPr>
          <p:spPr>
            <a:xfrm>
              <a:off x="841248" y="3883810"/>
              <a:ext cx="2267712" cy="205945"/>
            </a:xfrm>
            <a:prstGeom prst="rect">
              <a:avLst/>
            </a:prstGeom>
            <a:noFill/>
          </p:spPr>
          <p:txBody>
            <a:bodyPr wrap="square" lIns="36576" tIns="36576" rIns="36576" bIns="36576" anchor="ctr">
              <a:spAutoFit/>
            </a:bodyPr>
            <a:lstStyle/>
            <a:p>
              <a:pPr algn="ctr">
                <a:defRPr sz="940" b="1">
                  <a:solidFill>
                    <a:srgbClr val="FFFFFF"/>
                  </a:solidFill>
                  <a:latin typeface="Helvetica Neue"/>
                </a:defRPr>
              </a:pPr>
              <a:r>
                <a:rPr sz="1400"/>
                <a:t>Method 2: Feasible-route detection</a:t>
              </a:r>
            </a:p>
          </p:txBody>
        </p:sp>
        <p:sp>
          <p:nvSpPr>
            <p:cNvPr id="137" name="Oval 18">
              <a:extLst>
                <a:ext uri="{FF2B5EF4-FFF2-40B4-BE49-F238E27FC236}">
                  <a16:creationId xmlns:a16="http://schemas.microsoft.com/office/drawing/2014/main" id="{2D1F0830-DDB6-7093-08AB-C03A1076415F}"/>
                </a:ext>
              </a:extLst>
            </p:cNvPr>
            <p:cNvSpPr/>
            <p:nvPr/>
          </p:nvSpPr>
          <p:spPr>
            <a:xfrm>
              <a:off x="841248" y="4379976"/>
              <a:ext cx="109728" cy="109728"/>
            </a:xfrm>
            <a:prstGeom prst="ellipse">
              <a:avLst/>
            </a:prstGeom>
            <a:solidFill>
              <a:srgbClr val="16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9">
              <a:extLst>
                <a:ext uri="{FF2B5EF4-FFF2-40B4-BE49-F238E27FC236}">
                  <a16:creationId xmlns:a16="http://schemas.microsoft.com/office/drawing/2014/main" id="{6AC1CE44-1B1D-1CAB-AEE2-0E2E5E1D3776}"/>
                </a:ext>
              </a:extLst>
            </p:cNvPr>
            <p:cNvSpPr txBox="1"/>
            <p:nvPr/>
          </p:nvSpPr>
          <p:spPr>
            <a:xfrm>
              <a:off x="1051559" y="4341532"/>
              <a:ext cx="4187952" cy="347472"/>
            </a:xfrm>
            <a:prstGeom prst="rect">
              <a:avLst/>
            </a:prstGeom>
            <a:noFill/>
          </p:spPr>
          <p:txBody>
            <a:bodyPr wrap="square" lIns="36576" tIns="36576" rIns="36576" bIns="36576" anchor="t">
              <a:spAutoFit/>
            </a:bodyPr>
            <a:lstStyle/>
            <a:p>
              <a:pPr algn="l">
                <a:defRPr sz="1470" b="0">
                  <a:solidFill>
                    <a:srgbClr val="1F2833"/>
                  </a:solidFill>
                  <a:latin typeface="Helvetica Neue"/>
                </a:defRPr>
              </a:pPr>
              <a:r>
                <a:t>Detect white pixels in the left, front, and right regions</a:t>
              </a:r>
            </a:p>
          </p:txBody>
        </p:sp>
        <p:sp>
          <p:nvSpPr>
            <p:cNvPr id="139" name="Oval 20">
              <a:extLst>
                <a:ext uri="{FF2B5EF4-FFF2-40B4-BE49-F238E27FC236}">
                  <a16:creationId xmlns:a16="http://schemas.microsoft.com/office/drawing/2014/main" id="{63A715E1-2D60-1FE0-2C41-FB2A8AA75873}"/>
                </a:ext>
              </a:extLst>
            </p:cNvPr>
            <p:cNvSpPr/>
            <p:nvPr/>
          </p:nvSpPr>
          <p:spPr>
            <a:xfrm>
              <a:off x="841248" y="4969111"/>
              <a:ext cx="109728" cy="109728"/>
            </a:xfrm>
            <a:prstGeom prst="ellipse">
              <a:avLst/>
            </a:prstGeom>
            <a:solidFill>
              <a:srgbClr val="16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21">
              <a:extLst>
                <a:ext uri="{FF2B5EF4-FFF2-40B4-BE49-F238E27FC236}">
                  <a16:creationId xmlns:a16="http://schemas.microsoft.com/office/drawing/2014/main" id="{88EF9BD1-4D87-BAC1-C247-568829EDA4BF}"/>
                </a:ext>
              </a:extLst>
            </p:cNvPr>
            <p:cNvSpPr txBox="1"/>
            <p:nvPr/>
          </p:nvSpPr>
          <p:spPr>
            <a:xfrm>
              <a:off x="1051559" y="4953597"/>
              <a:ext cx="4187952" cy="347472"/>
            </a:xfrm>
            <a:prstGeom prst="rect">
              <a:avLst/>
            </a:prstGeom>
            <a:noFill/>
          </p:spPr>
          <p:txBody>
            <a:bodyPr wrap="square" lIns="36576" tIns="36576" rIns="36576" bIns="36576" anchor="t">
              <a:spAutoFit/>
            </a:bodyPr>
            <a:lstStyle/>
            <a:p>
              <a:pPr algn="l">
                <a:defRPr sz="1470" b="0">
                  <a:solidFill>
                    <a:srgbClr val="1F2833"/>
                  </a:solidFill>
                  <a:latin typeface="Helvetica Neue"/>
                </a:defRPr>
              </a:pPr>
              <a:r>
                <a:t>Identify which directions are available</a:t>
              </a:r>
            </a:p>
          </p:txBody>
        </p:sp>
        <p:sp>
          <p:nvSpPr>
            <p:cNvPr id="143" name="Oval 24">
              <a:extLst>
                <a:ext uri="{FF2B5EF4-FFF2-40B4-BE49-F238E27FC236}">
                  <a16:creationId xmlns:a16="http://schemas.microsoft.com/office/drawing/2014/main" id="{EE973113-1269-EEDD-D51F-2E6D198F7B4D}"/>
                </a:ext>
              </a:extLst>
            </p:cNvPr>
            <p:cNvSpPr/>
            <p:nvPr/>
          </p:nvSpPr>
          <p:spPr>
            <a:xfrm>
              <a:off x="841248" y="5641848"/>
              <a:ext cx="109728" cy="109728"/>
            </a:xfrm>
            <a:prstGeom prst="ellipse">
              <a:avLst/>
            </a:prstGeom>
            <a:solidFill>
              <a:srgbClr val="16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25">
              <a:extLst>
                <a:ext uri="{FF2B5EF4-FFF2-40B4-BE49-F238E27FC236}">
                  <a16:creationId xmlns:a16="http://schemas.microsoft.com/office/drawing/2014/main" id="{8CF51309-A04D-5197-E4F0-29185312C3DA}"/>
                </a:ext>
              </a:extLst>
            </p:cNvPr>
            <p:cNvSpPr txBox="1"/>
            <p:nvPr/>
          </p:nvSpPr>
          <p:spPr>
            <a:xfrm>
              <a:off x="1042416" y="5565661"/>
              <a:ext cx="4187952" cy="347472"/>
            </a:xfrm>
            <a:prstGeom prst="rect">
              <a:avLst/>
            </a:prstGeom>
            <a:noFill/>
          </p:spPr>
          <p:txBody>
            <a:bodyPr wrap="square" lIns="36576" tIns="36576" rIns="36576" bIns="36576" anchor="t">
              <a:spAutoFit/>
            </a:bodyPr>
            <a:lstStyle/>
            <a:p>
              <a:pPr algn="l">
                <a:defRPr sz="1470" b="0">
                  <a:solidFill>
                    <a:srgbClr val="1F2833"/>
                  </a:solidFill>
                  <a:latin typeface="Helvetica Neue"/>
                </a:defRPr>
              </a:pPr>
              <a:r>
                <a:t>More suitable for different T-junction layouts</a:t>
              </a:r>
            </a:p>
          </p:txBody>
        </p:sp>
      </p:grpSp>
      <p:pic>
        <p:nvPicPr>
          <p:cNvPr id="147" name="图片 146" descr="夜晚的路灯&#10;&#10;AI 生成的内容可能不正确。">
            <a:extLst>
              <a:ext uri="{FF2B5EF4-FFF2-40B4-BE49-F238E27FC236}">
                <a16:creationId xmlns:a16="http://schemas.microsoft.com/office/drawing/2014/main" id="{9F969D80-B828-13D5-5196-17651C6F05F0}"/>
              </a:ext>
            </a:extLst>
          </p:cNvPr>
          <p:cNvPicPr>
            <a:picLocks noChangeAspect="1"/>
          </p:cNvPicPr>
          <p:nvPr/>
        </p:nvPicPr>
        <p:blipFill>
          <a:blip r:embed="rId4">
            <a:extLst>
              <a:ext uri="{28A0092B-C50C-407E-A947-70E740481C1C}">
                <a14:useLocalDpi xmlns:a14="http://schemas.microsoft.com/office/drawing/2010/main" val="0"/>
              </a:ext>
            </a:extLst>
          </a:blip>
          <a:srcRect l="15980" r="14596"/>
          <a:stretch>
            <a:fillRect/>
          </a:stretch>
        </p:blipFill>
        <p:spPr>
          <a:xfrm>
            <a:off x="1954812" y="6073662"/>
            <a:ext cx="1685156" cy="1517090"/>
          </a:xfrm>
          <a:prstGeom prst="rect">
            <a:avLst/>
          </a:prstGeom>
        </p:spPr>
      </p:pic>
      <p:pic>
        <p:nvPicPr>
          <p:cNvPr id="148" name="图片 147" descr="夜晚的路灯&#10;&#10;AI 生成的内容可能不正确。">
            <a:extLst>
              <a:ext uri="{FF2B5EF4-FFF2-40B4-BE49-F238E27FC236}">
                <a16:creationId xmlns:a16="http://schemas.microsoft.com/office/drawing/2014/main" id="{784D367D-1CC9-69D0-D2D2-DDBC5E6D73E2}"/>
              </a:ext>
            </a:extLst>
          </p:cNvPr>
          <p:cNvPicPr>
            <a:picLocks noChangeAspect="1"/>
          </p:cNvPicPr>
          <p:nvPr/>
        </p:nvPicPr>
        <p:blipFill>
          <a:blip r:embed="rId4">
            <a:extLst>
              <a:ext uri="{28A0092B-C50C-407E-A947-70E740481C1C}">
                <a14:useLocalDpi xmlns:a14="http://schemas.microsoft.com/office/drawing/2010/main" val="0"/>
              </a:ext>
            </a:extLst>
          </a:blip>
          <a:srcRect l="15980" r="14596"/>
          <a:stretch>
            <a:fillRect/>
          </a:stretch>
        </p:blipFill>
        <p:spPr>
          <a:xfrm rot="5400000">
            <a:off x="4411261" y="6017723"/>
            <a:ext cx="1685156" cy="1517090"/>
          </a:xfrm>
          <a:prstGeom prst="rect">
            <a:avLst/>
          </a:prstGeom>
        </p:spPr>
      </p:pic>
      <p:pic>
        <p:nvPicPr>
          <p:cNvPr id="149" name="图片 148" descr="夜晚的路灯&#10;&#10;AI 生成的内容可能不正确。">
            <a:extLst>
              <a:ext uri="{FF2B5EF4-FFF2-40B4-BE49-F238E27FC236}">
                <a16:creationId xmlns:a16="http://schemas.microsoft.com/office/drawing/2014/main" id="{FAD1BA35-75EB-55A9-3249-FB1C02871677}"/>
              </a:ext>
            </a:extLst>
          </p:cNvPr>
          <p:cNvPicPr>
            <a:picLocks noChangeAspect="1"/>
          </p:cNvPicPr>
          <p:nvPr/>
        </p:nvPicPr>
        <p:blipFill>
          <a:blip r:embed="rId4">
            <a:extLst>
              <a:ext uri="{28A0092B-C50C-407E-A947-70E740481C1C}">
                <a14:useLocalDpi xmlns:a14="http://schemas.microsoft.com/office/drawing/2010/main" val="0"/>
              </a:ext>
            </a:extLst>
          </a:blip>
          <a:srcRect l="15980" r="14596"/>
          <a:stretch>
            <a:fillRect/>
          </a:stretch>
        </p:blipFill>
        <p:spPr>
          <a:xfrm rot="16200000">
            <a:off x="6995356" y="6087172"/>
            <a:ext cx="1685156" cy="1517090"/>
          </a:xfrm>
          <a:prstGeom prst="rect">
            <a:avLst/>
          </a:prstGeom>
        </p:spPr>
      </p:pic>
      <p:sp>
        <p:nvSpPr>
          <p:cNvPr id="14" name="TextBox 10">
            <a:extLst>
              <a:ext uri="{FF2B5EF4-FFF2-40B4-BE49-F238E27FC236}">
                <a16:creationId xmlns:a16="http://schemas.microsoft.com/office/drawing/2014/main" id="{941BD5C7-150E-D71E-A343-E96A9070F3F8}"/>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1101295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6593" cy="499110"/>
            <a:chOff x="0" y="0"/>
            <a:chExt cx="24408790" cy="665480"/>
          </a:xfrm>
        </p:grpSpPr>
        <p:sp>
          <p:nvSpPr>
            <p:cNvPr id="3" name="Freeform 3"/>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p:cNvGrpSpPr/>
          <p:nvPr/>
        </p:nvGrpSpPr>
        <p:grpSpPr>
          <a:xfrm>
            <a:off x="-9525" y="9797415"/>
            <a:ext cx="18306593" cy="499110"/>
            <a:chOff x="0" y="0"/>
            <a:chExt cx="24408790" cy="665480"/>
          </a:xfrm>
        </p:grpSpPr>
        <p:sp>
          <p:nvSpPr>
            <p:cNvPr id="6" name="Freeform 6"/>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p:cNvGrpSpPr/>
          <p:nvPr/>
        </p:nvGrpSpPr>
        <p:grpSpPr>
          <a:xfrm>
            <a:off x="754380" y="754380"/>
            <a:ext cx="13441680" cy="685800"/>
            <a:chOff x="0" y="0"/>
            <a:chExt cx="17922239" cy="914400"/>
          </a:xfrm>
        </p:grpSpPr>
        <p:sp>
          <p:nvSpPr>
            <p:cNvPr id="12" name="Freeform 12"/>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p:cNvSpPr txBox="1"/>
            <p:nvPr/>
          </p:nvSpPr>
          <p:spPr>
            <a:xfrm>
              <a:off x="0" y="0"/>
              <a:ext cx="17922239"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Benchmarking Setup</a:t>
              </a:r>
            </a:p>
          </p:txBody>
        </p:sp>
      </p:grpSp>
      <p:grpSp>
        <p:nvGrpSpPr>
          <p:cNvPr id="50" name="Group 49">
            <a:extLst>
              <a:ext uri="{FF2B5EF4-FFF2-40B4-BE49-F238E27FC236}">
                <a16:creationId xmlns:a16="http://schemas.microsoft.com/office/drawing/2014/main" id="{68050375-FF93-1C10-CA30-92C6497BD1E0}"/>
              </a:ext>
            </a:extLst>
          </p:cNvPr>
          <p:cNvGrpSpPr/>
          <p:nvPr/>
        </p:nvGrpSpPr>
        <p:grpSpPr>
          <a:xfrm>
            <a:off x="1032573" y="2169514"/>
            <a:ext cx="7909722" cy="3314489"/>
            <a:chOff x="1032573" y="2169514"/>
            <a:chExt cx="7909722" cy="3314489"/>
          </a:xfrm>
        </p:grpSpPr>
        <p:grpSp>
          <p:nvGrpSpPr>
            <p:cNvPr id="17" name="Group 17"/>
            <p:cNvGrpSpPr/>
            <p:nvPr/>
          </p:nvGrpSpPr>
          <p:grpSpPr>
            <a:xfrm>
              <a:off x="1032573" y="2169514"/>
              <a:ext cx="7909722" cy="3312123"/>
              <a:chOff x="0" y="0"/>
              <a:chExt cx="7157720" cy="8803640"/>
            </a:xfrm>
          </p:grpSpPr>
          <p:sp>
            <p:nvSpPr>
              <p:cNvPr id="18" name="Freeform 18"/>
              <p:cNvSpPr/>
              <p:nvPr/>
            </p:nvSpPr>
            <p:spPr>
              <a:xfrm>
                <a:off x="12700" y="12700"/>
                <a:ext cx="7132320" cy="8778240"/>
              </a:xfrm>
              <a:custGeom>
                <a:avLst/>
                <a:gdLst/>
                <a:ahLst/>
                <a:cxnLst/>
                <a:rect l="l" t="t" r="r" b="b"/>
                <a:pathLst>
                  <a:path w="7132320" h="8778240">
                    <a:moveTo>
                      <a:pt x="0" y="146431"/>
                    </a:moveTo>
                    <a:cubicBezTo>
                      <a:pt x="0" y="65532"/>
                      <a:pt x="65532" y="0"/>
                      <a:pt x="146304" y="0"/>
                    </a:cubicBezTo>
                    <a:lnTo>
                      <a:pt x="6986016" y="0"/>
                    </a:lnTo>
                    <a:cubicBezTo>
                      <a:pt x="7066788" y="0"/>
                      <a:pt x="7132320" y="65532"/>
                      <a:pt x="7132320" y="146431"/>
                    </a:cubicBezTo>
                    <a:lnTo>
                      <a:pt x="7132320" y="8631809"/>
                    </a:lnTo>
                    <a:cubicBezTo>
                      <a:pt x="7132320" y="8712708"/>
                      <a:pt x="7066788" y="8778240"/>
                      <a:pt x="6986016" y="8778240"/>
                    </a:cubicBezTo>
                    <a:lnTo>
                      <a:pt x="146304" y="8778240"/>
                    </a:lnTo>
                    <a:cubicBezTo>
                      <a:pt x="65532" y="8778240"/>
                      <a:pt x="0" y="8712708"/>
                      <a:pt x="0" y="8631809"/>
                    </a:cubicBezTo>
                    <a:close/>
                  </a:path>
                </a:pathLst>
              </a:custGeom>
              <a:solidFill>
                <a:srgbClr val="FFFFFF"/>
              </a:solidFill>
            </p:spPr>
            <p:txBody>
              <a:bodyPr/>
              <a:lstStyle/>
              <a:p>
                <a:endParaRPr lang="en-GB"/>
              </a:p>
            </p:txBody>
          </p:sp>
          <p:sp>
            <p:nvSpPr>
              <p:cNvPr id="19" name="Freeform 19"/>
              <p:cNvSpPr/>
              <p:nvPr/>
            </p:nvSpPr>
            <p:spPr>
              <a:xfrm>
                <a:off x="0" y="0"/>
                <a:ext cx="7157720" cy="8803640"/>
              </a:xfrm>
              <a:custGeom>
                <a:avLst/>
                <a:gdLst/>
                <a:ahLst/>
                <a:cxnLst/>
                <a:rect l="l" t="t" r="r" b="b"/>
                <a:pathLst>
                  <a:path w="7157720" h="8803640">
                    <a:moveTo>
                      <a:pt x="0" y="159131"/>
                    </a:moveTo>
                    <a:cubicBezTo>
                      <a:pt x="0" y="71247"/>
                      <a:pt x="71120" y="0"/>
                      <a:pt x="159004" y="0"/>
                    </a:cubicBezTo>
                    <a:lnTo>
                      <a:pt x="6998716" y="0"/>
                    </a:lnTo>
                    <a:lnTo>
                      <a:pt x="6998716" y="12700"/>
                    </a:lnTo>
                    <a:lnTo>
                      <a:pt x="6998716" y="0"/>
                    </a:lnTo>
                    <a:cubicBezTo>
                      <a:pt x="7086600" y="0"/>
                      <a:pt x="7157720" y="71247"/>
                      <a:pt x="7157720" y="159131"/>
                    </a:cubicBezTo>
                    <a:lnTo>
                      <a:pt x="7145020" y="159131"/>
                    </a:lnTo>
                    <a:lnTo>
                      <a:pt x="7157720" y="159131"/>
                    </a:lnTo>
                    <a:lnTo>
                      <a:pt x="7157720" y="8644509"/>
                    </a:lnTo>
                    <a:lnTo>
                      <a:pt x="7145020" y="8644509"/>
                    </a:lnTo>
                    <a:lnTo>
                      <a:pt x="7157720" y="8644509"/>
                    </a:lnTo>
                    <a:cubicBezTo>
                      <a:pt x="7157720" y="8732393"/>
                      <a:pt x="7086600" y="8803640"/>
                      <a:pt x="6998715" y="8803640"/>
                    </a:cubicBezTo>
                    <a:lnTo>
                      <a:pt x="6998715" y="8790940"/>
                    </a:lnTo>
                    <a:lnTo>
                      <a:pt x="6998715" y="8803640"/>
                    </a:lnTo>
                    <a:lnTo>
                      <a:pt x="159004" y="8803640"/>
                    </a:lnTo>
                    <a:lnTo>
                      <a:pt x="159004" y="8790940"/>
                    </a:lnTo>
                    <a:lnTo>
                      <a:pt x="159004" y="8803640"/>
                    </a:lnTo>
                    <a:cubicBezTo>
                      <a:pt x="71120" y="8803640"/>
                      <a:pt x="0" y="8732393"/>
                      <a:pt x="0" y="8644509"/>
                    </a:cubicBezTo>
                    <a:lnTo>
                      <a:pt x="0" y="159131"/>
                    </a:lnTo>
                    <a:lnTo>
                      <a:pt x="12700" y="159131"/>
                    </a:lnTo>
                    <a:lnTo>
                      <a:pt x="0" y="159131"/>
                    </a:lnTo>
                    <a:moveTo>
                      <a:pt x="25400" y="159131"/>
                    </a:moveTo>
                    <a:lnTo>
                      <a:pt x="25400" y="8644509"/>
                    </a:lnTo>
                    <a:lnTo>
                      <a:pt x="12700" y="8644509"/>
                    </a:lnTo>
                    <a:lnTo>
                      <a:pt x="25400" y="8644509"/>
                    </a:lnTo>
                    <a:cubicBezTo>
                      <a:pt x="25400" y="8718296"/>
                      <a:pt x="85217" y="8778240"/>
                      <a:pt x="159004" y="8778240"/>
                    </a:cubicBezTo>
                    <a:lnTo>
                      <a:pt x="6998716" y="8778240"/>
                    </a:lnTo>
                    <a:cubicBezTo>
                      <a:pt x="7072503" y="8778240"/>
                      <a:pt x="7132320" y="8718423"/>
                      <a:pt x="7132320" y="8644509"/>
                    </a:cubicBezTo>
                    <a:lnTo>
                      <a:pt x="7132320" y="159131"/>
                    </a:lnTo>
                    <a:cubicBezTo>
                      <a:pt x="7132320" y="85217"/>
                      <a:pt x="7072503" y="25400"/>
                      <a:pt x="699871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20" name="Group 20"/>
            <p:cNvGrpSpPr/>
            <p:nvPr/>
          </p:nvGrpSpPr>
          <p:grpSpPr>
            <a:xfrm>
              <a:off x="1046988" y="2176658"/>
              <a:ext cx="311058" cy="3307345"/>
              <a:chOff x="0" y="0"/>
              <a:chExt cx="244856" cy="8803640"/>
            </a:xfrm>
          </p:grpSpPr>
          <p:sp>
            <p:nvSpPr>
              <p:cNvPr id="21" name="Freeform 21"/>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solidFill>
                <a:srgbClr val="1F4E79"/>
              </a:solidFill>
            </p:spPr>
            <p:txBody>
              <a:bodyPr/>
              <a:lstStyle/>
              <a:p>
                <a:endParaRPr lang="en-GB"/>
              </a:p>
            </p:txBody>
          </p:sp>
          <p:sp>
            <p:nvSpPr>
              <p:cNvPr id="22" name="Freeform 22"/>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solidFill>
                <a:srgbClr val="1F4E79"/>
              </a:solidFill>
            </p:spPr>
            <p:txBody>
              <a:bodyPr/>
              <a:lstStyle/>
              <a:p>
                <a:endParaRPr lang="en-GB"/>
              </a:p>
            </p:txBody>
          </p:sp>
        </p:grpSp>
      </p:grpSp>
      <p:grpSp>
        <p:nvGrpSpPr>
          <p:cNvPr id="38" name="Group 37">
            <a:extLst>
              <a:ext uri="{FF2B5EF4-FFF2-40B4-BE49-F238E27FC236}">
                <a16:creationId xmlns:a16="http://schemas.microsoft.com/office/drawing/2014/main" id="{F052E1C2-411C-4D7A-497B-33F32F132D78}"/>
              </a:ext>
            </a:extLst>
          </p:cNvPr>
          <p:cNvGrpSpPr/>
          <p:nvPr/>
        </p:nvGrpSpPr>
        <p:grpSpPr>
          <a:xfrm>
            <a:off x="1019174" y="5668321"/>
            <a:ext cx="7923122" cy="3256603"/>
            <a:chOff x="6711315" y="2322195"/>
            <a:chExt cx="4408170" cy="6602730"/>
          </a:xfrm>
        </p:grpSpPr>
        <p:grpSp>
          <p:nvGrpSpPr>
            <p:cNvPr id="23" name="Group 23"/>
            <p:cNvGrpSpPr/>
            <p:nvPr/>
          </p:nvGrpSpPr>
          <p:grpSpPr>
            <a:xfrm>
              <a:off x="6711315" y="2322195"/>
              <a:ext cx="4408170" cy="6602730"/>
              <a:chOff x="0" y="0"/>
              <a:chExt cx="5877560" cy="8803640"/>
            </a:xfrm>
          </p:grpSpPr>
          <p:sp>
            <p:nvSpPr>
              <p:cNvPr id="24" name="Freeform 24"/>
              <p:cNvSpPr/>
              <p:nvPr/>
            </p:nvSpPr>
            <p:spPr>
              <a:xfrm>
                <a:off x="12700" y="12700"/>
                <a:ext cx="5852160" cy="8778239"/>
              </a:xfrm>
              <a:custGeom>
                <a:avLst/>
                <a:gdLst/>
                <a:ahLst/>
                <a:cxnLst/>
                <a:rect l="l" t="t" r="r" b="b"/>
                <a:pathLst>
                  <a:path w="5852160" h="8778239">
                    <a:moveTo>
                      <a:pt x="0" y="146558"/>
                    </a:moveTo>
                    <a:cubicBezTo>
                      <a:pt x="0" y="65659"/>
                      <a:pt x="65532" y="0"/>
                      <a:pt x="146304" y="0"/>
                    </a:cubicBezTo>
                    <a:lnTo>
                      <a:pt x="5705856" y="0"/>
                    </a:lnTo>
                    <a:cubicBezTo>
                      <a:pt x="5786628" y="0"/>
                      <a:pt x="5852160" y="65659"/>
                      <a:pt x="5852160" y="146558"/>
                    </a:cubicBezTo>
                    <a:lnTo>
                      <a:pt x="5852160" y="8631682"/>
                    </a:lnTo>
                    <a:cubicBezTo>
                      <a:pt x="5852160" y="8712581"/>
                      <a:pt x="5786628" y="8778239"/>
                      <a:pt x="5705856" y="8778239"/>
                    </a:cubicBezTo>
                    <a:lnTo>
                      <a:pt x="146304" y="8778239"/>
                    </a:lnTo>
                    <a:cubicBezTo>
                      <a:pt x="65532" y="8778240"/>
                      <a:pt x="0" y="8712581"/>
                      <a:pt x="0" y="8631682"/>
                    </a:cubicBezTo>
                    <a:close/>
                  </a:path>
                </a:pathLst>
              </a:custGeom>
              <a:solidFill>
                <a:srgbClr val="FFFFFF"/>
              </a:solidFill>
            </p:spPr>
            <p:txBody>
              <a:bodyPr/>
              <a:lstStyle/>
              <a:p>
                <a:endParaRPr lang="en-GB"/>
              </a:p>
            </p:txBody>
          </p:sp>
          <p:sp>
            <p:nvSpPr>
              <p:cNvPr id="25" name="Freeform 25"/>
              <p:cNvSpPr/>
              <p:nvPr/>
            </p:nvSpPr>
            <p:spPr>
              <a:xfrm>
                <a:off x="0" y="0"/>
                <a:ext cx="5877560" cy="8803639"/>
              </a:xfrm>
              <a:custGeom>
                <a:avLst/>
                <a:gdLst/>
                <a:ahLst/>
                <a:cxnLst/>
                <a:rect l="l" t="t" r="r" b="b"/>
                <a:pathLst>
                  <a:path w="5877560" h="8803639">
                    <a:moveTo>
                      <a:pt x="0" y="159258"/>
                    </a:moveTo>
                    <a:cubicBezTo>
                      <a:pt x="0" y="71247"/>
                      <a:pt x="71120" y="0"/>
                      <a:pt x="159004" y="0"/>
                    </a:cubicBezTo>
                    <a:lnTo>
                      <a:pt x="5718556" y="0"/>
                    </a:lnTo>
                    <a:lnTo>
                      <a:pt x="5718556" y="12700"/>
                    </a:lnTo>
                    <a:lnTo>
                      <a:pt x="5718556" y="0"/>
                    </a:lnTo>
                    <a:cubicBezTo>
                      <a:pt x="5806440" y="0"/>
                      <a:pt x="5877560" y="71247"/>
                      <a:pt x="5877560" y="159258"/>
                    </a:cubicBezTo>
                    <a:lnTo>
                      <a:pt x="5864860" y="159258"/>
                    </a:lnTo>
                    <a:lnTo>
                      <a:pt x="5877560" y="159258"/>
                    </a:lnTo>
                    <a:lnTo>
                      <a:pt x="5877560" y="8644382"/>
                    </a:lnTo>
                    <a:lnTo>
                      <a:pt x="5864860" y="8644382"/>
                    </a:lnTo>
                    <a:lnTo>
                      <a:pt x="5877560" y="8644382"/>
                    </a:lnTo>
                    <a:cubicBezTo>
                      <a:pt x="5877560" y="8732265"/>
                      <a:pt x="5806440" y="8803639"/>
                      <a:pt x="5718556" y="8803639"/>
                    </a:cubicBezTo>
                    <a:lnTo>
                      <a:pt x="5718556" y="8790939"/>
                    </a:lnTo>
                    <a:lnTo>
                      <a:pt x="5718556" y="8803639"/>
                    </a:lnTo>
                    <a:lnTo>
                      <a:pt x="159004" y="8803639"/>
                    </a:lnTo>
                    <a:lnTo>
                      <a:pt x="159004" y="8790939"/>
                    </a:lnTo>
                    <a:lnTo>
                      <a:pt x="159004" y="8803639"/>
                    </a:lnTo>
                    <a:cubicBezTo>
                      <a:pt x="71120" y="8803640"/>
                      <a:pt x="0" y="8732393"/>
                      <a:pt x="0" y="8644382"/>
                    </a:cubicBezTo>
                    <a:lnTo>
                      <a:pt x="0" y="159258"/>
                    </a:lnTo>
                    <a:lnTo>
                      <a:pt x="12700" y="159258"/>
                    </a:lnTo>
                    <a:lnTo>
                      <a:pt x="0" y="159258"/>
                    </a:lnTo>
                    <a:moveTo>
                      <a:pt x="25400" y="159258"/>
                    </a:moveTo>
                    <a:lnTo>
                      <a:pt x="25400" y="8644382"/>
                    </a:lnTo>
                    <a:lnTo>
                      <a:pt x="12700" y="8644382"/>
                    </a:lnTo>
                    <a:lnTo>
                      <a:pt x="25400" y="8644382"/>
                    </a:lnTo>
                    <a:cubicBezTo>
                      <a:pt x="25400" y="8718296"/>
                      <a:pt x="85217" y="8778239"/>
                      <a:pt x="159004" y="8778239"/>
                    </a:cubicBezTo>
                    <a:lnTo>
                      <a:pt x="5718556" y="8778239"/>
                    </a:lnTo>
                    <a:cubicBezTo>
                      <a:pt x="5792343" y="8778239"/>
                      <a:pt x="5852160" y="8718296"/>
                      <a:pt x="5852160" y="8644382"/>
                    </a:cubicBezTo>
                    <a:lnTo>
                      <a:pt x="5852160" y="159258"/>
                    </a:lnTo>
                    <a:cubicBezTo>
                      <a:pt x="5852160" y="85344"/>
                      <a:pt x="5792343" y="25400"/>
                      <a:pt x="5718556" y="25400"/>
                    </a:cubicBezTo>
                    <a:lnTo>
                      <a:pt x="159004" y="25400"/>
                    </a:lnTo>
                    <a:lnTo>
                      <a:pt x="159004" y="12700"/>
                    </a:lnTo>
                    <a:lnTo>
                      <a:pt x="159004" y="25400"/>
                    </a:lnTo>
                    <a:cubicBezTo>
                      <a:pt x="85217" y="25400"/>
                      <a:pt x="25400" y="85344"/>
                      <a:pt x="25400" y="159258"/>
                    </a:cubicBezTo>
                    <a:close/>
                  </a:path>
                </a:pathLst>
              </a:custGeom>
              <a:solidFill>
                <a:srgbClr val="D6DEE8"/>
              </a:solidFill>
            </p:spPr>
            <p:txBody>
              <a:bodyPr/>
              <a:lstStyle/>
              <a:p>
                <a:endParaRPr lang="en-GB"/>
              </a:p>
            </p:txBody>
          </p:sp>
        </p:grpSp>
        <p:grpSp>
          <p:nvGrpSpPr>
            <p:cNvPr id="26" name="Group 26"/>
            <p:cNvGrpSpPr/>
            <p:nvPr/>
          </p:nvGrpSpPr>
          <p:grpSpPr>
            <a:xfrm>
              <a:off x="6711315" y="2322195"/>
              <a:ext cx="183642" cy="6602730"/>
              <a:chOff x="0" y="0"/>
              <a:chExt cx="244856" cy="8803640"/>
            </a:xfrm>
          </p:grpSpPr>
          <p:sp>
            <p:nvSpPr>
              <p:cNvPr id="27" name="Freeform 27"/>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solidFill>
                <a:srgbClr val="D87E2A"/>
              </a:solidFill>
            </p:spPr>
            <p:txBody>
              <a:bodyPr/>
              <a:lstStyle/>
              <a:p>
                <a:endParaRPr lang="en-GB"/>
              </a:p>
            </p:txBody>
          </p:sp>
          <p:sp>
            <p:nvSpPr>
              <p:cNvPr id="28" name="Freeform 28"/>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solidFill>
                <a:srgbClr val="D87E2A"/>
              </a:solidFill>
            </p:spPr>
            <p:txBody>
              <a:bodyPr/>
              <a:lstStyle/>
              <a:p>
                <a:endParaRPr lang="en-GB"/>
              </a:p>
            </p:txBody>
          </p:sp>
        </p:grpSp>
      </p:grpSp>
      <p:grpSp>
        <p:nvGrpSpPr>
          <p:cNvPr id="35" name="Group 35"/>
          <p:cNvGrpSpPr/>
          <p:nvPr/>
        </p:nvGrpSpPr>
        <p:grpSpPr>
          <a:xfrm>
            <a:off x="17282160" y="9827228"/>
            <a:ext cx="411480" cy="226600"/>
            <a:chOff x="0" y="-9525"/>
            <a:chExt cx="548640" cy="302133"/>
          </a:xfrm>
        </p:grpSpPr>
        <p:sp>
          <p:nvSpPr>
            <p:cNvPr id="36" name="Freeform 36"/>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37" name="TextBox 37"/>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12</a:t>
              </a:r>
              <a:endParaRPr lang="en-US" sz="1350">
                <a:solidFill>
                  <a:srgbClr val="667085"/>
                </a:solidFill>
                <a:latin typeface="Aptos"/>
                <a:ea typeface="Aptos"/>
                <a:cs typeface="Aptos"/>
                <a:sym typeface="Aptos"/>
              </a:endParaRPr>
            </a:p>
          </p:txBody>
        </p:sp>
      </p:grpSp>
      <p:grpSp>
        <p:nvGrpSpPr>
          <p:cNvPr id="52" name="Group 17">
            <a:extLst>
              <a:ext uri="{FF2B5EF4-FFF2-40B4-BE49-F238E27FC236}">
                <a16:creationId xmlns:a16="http://schemas.microsoft.com/office/drawing/2014/main" id="{30AA8B00-9BA7-F731-56FD-8212B91CCAA9}"/>
              </a:ext>
            </a:extLst>
          </p:cNvPr>
          <p:cNvGrpSpPr/>
          <p:nvPr/>
        </p:nvGrpSpPr>
        <p:grpSpPr>
          <a:xfrm>
            <a:off x="9373141" y="2176658"/>
            <a:ext cx="7909722" cy="3312123"/>
            <a:chOff x="0" y="0"/>
            <a:chExt cx="7157720" cy="8803640"/>
          </a:xfrm>
        </p:grpSpPr>
        <p:sp>
          <p:nvSpPr>
            <p:cNvPr id="56" name="Freeform 18">
              <a:extLst>
                <a:ext uri="{FF2B5EF4-FFF2-40B4-BE49-F238E27FC236}">
                  <a16:creationId xmlns:a16="http://schemas.microsoft.com/office/drawing/2014/main" id="{E8E91F6A-4553-74B3-BD60-93AD54A025E0}"/>
                </a:ext>
              </a:extLst>
            </p:cNvPr>
            <p:cNvSpPr/>
            <p:nvPr/>
          </p:nvSpPr>
          <p:spPr>
            <a:xfrm>
              <a:off x="12700" y="12700"/>
              <a:ext cx="7132320" cy="8778240"/>
            </a:xfrm>
            <a:custGeom>
              <a:avLst/>
              <a:gdLst/>
              <a:ahLst/>
              <a:cxnLst/>
              <a:rect l="l" t="t" r="r" b="b"/>
              <a:pathLst>
                <a:path w="7132320" h="8778240">
                  <a:moveTo>
                    <a:pt x="0" y="146431"/>
                  </a:moveTo>
                  <a:cubicBezTo>
                    <a:pt x="0" y="65532"/>
                    <a:pt x="65532" y="0"/>
                    <a:pt x="146304" y="0"/>
                  </a:cubicBezTo>
                  <a:lnTo>
                    <a:pt x="6986016" y="0"/>
                  </a:lnTo>
                  <a:cubicBezTo>
                    <a:pt x="7066788" y="0"/>
                    <a:pt x="7132320" y="65532"/>
                    <a:pt x="7132320" y="146431"/>
                  </a:cubicBezTo>
                  <a:lnTo>
                    <a:pt x="7132320" y="8631809"/>
                  </a:lnTo>
                  <a:cubicBezTo>
                    <a:pt x="7132320" y="8712708"/>
                    <a:pt x="7066788" y="8778240"/>
                    <a:pt x="6986016" y="8778240"/>
                  </a:cubicBezTo>
                  <a:lnTo>
                    <a:pt x="146304" y="8778240"/>
                  </a:lnTo>
                  <a:cubicBezTo>
                    <a:pt x="65532" y="8778240"/>
                    <a:pt x="0" y="8712708"/>
                    <a:pt x="0" y="8631809"/>
                  </a:cubicBezTo>
                  <a:close/>
                </a:path>
              </a:pathLst>
            </a:custGeom>
            <a:solidFill>
              <a:srgbClr val="FFFFFF"/>
            </a:solidFill>
          </p:spPr>
          <p:txBody>
            <a:bodyPr/>
            <a:lstStyle/>
            <a:p>
              <a:endParaRPr lang="en-GB"/>
            </a:p>
          </p:txBody>
        </p:sp>
        <p:sp>
          <p:nvSpPr>
            <p:cNvPr id="57" name="Freeform 19">
              <a:extLst>
                <a:ext uri="{FF2B5EF4-FFF2-40B4-BE49-F238E27FC236}">
                  <a16:creationId xmlns:a16="http://schemas.microsoft.com/office/drawing/2014/main" id="{0446935F-94DA-E1E2-51B8-FFE082783A97}"/>
                </a:ext>
              </a:extLst>
            </p:cNvPr>
            <p:cNvSpPr/>
            <p:nvPr/>
          </p:nvSpPr>
          <p:spPr>
            <a:xfrm>
              <a:off x="0" y="0"/>
              <a:ext cx="7157720" cy="8803640"/>
            </a:xfrm>
            <a:custGeom>
              <a:avLst/>
              <a:gdLst/>
              <a:ahLst/>
              <a:cxnLst/>
              <a:rect l="l" t="t" r="r" b="b"/>
              <a:pathLst>
                <a:path w="7157720" h="8803640">
                  <a:moveTo>
                    <a:pt x="0" y="159131"/>
                  </a:moveTo>
                  <a:cubicBezTo>
                    <a:pt x="0" y="71247"/>
                    <a:pt x="71120" y="0"/>
                    <a:pt x="159004" y="0"/>
                  </a:cubicBezTo>
                  <a:lnTo>
                    <a:pt x="6998716" y="0"/>
                  </a:lnTo>
                  <a:lnTo>
                    <a:pt x="6998716" y="12700"/>
                  </a:lnTo>
                  <a:lnTo>
                    <a:pt x="6998716" y="0"/>
                  </a:lnTo>
                  <a:cubicBezTo>
                    <a:pt x="7086600" y="0"/>
                    <a:pt x="7157720" y="71247"/>
                    <a:pt x="7157720" y="159131"/>
                  </a:cubicBezTo>
                  <a:lnTo>
                    <a:pt x="7145020" y="159131"/>
                  </a:lnTo>
                  <a:lnTo>
                    <a:pt x="7157720" y="159131"/>
                  </a:lnTo>
                  <a:lnTo>
                    <a:pt x="7157720" y="8644509"/>
                  </a:lnTo>
                  <a:lnTo>
                    <a:pt x="7145020" y="8644509"/>
                  </a:lnTo>
                  <a:lnTo>
                    <a:pt x="7157720" y="8644509"/>
                  </a:lnTo>
                  <a:cubicBezTo>
                    <a:pt x="7157720" y="8732393"/>
                    <a:pt x="7086600" y="8803640"/>
                    <a:pt x="6998715" y="8803640"/>
                  </a:cubicBezTo>
                  <a:lnTo>
                    <a:pt x="6998715" y="8790940"/>
                  </a:lnTo>
                  <a:lnTo>
                    <a:pt x="6998715" y="8803640"/>
                  </a:lnTo>
                  <a:lnTo>
                    <a:pt x="159004" y="8803640"/>
                  </a:lnTo>
                  <a:lnTo>
                    <a:pt x="159004" y="8790940"/>
                  </a:lnTo>
                  <a:lnTo>
                    <a:pt x="159004" y="8803640"/>
                  </a:lnTo>
                  <a:cubicBezTo>
                    <a:pt x="71120" y="8803640"/>
                    <a:pt x="0" y="8732393"/>
                    <a:pt x="0" y="8644509"/>
                  </a:cubicBezTo>
                  <a:lnTo>
                    <a:pt x="0" y="159131"/>
                  </a:lnTo>
                  <a:lnTo>
                    <a:pt x="12700" y="159131"/>
                  </a:lnTo>
                  <a:lnTo>
                    <a:pt x="0" y="159131"/>
                  </a:lnTo>
                  <a:moveTo>
                    <a:pt x="25400" y="159131"/>
                  </a:moveTo>
                  <a:lnTo>
                    <a:pt x="25400" y="8644509"/>
                  </a:lnTo>
                  <a:lnTo>
                    <a:pt x="12700" y="8644509"/>
                  </a:lnTo>
                  <a:lnTo>
                    <a:pt x="25400" y="8644509"/>
                  </a:lnTo>
                  <a:cubicBezTo>
                    <a:pt x="25400" y="8718296"/>
                    <a:pt x="85217" y="8778240"/>
                    <a:pt x="159004" y="8778240"/>
                  </a:cubicBezTo>
                  <a:lnTo>
                    <a:pt x="6998716" y="8778240"/>
                  </a:lnTo>
                  <a:cubicBezTo>
                    <a:pt x="7072503" y="8778240"/>
                    <a:pt x="7132320" y="8718423"/>
                    <a:pt x="7132320" y="8644509"/>
                  </a:cubicBezTo>
                  <a:lnTo>
                    <a:pt x="7132320" y="159131"/>
                  </a:lnTo>
                  <a:cubicBezTo>
                    <a:pt x="7132320" y="85217"/>
                    <a:pt x="7072503" y="25400"/>
                    <a:pt x="699871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53" name="Group 20">
            <a:extLst>
              <a:ext uri="{FF2B5EF4-FFF2-40B4-BE49-F238E27FC236}">
                <a16:creationId xmlns:a16="http://schemas.microsoft.com/office/drawing/2014/main" id="{870D6395-E953-4050-5978-8ED4E99DD67A}"/>
              </a:ext>
            </a:extLst>
          </p:cNvPr>
          <p:cNvGrpSpPr/>
          <p:nvPr/>
        </p:nvGrpSpPr>
        <p:grpSpPr>
          <a:xfrm>
            <a:off x="9387556" y="2183802"/>
            <a:ext cx="311058" cy="3307345"/>
            <a:chOff x="0" y="0"/>
            <a:chExt cx="244856" cy="8803640"/>
          </a:xfrm>
          <a:solidFill>
            <a:srgbClr val="2F7F79"/>
          </a:solidFill>
        </p:grpSpPr>
        <p:sp>
          <p:nvSpPr>
            <p:cNvPr id="54" name="Freeform 21">
              <a:extLst>
                <a:ext uri="{FF2B5EF4-FFF2-40B4-BE49-F238E27FC236}">
                  <a16:creationId xmlns:a16="http://schemas.microsoft.com/office/drawing/2014/main" id="{F2D9A5F1-B033-A8DC-20B2-8E50439D0CAA}"/>
                </a:ext>
              </a:extLst>
            </p:cNvPr>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grpFill/>
          </p:spPr>
          <p:txBody>
            <a:bodyPr/>
            <a:lstStyle/>
            <a:p>
              <a:endParaRPr lang="en-GB"/>
            </a:p>
          </p:txBody>
        </p:sp>
        <p:sp>
          <p:nvSpPr>
            <p:cNvPr id="55" name="Freeform 22">
              <a:extLst>
                <a:ext uri="{FF2B5EF4-FFF2-40B4-BE49-F238E27FC236}">
                  <a16:creationId xmlns:a16="http://schemas.microsoft.com/office/drawing/2014/main" id="{88B73FB2-56C3-4A83-6C50-E360394A2821}"/>
                </a:ext>
              </a:extLst>
            </p:cNvPr>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grpFill/>
            <a:ln>
              <a:noFill/>
            </a:ln>
          </p:spPr>
          <p:txBody>
            <a:bodyPr/>
            <a:lstStyle/>
            <a:p>
              <a:endParaRPr lang="en-GB"/>
            </a:p>
          </p:txBody>
        </p:sp>
      </p:grpSp>
      <p:grpSp>
        <p:nvGrpSpPr>
          <p:cNvPr id="59" name="Group 23">
            <a:extLst>
              <a:ext uri="{FF2B5EF4-FFF2-40B4-BE49-F238E27FC236}">
                <a16:creationId xmlns:a16="http://schemas.microsoft.com/office/drawing/2014/main" id="{9A2BAF3B-80F9-63EA-1DD5-06FD0A57F237}"/>
              </a:ext>
            </a:extLst>
          </p:cNvPr>
          <p:cNvGrpSpPr/>
          <p:nvPr/>
        </p:nvGrpSpPr>
        <p:grpSpPr>
          <a:xfrm>
            <a:off x="9359742" y="5675465"/>
            <a:ext cx="7923122" cy="3256603"/>
            <a:chOff x="0" y="0"/>
            <a:chExt cx="5877560" cy="8803640"/>
          </a:xfrm>
        </p:grpSpPr>
        <p:sp>
          <p:nvSpPr>
            <p:cNvPr id="63" name="Freeform 24">
              <a:extLst>
                <a:ext uri="{FF2B5EF4-FFF2-40B4-BE49-F238E27FC236}">
                  <a16:creationId xmlns:a16="http://schemas.microsoft.com/office/drawing/2014/main" id="{86E4C016-7F28-8D42-0BA8-42F6B3F08BD7}"/>
                </a:ext>
              </a:extLst>
            </p:cNvPr>
            <p:cNvSpPr/>
            <p:nvPr/>
          </p:nvSpPr>
          <p:spPr>
            <a:xfrm>
              <a:off x="12700" y="12700"/>
              <a:ext cx="5852160" cy="8778239"/>
            </a:xfrm>
            <a:custGeom>
              <a:avLst/>
              <a:gdLst/>
              <a:ahLst/>
              <a:cxnLst/>
              <a:rect l="l" t="t" r="r" b="b"/>
              <a:pathLst>
                <a:path w="5852160" h="8778239">
                  <a:moveTo>
                    <a:pt x="0" y="146558"/>
                  </a:moveTo>
                  <a:cubicBezTo>
                    <a:pt x="0" y="65659"/>
                    <a:pt x="65532" y="0"/>
                    <a:pt x="146304" y="0"/>
                  </a:cubicBezTo>
                  <a:lnTo>
                    <a:pt x="5705856" y="0"/>
                  </a:lnTo>
                  <a:cubicBezTo>
                    <a:pt x="5786628" y="0"/>
                    <a:pt x="5852160" y="65659"/>
                    <a:pt x="5852160" y="146558"/>
                  </a:cubicBezTo>
                  <a:lnTo>
                    <a:pt x="5852160" y="8631682"/>
                  </a:lnTo>
                  <a:cubicBezTo>
                    <a:pt x="5852160" y="8712581"/>
                    <a:pt x="5786628" y="8778239"/>
                    <a:pt x="5705856" y="8778239"/>
                  </a:cubicBezTo>
                  <a:lnTo>
                    <a:pt x="146304" y="8778239"/>
                  </a:lnTo>
                  <a:cubicBezTo>
                    <a:pt x="65532" y="8778240"/>
                    <a:pt x="0" y="8712581"/>
                    <a:pt x="0" y="8631682"/>
                  </a:cubicBezTo>
                  <a:close/>
                </a:path>
              </a:pathLst>
            </a:custGeom>
            <a:solidFill>
              <a:srgbClr val="FFFFFF"/>
            </a:solidFill>
          </p:spPr>
          <p:txBody>
            <a:bodyPr/>
            <a:lstStyle/>
            <a:p>
              <a:endParaRPr lang="en-GB"/>
            </a:p>
          </p:txBody>
        </p:sp>
        <p:sp>
          <p:nvSpPr>
            <p:cNvPr id="64" name="Freeform 25">
              <a:extLst>
                <a:ext uri="{FF2B5EF4-FFF2-40B4-BE49-F238E27FC236}">
                  <a16:creationId xmlns:a16="http://schemas.microsoft.com/office/drawing/2014/main" id="{3B2A4F7A-6817-19E2-CD16-2FD8310E615A}"/>
                </a:ext>
              </a:extLst>
            </p:cNvPr>
            <p:cNvSpPr/>
            <p:nvPr/>
          </p:nvSpPr>
          <p:spPr>
            <a:xfrm>
              <a:off x="0" y="0"/>
              <a:ext cx="5877560" cy="8803639"/>
            </a:xfrm>
            <a:custGeom>
              <a:avLst/>
              <a:gdLst/>
              <a:ahLst/>
              <a:cxnLst/>
              <a:rect l="l" t="t" r="r" b="b"/>
              <a:pathLst>
                <a:path w="5877560" h="8803639">
                  <a:moveTo>
                    <a:pt x="0" y="159258"/>
                  </a:moveTo>
                  <a:cubicBezTo>
                    <a:pt x="0" y="71247"/>
                    <a:pt x="71120" y="0"/>
                    <a:pt x="159004" y="0"/>
                  </a:cubicBezTo>
                  <a:lnTo>
                    <a:pt x="5718556" y="0"/>
                  </a:lnTo>
                  <a:lnTo>
                    <a:pt x="5718556" y="12700"/>
                  </a:lnTo>
                  <a:lnTo>
                    <a:pt x="5718556" y="0"/>
                  </a:lnTo>
                  <a:cubicBezTo>
                    <a:pt x="5806440" y="0"/>
                    <a:pt x="5877560" y="71247"/>
                    <a:pt x="5877560" y="159258"/>
                  </a:cubicBezTo>
                  <a:lnTo>
                    <a:pt x="5864860" y="159258"/>
                  </a:lnTo>
                  <a:lnTo>
                    <a:pt x="5877560" y="159258"/>
                  </a:lnTo>
                  <a:lnTo>
                    <a:pt x="5877560" y="8644382"/>
                  </a:lnTo>
                  <a:lnTo>
                    <a:pt x="5864860" y="8644382"/>
                  </a:lnTo>
                  <a:lnTo>
                    <a:pt x="5877560" y="8644382"/>
                  </a:lnTo>
                  <a:cubicBezTo>
                    <a:pt x="5877560" y="8732265"/>
                    <a:pt x="5806440" y="8803639"/>
                    <a:pt x="5718556" y="8803639"/>
                  </a:cubicBezTo>
                  <a:lnTo>
                    <a:pt x="5718556" y="8790939"/>
                  </a:lnTo>
                  <a:lnTo>
                    <a:pt x="5718556" y="8803639"/>
                  </a:lnTo>
                  <a:lnTo>
                    <a:pt x="159004" y="8803639"/>
                  </a:lnTo>
                  <a:lnTo>
                    <a:pt x="159004" y="8790939"/>
                  </a:lnTo>
                  <a:lnTo>
                    <a:pt x="159004" y="8803639"/>
                  </a:lnTo>
                  <a:cubicBezTo>
                    <a:pt x="71120" y="8803640"/>
                    <a:pt x="0" y="8732393"/>
                    <a:pt x="0" y="8644382"/>
                  </a:cubicBezTo>
                  <a:lnTo>
                    <a:pt x="0" y="159258"/>
                  </a:lnTo>
                  <a:lnTo>
                    <a:pt x="12700" y="159258"/>
                  </a:lnTo>
                  <a:lnTo>
                    <a:pt x="0" y="159258"/>
                  </a:lnTo>
                  <a:moveTo>
                    <a:pt x="25400" y="159258"/>
                  </a:moveTo>
                  <a:lnTo>
                    <a:pt x="25400" y="8644382"/>
                  </a:lnTo>
                  <a:lnTo>
                    <a:pt x="12700" y="8644382"/>
                  </a:lnTo>
                  <a:lnTo>
                    <a:pt x="25400" y="8644382"/>
                  </a:lnTo>
                  <a:cubicBezTo>
                    <a:pt x="25400" y="8718296"/>
                    <a:pt x="85217" y="8778239"/>
                    <a:pt x="159004" y="8778239"/>
                  </a:cubicBezTo>
                  <a:lnTo>
                    <a:pt x="5718556" y="8778239"/>
                  </a:lnTo>
                  <a:cubicBezTo>
                    <a:pt x="5792343" y="8778239"/>
                    <a:pt x="5852160" y="8718296"/>
                    <a:pt x="5852160" y="8644382"/>
                  </a:cubicBezTo>
                  <a:lnTo>
                    <a:pt x="5852160" y="159258"/>
                  </a:lnTo>
                  <a:cubicBezTo>
                    <a:pt x="5852160" y="85344"/>
                    <a:pt x="5792343" y="25400"/>
                    <a:pt x="5718556" y="25400"/>
                  </a:cubicBezTo>
                  <a:lnTo>
                    <a:pt x="159004" y="25400"/>
                  </a:lnTo>
                  <a:lnTo>
                    <a:pt x="159004" y="12700"/>
                  </a:lnTo>
                  <a:lnTo>
                    <a:pt x="159004" y="25400"/>
                  </a:lnTo>
                  <a:cubicBezTo>
                    <a:pt x="85217" y="25400"/>
                    <a:pt x="25400" y="85344"/>
                    <a:pt x="25400" y="159258"/>
                  </a:cubicBezTo>
                  <a:close/>
                </a:path>
              </a:pathLst>
            </a:custGeom>
            <a:solidFill>
              <a:srgbClr val="D6DEE8"/>
            </a:solidFill>
          </p:spPr>
          <p:txBody>
            <a:bodyPr/>
            <a:lstStyle/>
            <a:p>
              <a:endParaRPr lang="en-GB"/>
            </a:p>
          </p:txBody>
        </p:sp>
      </p:grpSp>
      <p:grpSp>
        <p:nvGrpSpPr>
          <p:cNvPr id="60" name="Group 26">
            <a:extLst>
              <a:ext uri="{FF2B5EF4-FFF2-40B4-BE49-F238E27FC236}">
                <a16:creationId xmlns:a16="http://schemas.microsoft.com/office/drawing/2014/main" id="{36CC3BD2-88AC-604C-9442-76913AA138B2}"/>
              </a:ext>
            </a:extLst>
          </p:cNvPr>
          <p:cNvGrpSpPr/>
          <p:nvPr/>
        </p:nvGrpSpPr>
        <p:grpSpPr>
          <a:xfrm>
            <a:off x="9359742" y="5675465"/>
            <a:ext cx="330073" cy="3256603"/>
            <a:chOff x="0" y="0"/>
            <a:chExt cx="244856" cy="8803640"/>
          </a:xfrm>
          <a:solidFill>
            <a:srgbClr val="D25C6D"/>
          </a:solidFill>
        </p:grpSpPr>
        <p:sp>
          <p:nvSpPr>
            <p:cNvPr id="61" name="Freeform 27">
              <a:extLst>
                <a:ext uri="{FF2B5EF4-FFF2-40B4-BE49-F238E27FC236}">
                  <a16:creationId xmlns:a16="http://schemas.microsoft.com/office/drawing/2014/main" id="{B87B8551-4BE2-D151-6DFE-E0445F24B8E4}"/>
                </a:ext>
              </a:extLst>
            </p:cNvPr>
            <p:cNvSpPr/>
            <p:nvPr/>
          </p:nvSpPr>
          <p:spPr>
            <a:xfrm>
              <a:off x="12700" y="12700"/>
              <a:ext cx="219456" cy="8778240"/>
            </a:xfrm>
            <a:custGeom>
              <a:avLst/>
              <a:gdLst/>
              <a:ahLst/>
              <a:cxnLst/>
              <a:rect l="l" t="t" r="r" b="b"/>
              <a:pathLst>
                <a:path w="219456" h="8778240">
                  <a:moveTo>
                    <a:pt x="0" y="0"/>
                  </a:moveTo>
                  <a:lnTo>
                    <a:pt x="219456" y="0"/>
                  </a:lnTo>
                  <a:lnTo>
                    <a:pt x="219456" y="8778240"/>
                  </a:lnTo>
                  <a:lnTo>
                    <a:pt x="0" y="8778240"/>
                  </a:lnTo>
                  <a:close/>
                </a:path>
              </a:pathLst>
            </a:custGeom>
            <a:grpFill/>
          </p:spPr>
          <p:txBody>
            <a:bodyPr/>
            <a:lstStyle/>
            <a:p>
              <a:endParaRPr lang="en-GB"/>
            </a:p>
          </p:txBody>
        </p:sp>
        <p:sp>
          <p:nvSpPr>
            <p:cNvPr id="62" name="Freeform 28">
              <a:extLst>
                <a:ext uri="{FF2B5EF4-FFF2-40B4-BE49-F238E27FC236}">
                  <a16:creationId xmlns:a16="http://schemas.microsoft.com/office/drawing/2014/main" id="{B30A7130-89AE-EE64-B39A-D6C35FDD98A3}"/>
                </a:ext>
              </a:extLst>
            </p:cNvPr>
            <p:cNvSpPr/>
            <p:nvPr/>
          </p:nvSpPr>
          <p:spPr>
            <a:xfrm>
              <a:off x="0" y="0"/>
              <a:ext cx="244856" cy="8803640"/>
            </a:xfrm>
            <a:custGeom>
              <a:avLst/>
              <a:gdLst/>
              <a:ahLst/>
              <a:cxnLst/>
              <a:rect l="l" t="t" r="r" b="b"/>
              <a:pathLst>
                <a:path w="244856" h="8803640">
                  <a:moveTo>
                    <a:pt x="12700" y="0"/>
                  </a:moveTo>
                  <a:lnTo>
                    <a:pt x="232156" y="0"/>
                  </a:lnTo>
                  <a:cubicBezTo>
                    <a:pt x="239141" y="0"/>
                    <a:pt x="244856" y="5715"/>
                    <a:pt x="244856" y="12700"/>
                  </a:cubicBezTo>
                  <a:lnTo>
                    <a:pt x="244856" y="8790940"/>
                  </a:lnTo>
                  <a:cubicBezTo>
                    <a:pt x="244856" y="8797925"/>
                    <a:pt x="239141" y="8803640"/>
                    <a:pt x="232156" y="8803640"/>
                  </a:cubicBezTo>
                  <a:lnTo>
                    <a:pt x="12700" y="8803640"/>
                  </a:lnTo>
                  <a:cubicBezTo>
                    <a:pt x="5715" y="8803640"/>
                    <a:pt x="0" y="8797925"/>
                    <a:pt x="0" y="8790940"/>
                  </a:cubicBezTo>
                  <a:lnTo>
                    <a:pt x="0" y="12700"/>
                  </a:lnTo>
                  <a:cubicBezTo>
                    <a:pt x="0" y="5715"/>
                    <a:pt x="5715" y="0"/>
                    <a:pt x="12700" y="0"/>
                  </a:cubicBezTo>
                  <a:moveTo>
                    <a:pt x="12700" y="25400"/>
                  </a:moveTo>
                  <a:lnTo>
                    <a:pt x="12700" y="12700"/>
                  </a:lnTo>
                  <a:lnTo>
                    <a:pt x="25400" y="12700"/>
                  </a:lnTo>
                  <a:lnTo>
                    <a:pt x="25400" y="8790940"/>
                  </a:lnTo>
                  <a:lnTo>
                    <a:pt x="12700" y="8790940"/>
                  </a:lnTo>
                  <a:lnTo>
                    <a:pt x="12700" y="8778240"/>
                  </a:lnTo>
                  <a:lnTo>
                    <a:pt x="232156" y="8778240"/>
                  </a:lnTo>
                  <a:lnTo>
                    <a:pt x="232156" y="8790940"/>
                  </a:lnTo>
                  <a:lnTo>
                    <a:pt x="219456" y="8790940"/>
                  </a:lnTo>
                  <a:lnTo>
                    <a:pt x="219456" y="12700"/>
                  </a:lnTo>
                  <a:lnTo>
                    <a:pt x="232156" y="12700"/>
                  </a:lnTo>
                  <a:lnTo>
                    <a:pt x="232156" y="25400"/>
                  </a:lnTo>
                  <a:lnTo>
                    <a:pt x="12700" y="25400"/>
                  </a:lnTo>
                  <a:close/>
                </a:path>
              </a:pathLst>
            </a:custGeom>
            <a:grpFill/>
          </p:spPr>
          <p:txBody>
            <a:bodyPr/>
            <a:lstStyle/>
            <a:p>
              <a:endParaRPr lang="en-GB"/>
            </a:p>
          </p:txBody>
        </p:sp>
      </p:grpSp>
      <p:sp>
        <p:nvSpPr>
          <p:cNvPr id="65" name="TextBox 64">
            <a:extLst>
              <a:ext uri="{FF2B5EF4-FFF2-40B4-BE49-F238E27FC236}">
                <a16:creationId xmlns:a16="http://schemas.microsoft.com/office/drawing/2014/main" id="{0BFF751B-4AA6-AB47-1760-60324980A4E5}"/>
              </a:ext>
            </a:extLst>
          </p:cNvPr>
          <p:cNvSpPr txBox="1"/>
          <p:nvPr/>
        </p:nvSpPr>
        <p:spPr>
          <a:xfrm>
            <a:off x="1372080" y="4726951"/>
            <a:ext cx="7328648" cy="646331"/>
          </a:xfrm>
          <a:prstGeom prst="rect">
            <a:avLst/>
          </a:prstGeom>
          <a:noFill/>
        </p:spPr>
        <p:txBody>
          <a:bodyPr wrap="square" rtlCol="0">
            <a:spAutoFit/>
          </a:bodyPr>
          <a:lstStyle/>
          <a:p>
            <a:pPr algn="ctr"/>
            <a:r>
              <a:rPr lang="en-GB" sz="3600" b="1"/>
              <a:t>RMSE Error</a:t>
            </a:r>
          </a:p>
        </p:txBody>
      </p:sp>
      <p:sp>
        <p:nvSpPr>
          <p:cNvPr id="66" name="TextBox 65">
            <a:extLst>
              <a:ext uri="{FF2B5EF4-FFF2-40B4-BE49-F238E27FC236}">
                <a16:creationId xmlns:a16="http://schemas.microsoft.com/office/drawing/2014/main" id="{7FCE06F4-40FD-FBD2-7C16-4EED8183B6B8}"/>
              </a:ext>
            </a:extLst>
          </p:cNvPr>
          <p:cNvSpPr txBox="1"/>
          <p:nvPr/>
        </p:nvSpPr>
        <p:spPr>
          <a:xfrm>
            <a:off x="1455767" y="8171863"/>
            <a:ext cx="7328648" cy="646331"/>
          </a:xfrm>
          <a:prstGeom prst="rect">
            <a:avLst/>
          </a:prstGeom>
          <a:noFill/>
        </p:spPr>
        <p:txBody>
          <a:bodyPr wrap="square" rtlCol="0">
            <a:spAutoFit/>
          </a:bodyPr>
          <a:lstStyle/>
          <a:p>
            <a:pPr algn="ctr"/>
            <a:r>
              <a:rPr lang="en-GB" sz="3600" b="1"/>
              <a:t>No Line Instances</a:t>
            </a:r>
          </a:p>
        </p:txBody>
      </p:sp>
      <p:sp>
        <p:nvSpPr>
          <p:cNvPr id="67" name="TextBox 66">
            <a:extLst>
              <a:ext uri="{FF2B5EF4-FFF2-40B4-BE49-F238E27FC236}">
                <a16:creationId xmlns:a16="http://schemas.microsoft.com/office/drawing/2014/main" id="{7FD8CB99-BDB5-55AD-1CD7-3F3FCF5A7105}"/>
              </a:ext>
            </a:extLst>
          </p:cNvPr>
          <p:cNvSpPr txBox="1"/>
          <p:nvPr/>
        </p:nvSpPr>
        <p:spPr>
          <a:xfrm>
            <a:off x="9706935" y="8171862"/>
            <a:ext cx="7328648" cy="646331"/>
          </a:xfrm>
          <a:prstGeom prst="rect">
            <a:avLst/>
          </a:prstGeom>
          <a:noFill/>
        </p:spPr>
        <p:txBody>
          <a:bodyPr wrap="square" rtlCol="0">
            <a:spAutoFit/>
          </a:bodyPr>
          <a:lstStyle/>
          <a:p>
            <a:pPr algn="ctr"/>
            <a:r>
              <a:rPr lang="en-GB" sz="3600" b="1"/>
              <a:t>Corner Success Rate</a:t>
            </a:r>
          </a:p>
        </p:txBody>
      </p:sp>
      <p:sp>
        <p:nvSpPr>
          <p:cNvPr id="68" name="TextBox 67">
            <a:extLst>
              <a:ext uri="{FF2B5EF4-FFF2-40B4-BE49-F238E27FC236}">
                <a16:creationId xmlns:a16="http://schemas.microsoft.com/office/drawing/2014/main" id="{FEAB3A11-14B9-E3FE-8F01-A12499713EB0}"/>
              </a:ext>
            </a:extLst>
          </p:cNvPr>
          <p:cNvSpPr txBox="1"/>
          <p:nvPr/>
        </p:nvSpPr>
        <p:spPr>
          <a:xfrm>
            <a:off x="9712648" y="4723570"/>
            <a:ext cx="7328648" cy="646331"/>
          </a:xfrm>
          <a:prstGeom prst="rect">
            <a:avLst/>
          </a:prstGeom>
          <a:noFill/>
        </p:spPr>
        <p:txBody>
          <a:bodyPr wrap="square" rtlCol="0">
            <a:spAutoFit/>
          </a:bodyPr>
          <a:lstStyle/>
          <a:p>
            <a:pPr algn="ctr"/>
            <a:r>
              <a:rPr lang="en-GB" sz="3600" b="1"/>
              <a:t>Average Speed</a:t>
            </a:r>
          </a:p>
        </p:txBody>
      </p:sp>
      <p:pic>
        <p:nvPicPr>
          <p:cNvPr id="70" name="Graphic 69" descr="Race Car with solid fill">
            <a:extLst>
              <a:ext uri="{FF2B5EF4-FFF2-40B4-BE49-F238E27FC236}">
                <a16:creationId xmlns:a16="http://schemas.microsoft.com/office/drawing/2014/main" id="{E11B4829-E163-7D56-C7F7-A6DD7E0D98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70738" y="2161145"/>
            <a:ext cx="3240000" cy="3240000"/>
          </a:xfrm>
          <a:prstGeom prst="rect">
            <a:avLst/>
          </a:prstGeom>
        </p:spPr>
      </p:pic>
      <p:pic>
        <p:nvPicPr>
          <p:cNvPr id="72" name="Graphic 71" descr="Irritant with solid fill">
            <a:extLst>
              <a:ext uri="{FF2B5EF4-FFF2-40B4-BE49-F238E27FC236}">
                <a16:creationId xmlns:a16="http://schemas.microsoft.com/office/drawing/2014/main" id="{B4400CDC-02E7-795C-5C7B-B23D2B9C629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68005" y="2606555"/>
            <a:ext cx="2136798" cy="2136798"/>
          </a:xfrm>
          <a:prstGeom prst="rect">
            <a:avLst/>
          </a:prstGeom>
        </p:spPr>
      </p:pic>
      <p:pic>
        <p:nvPicPr>
          <p:cNvPr id="74" name="Graphic 73" descr="Lost with solid fill">
            <a:extLst>
              <a:ext uri="{FF2B5EF4-FFF2-40B4-BE49-F238E27FC236}">
                <a16:creationId xmlns:a16="http://schemas.microsoft.com/office/drawing/2014/main" id="{AFB85485-3AFA-8258-7443-021CC17E1E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68005" y="6046840"/>
            <a:ext cx="2138400" cy="2138400"/>
          </a:xfrm>
          <a:prstGeom prst="rect">
            <a:avLst/>
          </a:prstGeom>
        </p:spPr>
      </p:pic>
      <p:pic>
        <p:nvPicPr>
          <p:cNvPr id="76" name="Graphic 75" descr="Fork In Road with solid fill">
            <a:extLst>
              <a:ext uri="{FF2B5EF4-FFF2-40B4-BE49-F238E27FC236}">
                <a16:creationId xmlns:a16="http://schemas.microsoft.com/office/drawing/2014/main" id="{51A21435-050F-7750-EFEC-3236FA992F9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421538" y="6043267"/>
            <a:ext cx="2138400" cy="2138400"/>
          </a:xfrm>
          <a:prstGeom prst="rect">
            <a:avLst/>
          </a:prstGeom>
        </p:spPr>
      </p:pic>
      <p:sp>
        <p:nvSpPr>
          <p:cNvPr id="14" name="TextBox 10">
            <a:extLst>
              <a:ext uri="{FF2B5EF4-FFF2-40B4-BE49-F238E27FC236}">
                <a16:creationId xmlns:a16="http://schemas.microsoft.com/office/drawing/2014/main" id="{B5E40BED-C97D-0735-6D43-F421EB2F2D89}"/>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714C7-A46D-DD38-232E-E7E09E0C1B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B83885-7060-A5ED-63CB-D842BD606FD9}"/>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9BA6DFDB-6090-DC0E-F2C4-F7C27EA84C2E}"/>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B49A39D9-9558-C9C6-2FA2-4336C7F0DA4D}"/>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3E4B8563-005B-0190-0B50-CB2ECFBA4D34}"/>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97C14BC5-A3D2-37CA-9EA8-9AB8FBBA2B1F}"/>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FC6FC11B-8225-BD19-6D4E-8CFC6955CDD6}"/>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grpSp>
        <p:nvGrpSpPr>
          <p:cNvPr id="11" name="Group 11">
            <a:extLst>
              <a:ext uri="{FF2B5EF4-FFF2-40B4-BE49-F238E27FC236}">
                <a16:creationId xmlns:a16="http://schemas.microsoft.com/office/drawing/2014/main" id="{A2B43F44-6486-2E6E-3C73-48707F126F60}"/>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5AE2ADB1-8A64-4E2E-8360-06D92569C5E8}"/>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DB53A94D-E2EC-5328-6A15-225F839C6F9F}"/>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Tuning Performance Iteration</a:t>
              </a:r>
            </a:p>
          </p:txBody>
        </p:sp>
      </p:grpSp>
      <p:grpSp>
        <p:nvGrpSpPr>
          <p:cNvPr id="35" name="Group 35">
            <a:extLst>
              <a:ext uri="{FF2B5EF4-FFF2-40B4-BE49-F238E27FC236}">
                <a16:creationId xmlns:a16="http://schemas.microsoft.com/office/drawing/2014/main" id="{72F73990-2D43-6A59-4C04-4DB7308A493F}"/>
              </a:ext>
            </a:extLst>
          </p:cNvPr>
          <p:cNvGrpSpPr/>
          <p:nvPr/>
        </p:nvGrpSpPr>
        <p:grpSpPr>
          <a:xfrm>
            <a:off x="17282160" y="9827228"/>
            <a:ext cx="411480" cy="226600"/>
            <a:chOff x="0" y="-9525"/>
            <a:chExt cx="548640" cy="302133"/>
          </a:xfrm>
        </p:grpSpPr>
        <p:sp>
          <p:nvSpPr>
            <p:cNvPr id="36" name="Freeform 36">
              <a:extLst>
                <a:ext uri="{FF2B5EF4-FFF2-40B4-BE49-F238E27FC236}">
                  <a16:creationId xmlns:a16="http://schemas.microsoft.com/office/drawing/2014/main" id="{36D73783-C46D-5A64-AB8A-BD15ABEA38E7}"/>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37" name="TextBox 37">
              <a:extLst>
                <a:ext uri="{FF2B5EF4-FFF2-40B4-BE49-F238E27FC236}">
                  <a16:creationId xmlns:a16="http://schemas.microsoft.com/office/drawing/2014/main" id="{DDF47675-EE2C-1151-67CF-F6AB1D3200F7}"/>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13</a:t>
              </a:r>
              <a:endParaRPr lang="en-US" sz="1350">
                <a:solidFill>
                  <a:srgbClr val="667085"/>
                </a:solidFill>
                <a:latin typeface="Aptos"/>
                <a:ea typeface="Aptos"/>
                <a:cs typeface="Aptos"/>
                <a:sym typeface="Aptos"/>
              </a:endParaRPr>
            </a:p>
          </p:txBody>
        </p:sp>
      </p:grpSp>
      <p:pic>
        <p:nvPicPr>
          <p:cNvPr id="31" name="Picture 30">
            <a:extLst>
              <a:ext uri="{FF2B5EF4-FFF2-40B4-BE49-F238E27FC236}">
                <a16:creationId xmlns:a16="http://schemas.microsoft.com/office/drawing/2014/main" id="{708E49AD-686B-EAA5-C291-E3FC4BABC639}"/>
              </a:ext>
            </a:extLst>
          </p:cNvPr>
          <p:cNvPicPr>
            <a:picLocks noChangeAspect="1"/>
          </p:cNvPicPr>
          <p:nvPr/>
        </p:nvPicPr>
        <p:blipFill>
          <a:blip r:embed="rId4"/>
          <a:stretch>
            <a:fillRect/>
          </a:stretch>
        </p:blipFill>
        <p:spPr>
          <a:xfrm>
            <a:off x="2843761" y="2298744"/>
            <a:ext cx="12600000" cy="5689511"/>
          </a:xfrm>
          <a:prstGeom prst="rect">
            <a:avLst/>
          </a:prstGeom>
        </p:spPr>
      </p:pic>
      <p:sp>
        <p:nvSpPr>
          <p:cNvPr id="14" name="TextBox 10">
            <a:extLst>
              <a:ext uri="{FF2B5EF4-FFF2-40B4-BE49-F238E27FC236}">
                <a16:creationId xmlns:a16="http://schemas.microsoft.com/office/drawing/2014/main" id="{5BF433AB-C4B9-E169-33FF-8DF10886DC36}"/>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2206133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D5AF7-E403-2766-D4A9-AC57E819F19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232C101-4938-55F6-AD97-6ECA6ED8BEE0}"/>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0D31F9F1-9AA9-5948-33DB-D79CE04E56D0}"/>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5757A43D-5CD6-E80F-2A20-B434B2253A6D}"/>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30C2DD95-AD83-C391-E6D0-20FE9211722B}"/>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E807E899-87D6-D2EE-621B-D3A32BA3FCDF}"/>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D077ACE2-7B2A-8F80-21D2-428E4DC72D2B}"/>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grpSp>
        <p:nvGrpSpPr>
          <p:cNvPr id="11" name="Group 11">
            <a:extLst>
              <a:ext uri="{FF2B5EF4-FFF2-40B4-BE49-F238E27FC236}">
                <a16:creationId xmlns:a16="http://schemas.microsoft.com/office/drawing/2014/main" id="{5D4ABA6F-C086-D45D-C312-ADCFFEBC9EB3}"/>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AB7EDA27-8773-6DAF-3DDD-E599011E1B40}"/>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82EE0516-1DE4-9E9B-F796-D149573F195E}"/>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Tuning Performance Iteration</a:t>
              </a:r>
            </a:p>
          </p:txBody>
        </p:sp>
      </p:grpSp>
      <p:grpSp>
        <p:nvGrpSpPr>
          <p:cNvPr id="35" name="Group 35">
            <a:extLst>
              <a:ext uri="{FF2B5EF4-FFF2-40B4-BE49-F238E27FC236}">
                <a16:creationId xmlns:a16="http://schemas.microsoft.com/office/drawing/2014/main" id="{AFD21574-0EE5-69A7-BA87-40D03E49C053}"/>
              </a:ext>
            </a:extLst>
          </p:cNvPr>
          <p:cNvGrpSpPr/>
          <p:nvPr/>
        </p:nvGrpSpPr>
        <p:grpSpPr>
          <a:xfrm>
            <a:off x="17282160" y="9827228"/>
            <a:ext cx="411480" cy="226600"/>
            <a:chOff x="0" y="-9525"/>
            <a:chExt cx="548640" cy="302133"/>
          </a:xfrm>
        </p:grpSpPr>
        <p:sp>
          <p:nvSpPr>
            <p:cNvPr id="36" name="Freeform 36">
              <a:extLst>
                <a:ext uri="{FF2B5EF4-FFF2-40B4-BE49-F238E27FC236}">
                  <a16:creationId xmlns:a16="http://schemas.microsoft.com/office/drawing/2014/main" id="{3527C1AF-575F-9652-FB0A-9E81EEF19679}"/>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37" name="TextBox 37">
              <a:extLst>
                <a:ext uri="{FF2B5EF4-FFF2-40B4-BE49-F238E27FC236}">
                  <a16:creationId xmlns:a16="http://schemas.microsoft.com/office/drawing/2014/main" id="{CB086927-FC62-5266-B62B-E6C290ACD55B}"/>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14</a:t>
              </a:r>
              <a:endParaRPr lang="en-US" sz="1350">
                <a:solidFill>
                  <a:srgbClr val="667085"/>
                </a:solidFill>
                <a:latin typeface="Aptos"/>
                <a:ea typeface="Aptos"/>
                <a:cs typeface="Aptos"/>
                <a:sym typeface="Aptos"/>
              </a:endParaRPr>
            </a:p>
          </p:txBody>
        </p:sp>
      </p:grpSp>
      <p:pic>
        <p:nvPicPr>
          <p:cNvPr id="17" name="Picture 16">
            <a:extLst>
              <a:ext uri="{FF2B5EF4-FFF2-40B4-BE49-F238E27FC236}">
                <a16:creationId xmlns:a16="http://schemas.microsoft.com/office/drawing/2014/main" id="{0ABD5BAE-4DBD-5076-F390-D9E9ACE84596}"/>
              </a:ext>
            </a:extLst>
          </p:cNvPr>
          <p:cNvPicPr>
            <a:picLocks noChangeAspect="1"/>
          </p:cNvPicPr>
          <p:nvPr/>
        </p:nvPicPr>
        <p:blipFill>
          <a:blip r:embed="rId4"/>
          <a:stretch>
            <a:fillRect/>
          </a:stretch>
        </p:blipFill>
        <p:spPr>
          <a:xfrm>
            <a:off x="2843761" y="2315694"/>
            <a:ext cx="12600000" cy="5655611"/>
          </a:xfrm>
          <a:prstGeom prst="rect">
            <a:avLst/>
          </a:prstGeom>
        </p:spPr>
      </p:pic>
      <p:sp>
        <p:nvSpPr>
          <p:cNvPr id="14" name="TextBox 10">
            <a:extLst>
              <a:ext uri="{FF2B5EF4-FFF2-40B4-BE49-F238E27FC236}">
                <a16:creationId xmlns:a16="http://schemas.microsoft.com/office/drawing/2014/main" id="{16881EA9-EEBD-A16A-F8AE-1059EBF4D07F}"/>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2498989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CF8B4-6E91-76AA-C4BA-1715C86ED5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7F2AA8-8F67-6CBD-2458-35D6D09B4B4E}"/>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056EA415-6838-D206-6BEC-651D67EE9856}"/>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F3FC0363-0C35-A71A-E855-29E770D49DFF}"/>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F8A6BCA3-E1EF-A2C6-B5EF-E58E314262C1}"/>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0D9CC108-451D-644F-8326-EEED416568FC}"/>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7963F5D0-2011-7F36-AC97-D1B8B3856EF7}"/>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grpSp>
        <p:nvGrpSpPr>
          <p:cNvPr id="11" name="Group 11">
            <a:extLst>
              <a:ext uri="{FF2B5EF4-FFF2-40B4-BE49-F238E27FC236}">
                <a16:creationId xmlns:a16="http://schemas.microsoft.com/office/drawing/2014/main" id="{960CD6C8-FF8B-B8FE-B0A6-09ED52ED0AB1}"/>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DD444820-3529-2FDE-E7F1-BA51B6A91002}"/>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72FB3B44-F513-E5F2-8579-91E8BFBE1FCB}"/>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Tuning Performance Iteration</a:t>
              </a:r>
            </a:p>
          </p:txBody>
        </p:sp>
      </p:grpSp>
      <p:sp>
        <p:nvSpPr>
          <p:cNvPr id="15" name="Freeform 15">
            <a:extLst>
              <a:ext uri="{FF2B5EF4-FFF2-40B4-BE49-F238E27FC236}">
                <a16:creationId xmlns:a16="http://schemas.microsoft.com/office/drawing/2014/main" id="{F34AFBAF-7C01-DA9C-6815-E7B1E2CF5762}"/>
              </a:ext>
            </a:extLst>
          </p:cNvPr>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35" name="Group 35">
            <a:extLst>
              <a:ext uri="{FF2B5EF4-FFF2-40B4-BE49-F238E27FC236}">
                <a16:creationId xmlns:a16="http://schemas.microsoft.com/office/drawing/2014/main" id="{921CDC59-07E7-9316-898F-E65302178A3E}"/>
              </a:ext>
            </a:extLst>
          </p:cNvPr>
          <p:cNvGrpSpPr/>
          <p:nvPr/>
        </p:nvGrpSpPr>
        <p:grpSpPr>
          <a:xfrm>
            <a:off x="17282160" y="9827228"/>
            <a:ext cx="411480" cy="226600"/>
            <a:chOff x="0" y="-9525"/>
            <a:chExt cx="548640" cy="302133"/>
          </a:xfrm>
        </p:grpSpPr>
        <p:sp>
          <p:nvSpPr>
            <p:cNvPr id="36" name="Freeform 36">
              <a:extLst>
                <a:ext uri="{FF2B5EF4-FFF2-40B4-BE49-F238E27FC236}">
                  <a16:creationId xmlns:a16="http://schemas.microsoft.com/office/drawing/2014/main" id="{093DBFB9-3E35-BA69-3592-547608EBD9B6}"/>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37" name="TextBox 37">
              <a:extLst>
                <a:ext uri="{FF2B5EF4-FFF2-40B4-BE49-F238E27FC236}">
                  <a16:creationId xmlns:a16="http://schemas.microsoft.com/office/drawing/2014/main" id="{CD58AABF-761B-F846-2B58-6DF81CCCDCDD}"/>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15</a:t>
              </a:r>
              <a:endParaRPr lang="en-US" sz="1350">
                <a:solidFill>
                  <a:srgbClr val="667085"/>
                </a:solidFill>
                <a:latin typeface="Aptos"/>
                <a:ea typeface="Aptos"/>
                <a:cs typeface="Aptos"/>
                <a:sym typeface="Aptos"/>
              </a:endParaRPr>
            </a:p>
          </p:txBody>
        </p:sp>
      </p:grpSp>
      <p:pic>
        <p:nvPicPr>
          <p:cNvPr id="18" name="Picture 17">
            <a:extLst>
              <a:ext uri="{FF2B5EF4-FFF2-40B4-BE49-F238E27FC236}">
                <a16:creationId xmlns:a16="http://schemas.microsoft.com/office/drawing/2014/main" id="{5593A3EC-5F17-557F-6929-17302C357336}"/>
              </a:ext>
            </a:extLst>
          </p:cNvPr>
          <p:cNvPicPr>
            <a:picLocks noChangeAspect="1"/>
          </p:cNvPicPr>
          <p:nvPr/>
        </p:nvPicPr>
        <p:blipFill>
          <a:blip r:embed="rId4"/>
          <a:stretch>
            <a:fillRect/>
          </a:stretch>
        </p:blipFill>
        <p:spPr>
          <a:xfrm>
            <a:off x="2843761" y="2315694"/>
            <a:ext cx="12600000" cy="5655611"/>
          </a:xfrm>
          <a:prstGeom prst="rect">
            <a:avLst/>
          </a:prstGeom>
        </p:spPr>
      </p:pic>
      <p:sp>
        <p:nvSpPr>
          <p:cNvPr id="14" name="TextBox 10">
            <a:extLst>
              <a:ext uri="{FF2B5EF4-FFF2-40B4-BE49-F238E27FC236}">
                <a16:creationId xmlns:a16="http://schemas.microsoft.com/office/drawing/2014/main" id="{3DD8BE93-7018-AD52-72EF-AB001F038F91}"/>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475974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B616F-ADE5-917B-91EE-8159A74F7D2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05FE61-79A7-9809-8A70-91EA906ACD89}"/>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D4DB532E-814C-5BF1-BFF7-8487FF4EF62C}"/>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26E4E75E-A055-4B62-8D97-EB72FFBBFEDC}"/>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116A4BDB-89FE-8900-D666-95DB79FC34CF}"/>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DEEF186B-04A9-0120-F9FE-6C0788E9BDA6}"/>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50A6E939-1F18-5C3A-FE98-B0A512C28729}"/>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a:extLst>
              <a:ext uri="{FF2B5EF4-FFF2-40B4-BE49-F238E27FC236}">
                <a16:creationId xmlns:a16="http://schemas.microsoft.com/office/drawing/2014/main" id="{D9B10CC0-E81B-F22A-8146-995B41373564}"/>
              </a:ext>
            </a:extLst>
          </p:cNvPr>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a:extLst>
              <a:ext uri="{FF2B5EF4-FFF2-40B4-BE49-F238E27FC236}">
                <a16:creationId xmlns:a16="http://schemas.microsoft.com/office/drawing/2014/main" id="{B7CDF0E5-2C87-6A28-65BE-82A4262DF796}"/>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F2AEB635-742B-EBD0-7CCC-64EE1A87E5AF}"/>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AF5A95DD-DB14-301D-1BC1-1F60E7BBE6E3}"/>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Tuning Performance Iteration</a:t>
              </a:r>
            </a:p>
          </p:txBody>
        </p:sp>
      </p:grpSp>
      <p:grpSp>
        <p:nvGrpSpPr>
          <p:cNvPr id="35" name="Group 35">
            <a:extLst>
              <a:ext uri="{FF2B5EF4-FFF2-40B4-BE49-F238E27FC236}">
                <a16:creationId xmlns:a16="http://schemas.microsoft.com/office/drawing/2014/main" id="{A846D71C-BC5D-87B6-6DD4-CF271B31E5CB}"/>
              </a:ext>
            </a:extLst>
          </p:cNvPr>
          <p:cNvGrpSpPr/>
          <p:nvPr/>
        </p:nvGrpSpPr>
        <p:grpSpPr>
          <a:xfrm>
            <a:off x="17282160" y="9827228"/>
            <a:ext cx="411480" cy="226600"/>
            <a:chOff x="0" y="-9525"/>
            <a:chExt cx="548640" cy="302133"/>
          </a:xfrm>
        </p:grpSpPr>
        <p:sp>
          <p:nvSpPr>
            <p:cNvPr id="36" name="Freeform 36">
              <a:extLst>
                <a:ext uri="{FF2B5EF4-FFF2-40B4-BE49-F238E27FC236}">
                  <a16:creationId xmlns:a16="http://schemas.microsoft.com/office/drawing/2014/main" id="{7EF2F7AE-8C84-FE9B-5EFD-EC3AED857A2F}"/>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37" name="TextBox 37">
              <a:extLst>
                <a:ext uri="{FF2B5EF4-FFF2-40B4-BE49-F238E27FC236}">
                  <a16:creationId xmlns:a16="http://schemas.microsoft.com/office/drawing/2014/main" id="{F04E01B8-437F-473F-96B2-934CC439986A}"/>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16</a:t>
              </a:r>
              <a:endParaRPr lang="en-US" sz="1350">
                <a:solidFill>
                  <a:srgbClr val="667085"/>
                </a:solidFill>
                <a:latin typeface="Aptos"/>
                <a:ea typeface="Aptos"/>
                <a:cs typeface="Aptos"/>
                <a:sym typeface="Aptos"/>
              </a:endParaRPr>
            </a:p>
          </p:txBody>
        </p:sp>
      </p:grpSp>
      <p:pic>
        <p:nvPicPr>
          <p:cNvPr id="19" name="Picture 18">
            <a:extLst>
              <a:ext uri="{FF2B5EF4-FFF2-40B4-BE49-F238E27FC236}">
                <a16:creationId xmlns:a16="http://schemas.microsoft.com/office/drawing/2014/main" id="{507BAAB3-91F7-03D4-B7E8-460856181B09}"/>
              </a:ext>
            </a:extLst>
          </p:cNvPr>
          <p:cNvPicPr>
            <a:picLocks noChangeAspect="1"/>
          </p:cNvPicPr>
          <p:nvPr/>
        </p:nvPicPr>
        <p:blipFill>
          <a:blip r:embed="rId4"/>
          <a:stretch>
            <a:fillRect/>
          </a:stretch>
        </p:blipFill>
        <p:spPr>
          <a:xfrm>
            <a:off x="2843761" y="2315694"/>
            <a:ext cx="12600000" cy="5655611"/>
          </a:xfrm>
          <a:prstGeom prst="rect">
            <a:avLst/>
          </a:prstGeom>
        </p:spPr>
      </p:pic>
      <p:sp>
        <p:nvSpPr>
          <p:cNvPr id="14" name="TextBox 10">
            <a:extLst>
              <a:ext uri="{FF2B5EF4-FFF2-40B4-BE49-F238E27FC236}">
                <a16:creationId xmlns:a16="http://schemas.microsoft.com/office/drawing/2014/main" id="{0A13CBD4-5DC4-EAE7-1857-269CF3DB3D78}"/>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3001033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6593" cy="499110"/>
            <a:chOff x="0" y="0"/>
            <a:chExt cx="24408790" cy="665480"/>
          </a:xfrm>
        </p:grpSpPr>
        <p:sp>
          <p:nvSpPr>
            <p:cNvPr id="3" name="Freeform 3"/>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p:cNvGrpSpPr/>
          <p:nvPr/>
        </p:nvGrpSpPr>
        <p:grpSpPr>
          <a:xfrm>
            <a:off x="-9525" y="9797415"/>
            <a:ext cx="18306593" cy="499110"/>
            <a:chOff x="0" y="0"/>
            <a:chExt cx="24408790" cy="665480"/>
          </a:xfrm>
        </p:grpSpPr>
        <p:sp>
          <p:nvSpPr>
            <p:cNvPr id="6" name="Freeform 6"/>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sp>
        <p:nvSpPr>
          <p:cNvPr id="9" name="Freeform 9"/>
          <p:cNvSpPr/>
          <p:nvPr/>
        </p:nvSpPr>
        <p:spPr>
          <a:xfrm>
            <a:off x="617220" y="9848088"/>
            <a:ext cx="6583680" cy="246888"/>
          </a:xfrm>
          <a:custGeom>
            <a:avLst/>
            <a:gdLst/>
            <a:ahLst/>
            <a:cxnLst/>
            <a:rect l="l" t="t" r="r" b="b"/>
            <a:pathLst>
              <a:path w="8778240" h="329184">
                <a:moveTo>
                  <a:pt x="0" y="0"/>
                </a:moveTo>
                <a:lnTo>
                  <a:pt x="8778240" y="0"/>
                </a:lnTo>
                <a:lnTo>
                  <a:pt x="8778240" y="329184"/>
                </a:lnTo>
                <a:lnTo>
                  <a:pt x="0" y="329184"/>
                </a:lnTo>
                <a:close/>
              </a:path>
            </a:pathLst>
          </a:custGeom>
          <a:blipFill>
            <a:blip r:embed="rId3">
              <a:alphaModFix amt="0"/>
            </a:blip>
            <a:stretch>
              <a:fillRect t="-469601" b="-469601"/>
            </a:stretch>
          </a:blipFill>
        </p:spPr>
        <p:txBody>
          <a:bodyPr/>
          <a:lstStyle/>
          <a:p>
            <a:endParaRPr lang="en-GB"/>
          </a:p>
        </p:txBody>
      </p:sp>
      <p:grpSp>
        <p:nvGrpSpPr>
          <p:cNvPr id="11" name="Group 11"/>
          <p:cNvGrpSpPr/>
          <p:nvPr/>
        </p:nvGrpSpPr>
        <p:grpSpPr>
          <a:xfrm>
            <a:off x="754380" y="754380"/>
            <a:ext cx="13441680" cy="685800"/>
            <a:chOff x="0" y="0"/>
            <a:chExt cx="17922240" cy="914400"/>
          </a:xfrm>
        </p:grpSpPr>
        <p:sp>
          <p:nvSpPr>
            <p:cNvPr id="12" name="Freeform 12"/>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sym typeface="Aptos Bold"/>
                </a:rPr>
                <a:t>Results</a:t>
              </a:r>
              <a:endParaRPr lang="en-US" sz="3900">
                <a:solidFill>
                  <a:srgbClr val="000000"/>
                </a:solidFill>
                <a:latin typeface="Aptos Bold"/>
                <a:ea typeface="Aptos Bold"/>
                <a:cs typeface="Aptos Bold"/>
                <a:sym typeface="Aptos Bold"/>
              </a:endParaRPr>
            </a:p>
          </p:txBody>
        </p:sp>
      </p:grpSp>
      <p:sp>
        <p:nvSpPr>
          <p:cNvPr id="15" name="Freeform 15"/>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107" name="Group 107"/>
          <p:cNvGrpSpPr/>
          <p:nvPr/>
        </p:nvGrpSpPr>
        <p:grpSpPr>
          <a:xfrm>
            <a:off x="1810512" y="5829300"/>
            <a:ext cx="14840712" cy="411480"/>
            <a:chOff x="0" y="0"/>
            <a:chExt cx="19787616" cy="548640"/>
          </a:xfrm>
        </p:grpSpPr>
        <p:sp>
          <p:nvSpPr>
            <p:cNvPr id="108" name="Freeform 108"/>
            <p:cNvSpPr/>
            <p:nvPr/>
          </p:nvSpPr>
          <p:spPr>
            <a:xfrm>
              <a:off x="0" y="0"/>
              <a:ext cx="19787615" cy="548640"/>
            </a:xfrm>
            <a:custGeom>
              <a:avLst/>
              <a:gdLst/>
              <a:ahLst/>
              <a:cxnLst/>
              <a:rect l="l" t="t" r="r" b="b"/>
              <a:pathLst>
                <a:path w="19787615" h="548640">
                  <a:moveTo>
                    <a:pt x="0" y="0"/>
                  </a:moveTo>
                  <a:lnTo>
                    <a:pt x="19787615" y="0"/>
                  </a:lnTo>
                  <a:lnTo>
                    <a:pt x="19787615" y="548640"/>
                  </a:lnTo>
                  <a:lnTo>
                    <a:pt x="0" y="548640"/>
                  </a:lnTo>
                  <a:close/>
                </a:path>
              </a:pathLst>
            </a:custGeom>
            <a:blipFill>
              <a:blip r:embed="rId3">
                <a:alphaModFix amt="0"/>
              </a:blip>
              <a:stretch>
                <a:fillRect t="-652760" b="-652760"/>
              </a:stretch>
            </a:blipFill>
          </p:spPr>
          <p:txBody>
            <a:bodyPr/>
            <a:lstStyle/>
            <a:p>
              <a:endParaRPr lang="en-GB"/>
            </a:p>
          </p:txBody>
        </p:sp>
        <p:sp>
          <p:nvSpPr>
            <p:cNvPr id="109" name="TextBox 109"/>
            <p:cNvSpPr txBox="1"/>
            <p:nvPr/>
          </p:nvSpPr>
          <p:spPr>
            <a:xfrm>
              <a:off x="0" y="0"/>
              <a:ext cx="19787616" cy="548640"/>
            </a:xfrm>
            <a:prstGeom prst="rect">
              <a:avLst/>
            </a:prstGeom>
          </p:spPr>
          <p:txBody>
            <a:bodyPr lIns="0" tIns="0" rIns="0" bIns="0" rtlCol="0" anchor="ctr"/>
            <a:lstStyle/>
            <a:p>
              <a:pPr algn="l">
                <a:lnSpc>
                  <a:spcPts val="3060"/>
                </a:lnSpc>
              </a:pPr>
              <a:endParaRPr lang="en-US" sz="2550" b="1">
                <a:solidFill>
                  <a:srgbClr val="123A63"/>
                </a:solidFill>
                <a:latin typeface="Aptos Bold"/>
                <a:ea typeface="Aptos Bold"/>
                <a:cs typeface="Aptos Bold"/>
              </a:endParaRPr>
            </a:p>
          </p:txBody>
        </p:sp>
      </p:grpSp>
      <p:grpSp>
        <p:nvGrpSpPr>
          <p:cNvPr id="110" name="Group 110"/>
          <p:cNvGrpSpPr/>
          <p:nvPr/>
        </p:nvGrpSpPr>
        <p:grpSpPr>
          <a:xfrm>
            <a:off x="17282160" y="9827228"/>
            <a:ext cx="411480" cy="226600"/>
            <a:chOff x="0" y="-9525"/>
            <a:chExt cx="548640" cy="302133"/>
          </a:xfrm>
        </p:grpSpPr>
        <p:sp>
          <p:nvSpPr>
            <p:cNvPr id="111" name="Freeform 111"/>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112" name="TextBox 112"/>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17</a:t>
              </a:r>
              <a:endParaRPr lang="en-US" sz="1350">
                <a:solidFill>
                  <a:srgbClr val="667085"/>
                </a:solidFill>
                <a:latin typeface="Aptos"/>
                <a:ea typeface="Aptos"/>
                <a:cs typeface="Aptos"/>
                <a:sym typeface="Aptos"/>
              </a:endParaRPr>
            </a:p>
          </p:txBody>
        </p:sp>
      </p:grpSp>
      <p:graphicFrame>
        <p:nvGraphicFramePr>
          <p:cNvPr id="113" name="Table 112">
            <a:extLst>
              <a:ext uri="{FF2B5EF4-FFF2-40B4-BE49-F238E27FC236}">
                <a16:creationId xmlns:a16="http://schemas.microsoft.com/office/drawing/2014/main" id="{BC0F68B9-C07D-AD89-8386-3CF74B0DD529}"/>
              </a:ext>
            </a:extLst>
          </p:cNvPr>
          <p:cNvGraphicFramePr>
            <a:graphicFrameLocks noGrp="1"/>
          </p:cNvGraphicFramePr>
          <p:nvPr>
            <p:extLst>
              <p:ext uri="{D42A27DB-BD31-4B8C-83A1-F6EECF244321}">
                <p14:modId xmlns:p14="http://schemas.microsoft.com/office/powerpoint/2010/main" val="885500624"/>
              </p:ext>
            </p:extLst>
          </p:nvPr>
        </p:nvGraphicFramePr>
        <p:xfrm>
          <a:off x="1149428" y="3434232"/>
          <a:ext cx="15988665" cy="3418536"/>
        </p:xfrm>
        <a:graphic>
          <a:graphicData uri="http://schemas.openxmlformats.org/drawingml/2006/table">
            <a:tbl>
              <a:tblPr firstRow="1" bandRow="1">
                <a:tableStyleId>{5C22544A-7EE6-4342-B048-85BDC9FD1C3A}</a:tableStyleId>
              </a:tblPr>
              <a:tblGrid>
                <a:gridCol w="3197733">
                  <a:extLst>
                    <a:ext uri="{9D8B030D-6E8A-4147-A177-3AD203B41FA5}">
                      <a16:colId xmlns:a16="http://schemas.microsoft.com/office/drawing/2014/main" val="955118608"/>
                    </a:ext>
                  </a:extLst>
                </a:gridCol>
                <a:gridCol w="3197733">
                  <a:extLst>
                    <a:ext uri="{9D8B030D-6E8A-4147-A177-3AD203B41FA5}">
                      <a16:colId xmlns:a16="http://schemas.microsoft.com/office/drawing/2014/main" val="2679725128"/>
                    </a:ext>
                  </a:extLst>
                </a:gridCol>
                <a:gridCol w="3197733">
                  <a:extLst>
                    <a:ext uri="{9D8B030D-6E8A-4147-A177-3AD203B41FA5}">
                      <a16:colId xmlns:a16="http://schemas.microsoft.com/office/drawing/2014/main" val="114878828"/>
                    </a:ext>
                  </a:extLst>
                </a:gridCol>
                <a:gridCol w="3197733">
                  <a:extLst>
                    <a:ext uri="{9D8B030D-6E8A-4147-A177-3AD203B41FA5}">
                      <a16:colId xmlns:a16="http://schemas.microsoft.com/office/drawing/2014/main" val="464281539"/>
                    </a:ext>
                  </a:extLst>
                </a:gridCol>
                <a:gridCol w="3197733">
                  <a:extLst>
                    <a:ext uri="{9D8B030D-6E8A-4147-A177-3AD203B41FA5}">
                      <a16:colId xmlns:a16="http://schemas.microsoft.com/office/drawing/2014/main" val="1728099127"/>
                    </a:ext>
                  </a:extLst>
                </a:gridCol>
              </a:tblGrid>
              <a:tr h="1139512">
                <a:tc>
                  <a:txBody>
                    <a:bodyPr/>
                    <a:lstStyle/>
                    <a:p>
                      <a:pPr algn="ctr"/>
                      <a:r>
                        <a:rPr lang="en-GB" sz="2800"/>
                        <a:t>Method</a:t>
                      </a:r>
                    </a:p>
                  </a:txBody>
                  <a:tcPr anchor="ctr">
                    <a:solidFill>
                      <a:srgbClr val="123A63"/>
                    </a:solidFill>
                  </a:tcPr>
                </a:tc>
                <a:tc>
                  <a:txBody>
                    <a:bodyPr/>
                    <a:lstStyle/>
                    <a:p>
                      <a:pPr algn="ctr"/>
                      <a:r>
                        <a:rPr lang="en-GB" sz="2800"/>
                        <a:t>RMSE Line Error (Pixels)</a:t>
                      </a:r>
                    </a:p>
                  </a:txBody>
                  <a:tcPr anchor="ctr">
                    <a:solidFill>
                      <a:srgbClr val="123A63"/>
                    </a:solidFill>
                  </a:tcPr>
                </a:tc>
                <a:tc>
                  <a:txBody>
                    <a:bodyPr/>
                    <a:lstStyle/>
                    <a:p>
                      <a:pPr algn="ctr"/>
                      <a:r>
                        <a:rPr lang="en-GB" sz="2800"/>
                        <a:t>Average Speed</a:t>
                      </a:r>
                    </a:p>
                    <a:p>
                      <a:pPr algn="ctr"/>
                      <a:r>
                        <a:rPr lang="en-GB" sz="2800"/>
                        <a:t>(cm/s)</a:t>
                      </a:r>
                    </a:p>
                  </a:txBody>
                  <a:tcPr anchor="ctr">
                    <a:solidFill>
                      <a:srgbClr val="123A63"/>
                    </a:solidFill>
                  </a:tcPr>
                </a:tc>
                <a:tc>
                  <a:txBody>
                    <a:bodyPr/>
                    <a:lstStyle/>
                    <a:p>
                      <a:pPr algn="ctr"/>
                      <a:r>
                        <a:rPr lang="en-GB" sz="2800"/>
                        <a:t>No Line Instances (%)</a:t>
                      </a:r>
                    </a:p>
                  </a:txBody>
                  <a:tcPr anchor="ctr">
                    <a:solidFill>
                      <a:srgbClr val="123A63"/>
                    </a:solidFill>
                  </a:tcPr>
                </a:tc>
                <a:tc>
                  <a:txBody>
                    <a:bodyPr/>
                    <a:lstStyle/>
                    <a:p>
                      <a:pPr algn="ctr"/>
                      <a:r>
                        <a:rPr lang="en-GB" sz="2800"/>
                        <a:t>Corner Success Rate (%)</a:t>
                      </a:r>
                    </a:p>
                  </a:txBody>
                  <a:tcPr anchor="ctr">
                    <a:solidFill>
                      <a:srgbClr val="123A63"/>
                    </a:solidFill>
                  </a:tcPr>
                </a:tc>
                <a:extLst>
                  <a:ext uri="{0D108BD9-81ED-4DB2-BD59-A6C34878D82A}">
                    <a16:rowId xmlns:a16="http://schemas.microsoft.com/office/drawing/2014/main" val="369388390"/>
                  </a:ext>
                </a:extLst>
              </a:tr>
              <a:tr h="1139512">
                <a:tc>
                  <a:txBody>
                    <a:bodyPr/>
                    <a:lstStyle/>
                    <a:p>
                      <a:pPr algn="ctr"/>
                      <a:r>
                        <a:rPr lang="en-GB" sz="2800"/>
                        <a:t>PID Baseline</a:t>
                      </a:r>
                    </a:p>
                  </a:txBody>
                  <a:tcPr anchor="ctr"/>
                </a:tc>
                <a:tc>
                  <a:txBody>
                    <a:bodyPr/>
                    <a:lstStyle/>
                    <a:p>
                      <a:pPr algn="ctr"/>
                      <a:r>
                        <a:rPr lang="en-GB" sz="2800"/>
                        <a:t>162</a:t>
                      </a:r>
                    </a:p>
                  </a:txBody>
                  <a:tcPr anchor="ctr"/>
                </a:tc>
                <a:tc>
                  <a:txBody>
                    <a:bodyPr/>
                    <a:lstStyle/>
                    <a:p>
                      <a:pPr algn="ctr"/>
                      <a:r>
                        <a:rPr lang="en-GB" sz="2800"/>
                        <a:t>12.9</a:t>
                      </a:r>
                    </a:p>
                  </a:txBody>
                  <a:tcPr anchor="ctr"/>
                </a:tc>
                <a:tc>
                  <a:txBody>
                    <a:bodyPr/>
                    <a:lstStyle/>
                    <a:p>
                      <a:pPr algn="ctr"/>
                      <a:r>
                        <a:rPr lang="en-GB" sz="2800"/>
                        <a:t>9%</a:t>
                      </a:r>
                    </a:p>
                  </a:txBody>
                  <a:tcPr anchor="ctr"/>
                </a:tc>
                <a:tc>
                  <a:txBody>
                    <a:bodyPr/>
                    <a:lstStyle/>
                    <a:p>
                      <a:pPr algn="ctr"/>
                      <a:r>
                        <a:rPr lang="en-GB" sz="2800"/>
                        <a:t>33%</a:t>
                      </a:r>
                    </a:p>
                  </a:txBody>
                  <a:tcPr anchor="ctr"/>
                </a:tc>
                <a:extLst>
                  <a:ext uri="{0D108BD9-81ED-4DB2-BD59-A6C34878D82A}">
                    <a16:rowId xmlns:a16="http://schemas.microsoft.com/office/drawing/2014/main" val="1995584171"/>
                  </a:ext>
                </a:extLst>
              </a:tr>
              <a:tr h="1139512">
                <a:tc>
                  <a:txBody>
                    <a:bodyPr/>
                    <a:lstStyle/>
                    <a:p>
                      <a:pPr algn="ctr"/>
                      <a:r>
                        <a:rPr lang="en-GB" sz="2800"/>
                        <a:t>CNN + Adaptive PID</a:t>
                      </a:r>
                    </a:p>
                  </a:txBody>
                  <a:tcPr anchor="ctr"/>
                </a:tc>
                <a:tc>
                  <a:txBody>
                    <a:bodyPr/>
                    <a:lstStyle/>
                    <a:p>
                      <a:pPr algn="ctr"/>
                      <a:r>
                        <a:rPr lang="en-GB" sz="2800"/>
                        <a:t>172</a:t>
                      </a:r>
                    </a:p>
                  </a:txBody>
                  <a:tcPr anchor="ctr"/>
                </a:tc>
                <a:tc>
                  <a:txBody>
                    <a:bodyPr/>
                    <a:lstStyle/>
                    <a:p>
                      <a:pPr algn="ctr"/>
                      <a:r>
                        <a:rPr lang="en-GB" sz="2800"/>
                        <a:t>12.3</a:t>
                      </a:r>
                    </a:p>
                  </a:txBody>
                  <a:tcPr anchor="ctr"/>
                </a:tc>
                <a:tc>
                  <a:txBody>
                    <a:bodyPr/>
                    <a:lstStyle/>
                    <a:p>
                      <a:pPr algn="ctr"/>
                      <a:r>
                        <a:rPr lang="en-GB" sz="2800"/>
                        <a:t>9%</a:t>
                      </a:r>
                    </a:p>
                  </a:txBody>
                  <a:tcPr anchor="ctr"/>
                </a:tc>
                <a:tc>
                  <a:txBody>
                    <a:bodyPr/>
                    <a:lstStyle/>
                    <a:p>
                      <a:pPr algn="ctr"/>
                      <a:r>
                        <a:rPr lang="en-GB" sz="2800"/>
                        <a:t>100%</a:t>
                      </a:r>
                    </a:p>
                  </a:txBody>
                  <a:tcPr anchor="ctr"/>
                </a:tc>
                <a:extLst>
                  <a:ext uri="{0D108BD9-81ED-4DB2-BD59-A6C34878D82A}">
                    <a16:rowId xmlns:a16="http://schemas.microsoft.com/office/drawing/2014/main" val="2238322041"/>
                  </a:ext>
                </a:extLst>
              </a:tr>
            </a:tbl>
          </a:graphicData>
        </a:graphic>
      </p:graphicFrame>
      <p:sp>
        <p:nvSpPr>
          <p:cNvPr id="14" name="TextBox 10">
            <a:extLst>
              <a:ext uri="{FF2B5EF4-FFF2-40B4-BE49-F238E27FC236}">
                <a16:creationId xmlns:a16="http://schemas.microsoft.com/office/drawing/2014/main" id="{E5F78CDC-E968-C77F-E7C5-B2DABAFEC454}"/>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03E43EA3-6AB5-AE7A-83F8-A9A1342EB6E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F17A868-CC93-52D4-10D2-416899AEEDA7}"/>
              </a:ext>
            </a:extLst>
          </p:cNvPr>
          <p:cNvGrpSpPr/>
          <p:nvPr/>
        </p:nvGrpSpPr>
        <p:grpSpPr>
          <a:xfrm>
            <a:off x="-9525" y="-9525"/>
            <a:ext cx="18306593" cy="499110"/>
            <a:chOff x="0" y="0"/>
            <a:chExt cx="24408790" cy="665480"/>
          </a:xfrm>
        </p:grpSpPr>
        <p:sp>
          <p:nvSpPr>
            <p:cNvPr id="3" name="Freeform 3">
              <a:extLst>
                <a:ext uri="{FF2B5EF4-FFF2-40B4-BE49-F238E27FC236}">
                  <a16:creationId xmlns:a16="http://schemas.microsoft.com/office/drawing/2014/main" id="{8E50050E-5BE0-41A1-57BD-3636FEE64616}"/>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1F4E79"/>
            </a:solidFill>
          </p:spPr>
          <p:txBody>
            <a:bodyPr/>
            <a:lstStyle/>
            <a:p>
              <a:endParaRPr lang="en-GB"/>
            </a:p>
          </p:txBody>
        </p:sp>
        <p:sp>
          <p:nvSpPr>
            <p:cNvPr id="4" name="Freeform 4">
              <a:extLst>
                <a:ext uri="{FF2B5EF4-FFF2-40B4-BE49-F238E27FC236}">
                  <a16:creationId xmlns:a16="http://schemas.microsoft.com/office/drawing/2014/main" id="{075884C8-9267-C6F3-63BE-D20E68097134}"/>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1F4E79"/>
            </a:solidFill>
          </p:spPr>
          <p:txBody>
            <a:bodyPr/>
            <a:lstStyle/>
            <a:p>
              <a:endParaRPr lang="en-GB"/>
            </a:p>
          </p:txBody>
        </p:sp>
      </p:grpSp>
      <p:grpSp>
        <p:nvGrpSpPr>
          <p:cNvPr id="5" name="Group 5">
            <a:extLst>
              <a:ext uri="{FF2B5EF4-FFF2-40B4-BE49-F238E27FC236}">
                <a16:creationId xmlns:a16="http://schemas.microsoft.com/office/drawing/2014/main" id="{250E16A1-5266-F191-FC2A-B01DC0EC1E78}"/>
              </a:ext>
            </a:extLst>
          </p:cNvPr>
          <p:cNvGrpSpPr/>
          <p:nvPr/>
        </p:nvGrpSpPr>
        <p:grpSpPr>
          <a:xfrm>
            <a:off x="-9525" y="9797415"/>
            <a:ext cx="18306593" cy="499110"/>
            <a:chOff x="0" y="0"/>
            <a:chExt cx="24408790" cy="665480"/>
          </a:xfrm>
        </p:grpSpPr>
        <p:sp>
          <p:nvSpPr>
            <p:cNvPr id="6" name="Freeform 6">
              <a:extLst>
                <a:ext uri="{FF2B5EF4-FFF2-40B4-BE49-F238E27FC236}">
                  <a16:creationId xmlns:a16="http://schemas.microsoft.com/office/drawing/2014/main" id="{73D95E97-8978-8E16-FEC8-1253BF7CAC86}"/>
                </a:ext>
              </a:extLst>
            </p:cNvPr>
            <p:cNvSpPr/>
            <p:nvPr/>
          </p:nvSpPr>
          <p:spPr>
            <a:xfrm>
              <a:off x="12700" y="12700"/>
              <a:ext cx="24383364" cy="640080"/>
            </a:xfrm>
            <a:custGeom>
              <a:avLst/>
              <a:gdLst/>
              <a:ahLst/>
              <a:cxnLst/>
              <a:rect l="l" t="t" r="r" b="b"/>
              <a:pathLst>
                <a:path w="24383364" h="640080">
                  <a:moveTo>
                    <a:pt x="0" y="0"/>
                  </a:moveTo>
                  <a:lnTo>
                    <a:pt x="24383364" y="0"/>
                  </a:lnTo>
                  <a:lnTo>
                    <a:pt x="24383364" y="640080"/>
                  </a:lnTo>
                  <a:lnTo>
                    <a:pt x="0" y="640080"/>
                  </a:lnTo>
                  <a:close/>
                </a:path>
              </a:pathLst>
            </a:custGeom>
            <a:solidFill>
              <a:srgbClr val="EAF0F8"/>
            </a:solidFill>
          </p:spPr>
          <p:txBody>
            <a:bodyPr/>
            <a:lstStyle/>
            <a:p>
              <a:endParaRPr lang="en-GB"/>
            </a:p>
          </p:txBody>
        </p:sp>
        <p:sp>
          <p:nvSpPr>
            <p:cNvPr id="7" name="Freeform 7">
              <a:extLst>
                <a:ext uri="{FF2B5EF4-FFF2-40B4-BE49-F238E27FC236}">
                  <a16:creationId xmlns:a16="http://schemas.microsoft.com/office/drawing/2014/main" id="{C8EC6829-B5B6-3D3C-2661-0589E2693B68}"/>
                </a:ext>
              </a:extLst>
            </p:cNvPr>
            <p:cNvSpPr/>
            <p:nvPr/>
          </p:nvSpPr>
          <p:spPr>
            <a:xfrm>
              <a:off x="0" y="0"/>
              <a:ext cx="24408764" cy="665480"/>
            </a:xfrm>
            <a:custGeom>
              <a:avLst/>
              <a:gdLst/>
              <a:ahLst/>
              <a:cxnLst/>
              <a:rect l="l" t="t" r="r" b="b"/>
              <a:pathLst>
                <a:path w="24408764" h="665480">
                  <a:moveTo>
                    <a:pt x="12700" y="0"/>
                  </a:moveTo>
                  <a:lnTo>
                    <a:pt x="24396064" y="0"/>
                  </a:lnTo>
                  <a:cubicBezTo>
                    <a:pt x="24403050" y="0"/>
                    <a:pt x="24408764" y="5715"/>
                    <a:pt x="24408764" y="12700"/>
                  </a:cubicBezTo>
                  <a:lnTo>
                    <a:pt x="24408764" y="652780"/>
                  </a:lnTo>
                  <a:cubicBezTo>
                    <a:pt x="24408764" y="659765"/>
                    <a:pt x="24403050" y="665480"/>
                    <a:pt x="24396064" y="665480"/>
                  </a:cubicBezTo>
                  <a:lnTo>
                    <a:pt x="12700" y="665480"/>
                  </a:lnTo>
                  <a:cubicBezTo>
                    <a:pt x="5715" y="665480"/>
                    <a:pt x="0" y="659765"/>
                    <a:pt x="0" y="652780"/>
                  </a:cubicBezTo>
                  <a:lnTo>
                    <a:pt x="0" y="12700"/>
                  </a:lnTo>
                  <a:cubicBezTo>
                    <a:pt x="0" y="5715"/>
                    <a:pt x="5715" y="0"/>
                    <a:pt x="12700" y="0"/>
                  </a:cubicBezTo>
                  <a:moveTo>
                    <a:pt x="12700" y="25400"/>
                  </a:moveTo>
                  <a:lnTo>
                    <a:pt x="12700" y="12700"/>
                  </a:lnTo>
                  <a:lnTo>
                    <a:pt x="25400" y="12700"/>
                  </a:lnTo>
                  <a:lnTo>
                    <a:pt x="25400" y="652780"/>
                  </a:lnTo>
                  <a:lnTo>
                    <a:pt x="12700" y="652780"/>
                  </a:lnTo>
                  <a:lnTo>
                    <a:pt x="12700" y="640080"/>
                  </a:lnTo>
                  <a:lnTo>
                    <a:pt x="24396064" y="640080"/>
                  </a:lnTo>
                  <a:lnTo>
                    <a:pt x="24396064" y="652780"/>
                  </a:lnTo>
                  <a:lnTo>
                    <a:pt x="24383364" y="652780"/>
                  </a:lnTo>
                  <a:lnTo>
                    <a:pt x="24383364" y="12700"/>
                  </a:lnTo>
                  <a:lnTo>
                    <a:pt x="24396064" y="12700"/>
                  </a:lnTo>
                  <a:lnTo>
                    <a:pt x="24396064" y="25400"/>
                  </a:lnTo>
                  <a:lnTo>
                    <a:pt x="12700" y="25400"/>
                  </a:lnTo>
                  <a:close/>
                </a:path>
              </a:pathLst>
            </a:custGeom>
            <a:solidFill>
              <a:srgbClr val="EAF0F8"/>
            </a:solidFill>
          </p:spPr>
          <p:txBody>
            <a:bodyPr/>
            <a:lstStyle/>
            <a:p>
              <a:endParaRPr lang="en-GB"/>
            </a:p>
          </p:txBody>
        </p:sp>
      </p:grpSp>
      <p:grpSp>
        <p:nvGrpSpPr>
          <p:cNvPr id="11" name="Group 11">
            <a:extLst>
              <a:ext uri="{FF2B5EF4-FFF2-40B4-BE49-F238E27FC236}">
                <a16:creationId xmlns:a16="http://schemas.microsoft.com/office/drawing/2014/main" id="{6E9A62E2-FE3A-202B-2B20-E0F6578D0449}"/>
              </a:ext>
            </a:extLst>
          </p:cNvPr>
          <p:cNvGrpSpPr/>
          <p:nvPr/>
        </p:nvGrpSpPr>
        <p:grpSpPr>
          <a:xfrm>
            <a:off x="754380" y="754380"/>
            <a:ext cx="13441680" cy="685800"/>
            <a:chOff x="0" y="0"/>
            <a:chExt cx="17922240" cy="914400"/>
          </a:xfrm>
        </p:grpSpPr>
        <p:sp>
          <p:nvSpPr>
            <p:cNvPr id="12" name="Freeform 12">
              <a:extLst>
                <a:ext uri="{FF2B5EF4-FFF2-40B4-BE49-F238E27FC236}">
                  <a16:creationId xmlns:a16="http://schemas.microsoft.com/office/drawing/2014/main" id="{9E1860DA-3C6A-C20B-E2EA-33E94169E73B}"/>
                </a:ext>
              </a:extLst>
            </p:cNvPr>
            <p:cNvSpPr/>
            <p:nvPr/>
          </p:nvSpPr>
          <p:spPr>
            <a:xfrm>
              <a:off x="0" y="0"/>
              <a:ext cx="17922239" cy="914400"/>
            </a:xfrm>
            <a:custGeom>
              <a:avLst/>
              <a:gdLst/>
              <a:ahLst/>
              <a:cxnLst/>
              <a:rect l="l" t="t" r="r" b="b"/>
              <a:pathLst>
                <a:path w="17922239" h="914400">
                  <a:moveTo>
                    <a:pt x="0" y="0"/>
                  </a:moveTo>
                  <a:lnTo>
                    <a:pt x="17922239" y="0"/>
                  </a:lnTo>
                  <a:lnTo>
                    <a:pt x="17922239" y="914400"/>
                  </a:lnTo>
                  <a:lnTo>
                    <a:pt x="0" y="914400"/>
                  </a:lnTo>
                  <a:close/>
                </a:path>
              </a:pathLst>
            </a:custGeom>
            <a:blipFill>
              <a:blip r:embed="rId3">
                <a:alphaModFix amt="0"/>
              </a:blip>
              <a:stretch>
                <a:fillRect t="-331906" b="-331906"/>
              </a:stretch>
            </a:blipFill>
          </p:spPr>
          <p:txBody>
            <a:bodyPr/>
            <a:lstStyle/>
            <a:p>
              <a:endParaRPr lang="en-GB"/>
            </a:p>
          </p:txBody>
        </p:sp>
        <p:sp>
          <p:nvSpPr>
            <p:cNvPr id="13" name="TextBox 13">
              <a:extLst>
                <a:ext uri="{FF2B5EF4-FFF2-40B4-BE49-F238E27FC236}">
                  <a16:creationId xmlns:a16="http://schemas.microsoft.com/office/drawing/2014/main" id="{9F8F1405-392D-092B-3100-411BAD9622E3}"/>
                </a:ext>
              </a:extLst>
            </p:cNvPr>
            <p:cNvSpPr txBox="1"/>
            <p:nvPr/>
          </p:nvSpPr>
          <p:spPr>
            <a:xfrm>
              <a:off x="0" y="0"/>
              <a:ext cx="17922240" cy="914400"/>
            </a:xfrm>
            <a:prstGeom prst="rect">
              <a:avLst/>
            </a:prstGeom>
          </p:spPr>
          <p:txBody>
            <a:bodyPr lIns="0" tIns="0" rIns="0" bIns="0" rtlCol="0" anchor="ctr"/>
            <a:lstStyle/>
            <a:p>
              <a:pPr>
                <a:lnSpc>
                  <a:spcPts val="4680"/>
                </a:lnSpc>
              </a:pPr>
              <a:r>
                <a:rPr lang="en-US" sz="3900" b="1">
                  <a:solidFill>
                    <a:srgbClr val="123A63"/>
                  </a:solidFill>
                  <a:latin typeface="Aptos Bold"/>
                  <a:ea typeface="Aptos Bold"/>
                  <a:cs typeface="Aptos Bold"/>
                </a:rPr>
                <a:t>Conclusion</a:t>
              </a:r>
            </a:p>
          </p:txBody>
        </p:sp>
      </p:grpSp>
      <p:sp>
        <p:nvSpPr>
          <p:cNvPr id="15" name="Freeform 15">
            <a:extLst>
              <a:ext uri="{FF2B5EF4-FFF2-40B4-BE49-F238E27FC236}">
                <a16:creationId xmlns:a16="http://schemas.microsoft.com/office/drawing/2014/main" id="{A6C79792-BA5E-004F-F93A-B6DE378AC934}"/>
              </a:ext>
            </a:extLst>
          </p:cNvPr>
          <p:cNvSpPr/>
          <p:nvPr/>
        </p:nvSpPr>
        <p:spPr>
          <a:xfrm>
            <a:off x="781812" y="1371600"/>
            <a:ext cx="14401800" cy="342900"/>
          </a:xfrm>
          <a:custGeom>
            <a:avLst/>
            <a:gdLst/>
            <a:ahLst/>
            <a:cxnLst/>
            <a:rect l="l" t="t" r="r" b="b"/>
            <a:pathLst>
              <a:path w="19202400" h="457200">
                <a:moveTo>
                  <a:pt x="0" y="0"/>
                </a:moveTo>
                <a:lnTo>
                  <a:pt x="19202400" y="0"/>
                </a:lnTo>
                <a:lnTo>
                  <a:pt x="19202400" y="457200"/>
                </a:lnTo>
                <a:lnTo>
                  <a:pt x="0" y="457200"/>
                </a:lnTo>
                <a:close/>
              </a:path>
            </a:pathLst>
          </a:custGeom>
          <a:blipFill>
            <a:blip r:embed="rId3">
              <a:alphaModFix amt="0"/>
            </a:blip>
            <a:stretch>
              <a:fillRect t="-768371" b="-768371"/>
            </a:stretch>
          </a:blipFill>
        </p:spPr>
        <p:txBody>
          <a:bodyPr/>
          <a:lstStyle/>
          <a:p>
            <a:endParaRPr lang="en-GB"/>
          </a:p>
        </p:txBody>
      </p:sp>
      <p:grpSp>
        <p:nvGrpSpPr>
          <p:cNvPr id="17" name="Group 17">
            <a:extLst>
              <a:ext uri="{FF2B5EF4-FFF2-40B4-BE49-F238E27FC236}">
                <a16:creationId xmlns:a16="http://schemas.microsoft.com/office/drawing/2014/main" id="{E9701B15-EF5F-0ADD-F556-A4C83F8E8A6F}"/>
              </a:ext>
            </a:extLst>
          </p:cNvPr>
          <p:cNvGrpSpPr/>
          <p:nvPr/>
        </p:nvGrpSpPr>
        <p:grpSpPr>
          <a:xfrm>
            <a:off x="888416" y="2044808"/>
            <a:ext cx="5299710" cy="6739890"/>
            <a:chOff x="0" y="0"/>
            <a:chExt cx="7066280" cy="8986520"/>
          </a:xfrm>
        </p:grpSpPr>
        <p:sp>
          <p:nvSpPr>
            <p:cNvPr id="18" name="Freeform 18">
              <a:extLst>
                <a:ext uri="{FF2B5EF4-FFF2-40B4-BE49-F238E27FC236}">
                  <a16:creationId xmlns:a16="http://schemas.microsoft.com/office/drawing/2014/main" id="{D795E9A1-DAA3-2D3A-1D08-D70E34BD2B6A}"/>
                </a:ext>
              </a:extLst>
            </p:cNvPr>
            <p:cNvSpPr/>
            <p:nvPr/>
          </p:nvSpPr>
          <p:spPr>
            <a:xfrm>
              <a:off x="12700" y="12700"/>
              <a:ext cx="7040880" cy="8961120"/>
            </a:xfrm>
            <a:custGeom>
              <a:avLst/>
              <a:gdLst/>
              <a:ahLst/>
              <a:cxnLst/>
              <a:rect l="l" t="t" r="r" b="b"/>
              <a:pathLst>
                <a:path w="7040880" h="8961120">
                  <a:moveTo>
                    <a:pt x="0" y="146431"/>
                  </a:moveTo>
                  <a:cubicBezTo>
                    <a:pt x="0" y="65532"/>
                    <a:pt x="65532" y="0"/>
                    <a:pt x="146304" y="0"/>
                  </a:cubicBezTo>
                  <a:lnTo>
                    <a:pt x="6894576" y="0"/>
                  </a:lnTo>
                  <a:cubicBezTo>
                    <a:pt x="6975348" y="0"/>
                    <a:pt x="7040880" y="65532"/>
                    <a:pt x="7040880" y="146431"/>
                  </a:cubicBezTo>
                  <a:lnTo>
                    <a:pt x="7040880" y="8814689"/>
                  </a:lnTo>
                  <a:cubicBezTo>
                    <a:pt x="7040880" y="8895588"/>
                    <a:pt x="6975348" y="8961120"/>
                    <a:pt x="6894576" y="8961120"/>
                  </a:cubicBezTo>
                  <a:lnTo>
                    <a:pt x="146304" y="8961120"/>
                  </a:lnTo>
                  <a:cubicBezTo>
                    <a:pt x="65532" y="8961120"/>
                    <a:pt x="0" y="8895588"/>
                    <a:pt x="0" y="8814689"/>
                  </a:cubicBezTo>
                  <a:close/>
                </a:path>
              </a:pathLst>
            </a:custGeom>
            <a:solidFill>
              <a:srgbClr val="FFFFFF"/>
            </a:solidFill>
          </p:spPr>
          <p:txBody>
            <a:bodyPr/>
            <a:lstStyle/>
            <a:p>
              <a:endParaRPr lang="en-GB"/>
            </a:p>
          </p:txBody>
        </p:sp>
        <p:sp>
          <p:nvSpPr>
            <p:cNvPr id="19" name="Freeform 19">
              <a:extLst>
                <a:ext uri="{FF2B5EF4-FFF2-40B4-BE49-F238E27FC236}">
                  <a16:creationId xmlns:a16="http://schemas.microsoft.com/office/drawing/2014/main" id="{52A7940C-65E0-D574-D774-549E2FD40749}"/>
                </a:ext>
              </a:extLst>
            </p:cNvPr>
            <p:cNvSpPr/>
            <p:nvPr/>
          </p:nvSpPr>
          <p:spPr>
            <a:xfrm>
              <a:off x="0" y="0"/>
              <a:ext cx="7066280" cy="8986520"/>
            </a:xfrm>
            <a:custGeom>
              <a:avLst/>
              <a:gdLst/>
              <a:ahLst/>
              <a:cxnLst/>
              <a:rect l="l" t="t" r="r" b="b"/>
              <a:pathLst>
                <a:path w="7066280" h="8986520">
                  <a:moveTo>
                    <a:pt x="0" y="159131"/>
                  </a:moveTo>
                  <a:cubicBezTo>
                    <a:pt x="0" y="71247"/>
                    <a:pt x="71120" y="0"/>
                    <a:pt x="159004" y="0"/>
                  </a:cubicBezTo>
                  <a:lnTo>
                    <a:pt x="6907276" y="0"/>
                  </a:lnTo>
                  <a:lnTo>
                    <a:pt x="6907276" y="12700"/>
                  </a:lnTo>
                  <a:lnTo>
                    <a:pt x="6907276" y="0"/>
                  </a:lnTo>
                  <a:cubicBezTo>
                    <a:pt x="6995160" y="0"/>
                    <a:pt x="7066280" y="71247"/>
                    <a:pt x="7066280" y="159131"/>
                  </a:cubicBezTo>
                  <a:lnTo>
                    <a:pt x="7053580" y="159131"/>
                  </a:lnTo>
                  <a:lnTo>
                    <a:pt x="7066280" y="159131"/>
                  </a:lnTo>
                  <a:lnTo>
                    <a:pt x="7066280" y="8827389"/>
                  </a:lnTo>
                  <a:lnTo>
                    <a:pt x="7053580" y="8827389"/>
                  </a:lnTo>
                  <a:lnTo>
                    <a:pt x="7066280" y="8827389"/>
                  </a:lnTo>
                  <a:cubicBezTo>
                    <a:pt x="7066280" y="8915273"/>
                    <a:pt x="6995160" y="8986520"/>
                    <a:pt x="6907276" y="8986520"/>
                  </a:cubicBezTo>
                  <a:lnTo>
                    <a:pt x="6907276" y="8973820"/>
                  </a:lnTo>
                  <a:lnTo>
                    <a:pt x="6907276" y="8986520"/>
                  </a:lnTo>
                  <a:lnTo>
                    <a:pt x="159004" y="8986520"/>
                  </a:lnTo>
                  <a:lnTo>
                    <a:pt x="159004" y="8973820"/>
                  </a:lnTo>
                  <a:lnTo>
                    <a:pt x="159004" y="8986520"/>
                  </a:lnTo>
                  <a:cubicBezTo>
                    <a:pt x="71120" y="8986520"/>
                    <a:pt x="0" y="8915273"/>
                    <a:pt x="0" y="8827389"/>
                  </a:cubicBezTo>
                  <a:lnTo>
                    <a:pt x="0" y="159131"/>
                  </a:lnTo>
                  <a:lnTo>
                    <a:pt x="12700" y="159131"/>
                  </a:lnTo>
                  <a:lnTo>
                    <a:pt x="0" y="159131"/>
                  </a:lnTo>
                  <a:moveTo>
                    <a:pt x="25400" y="159131"/>
                  </a:moveTo>
                  <a:lnTo>
                    <a:pt x="25400" y="8827389"/>
                  </a:lnTo>
                  <a:lnTo>
                    <a:pt x="12700" y="8827389"/>
                  </a:lnTo>
                  <a:lnTo>
                    <a:pt x="25400" y="8827389"/>
                  </a:lnTo>
                  <a:cubicBezTo>
                    <a:pt x="25400" y="8901303"/>
                    <a:pt x="85217" y="8961120"/>
                    <a:pt x="159004" y="8961120"/>
                  </a:cubicBezTo>
                  <a:lnTo>
                    <a:pt x="6907276" y="8961120"/>
                  </a:lnTo>
                  <a:cubicBezTo>
                    <a:pt x="6981063" y="8961120"/>
                    <a:pt x="7040880" y="8901303"/>
                    <a:pt x="7040880" y="8827389"/>
                  </a:cubicBezTo>
                  <a:lnTo>
                    <a:pt x="7040880" y="159131"/>
                  </a:lnTo>
                  <a:cubicBezTo>
                    <a:pt x="7040880" y="85217"/>
                    <a:pt x="6981063" y="25400"/>
                    <a:pt x="690727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20" name="Group 20">
            <a:extLst>
              <a:ext uri="{FF2B5EF4-FFF2-40B4-BE49-F238E27FC236}">
                <a16:creationId xmlns:a16="http://schemas.microsoft.com/office/drawing/2014/main" id="{0951BCCA-1859-F272-5A04-A77E1B7559C5}"/>
              </a:ext>
            </a:extLst>
          </p:cNvPr>
          <p:cNvGrpSpPr/>
          <p:nvPr/>
        </p:nvGrpSpPr>
        <p:grpSpPr>
          <a:xfrm>
            <a:off x="12051818" y="2091271"/>
            <a:ext cx="183642" cy="6739890"/>
            <a:chOff x="0" y="0"/>
            <a:chExt cx="244856" cy="8986520"/>
          </a:xfrm>
        </p:grpSpPr>
        <p:sp>
          <p:nvSpPr>
            <p:cNvPr id="21" name="Freeform 21">
              <a:extLst>
                <a:ext uri="{FF2B5EF4-FFF2-40B4-BE49-F238E27FC236}">
                  <a16:creationId xmlns:a16="http://schemas.microsoft.com/office/drawing/2014/main" id="{41186409-2FBA-D1EB-A63D-22824BA5A31C}"/>
                </a:ext>
              </a:extLst>
            </p:cNvPr>
            <p:cNvSpPr/>
            <p:nvPr/>
          </p:nvSpPr>
          <p:spPr>
            <a:xfrm>
              <a:off x="12700" y="12700"/>
              <a:ext cx="219456" cy="8961120"/>
            </a:xfrm>
            <a:custGeom>
              <a:avLst/>
              <a:gdLst/>
              <a:ahLst/>
              <a:cxnLst/>
              <a:rect l="l" t="t" r="r" b="b"/>
              <a:pathLst>
                <a:path w="219456" h="8961120">
                  <a:moveTo>
                    <a:pt x="0" y="0"/>
                  </a:moveTo>
                  <a:lnTo>
                    <a:pt x="219456" y="0"/>
                  </a:lnTo>
                  <a:lnTo>
                    <a:pt x="219456" y="8961120"/>
                  </a:lnTo>
                  <a:lnTo>
                    <a:pt x="0" y="8961120"/>
                  </a:lnTo>
                  <a:close/>
                </a:path>
              </a:pathLst>
            </a:custGeom>
            <a:solidFill>
              <a:srgbClr val="1F4E79"/>
            </a:solidFill>
          </p:spPr>
          <p:txBody>
            <a:bodyPr/>
            <a:lstStyle/>
            <a:p>
              <a:endParaRPr lang="en-GB"/>
            </a:p>
          </p:txBody>
        </p:sp>
        <p:sp>
          <p:nvSpPr>
            <p:cNvPr id="22" name="Freeform 22">
              <a:extLst>
                <a:ext uri="{FF2B5EF4-FFF2-40B4-BE49-F238E27FC236}">
                  <a16:creationId xmlns:a16="http://schemas.microsoft.com/office/drawing/2014/main" id="{5F089D74-0B5C-874B-B341-FC0266746185}"/>
                </a:ext>
              </a:extLst>
            </p:cNvPr>
            <p:cNvSpPr/>
            <p:nvPr/>
          </p:nvSpPr>
          <p:spPr>
            <a:xfrm>
              <a:off x="0" y="0"/>
              <a:ext cx="244856" cy="8986520"/>
            </a:xfrm>
            <a:custGeom>
              <a:avLst/>
              <a:gdLst/>
              <a:ahLst/>
              <a:cxnLst/>
              <a:rect l="l" t="t" r="r" b="b"/>
              <a:pathLst>
                <a:path w="244856" h="8986520">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1F4E79"/>
            </a:solidFill>
          </p:spPr>
          <p:txBody>
            <a:bodyPr/>
            <a:lstStyle/>
            <a:p>
              <a:endParaRPr lang="en-GB"/>
            </a:p>
          </p:txBody>
        </p:sp>
      </p:grpSp>
      <p:grpSp>
        <p:nvGrpSpPr>
          <p:cNvPr id="23" name="Group 23">
            <a:extLst>
              <a:ext uri="{FF2B5EF4-FFF2-40B4-BE49-F238E27FC236}">
                <a16:creationId xmlns:a16="http://schemas.microsoft.com/office/drawing/2014/main" id="{2D89302A-AB6B-4D97-01C6-40E071405366}"/>
              </a:ext>
            </a:extLst>
          </p:cNvPr>
          <p:cNvGrpSpPr/>
          <p:nvPr/>
        </p:nvGrpSpPr>
        <p:grpSpPr>
          <a:xfrm>
            <a:off x="1307522" y="2191493"/>
            <a:ext cx="4912227" cy="581321"/>
            <a:chOff x="0" y="0"/>
            <a:chExt cx="6549636" cy="775095"/>
          </a:xfrm>
        </p:grpSpPr>
        <p:sp>
          <p:nvSpPr>
            <p:cNvPr id="24" name="Freeform 24">
              <a:extLst>
                <a:ext uri="{FF2B5EF4-FFF2-40B4-BE49-F238E27FC236}">
                  <a16:creationId xmlns:a16="http://schemas.microsoft.com/office/drawing/2014/main" id="{4BCBE5BB-C372-1B82-71A0-C39C9B66DB82}"/>
                </a:ext>
              </a:extLst>
            </p:cNvPr>
            <p:cNvSpPr/>
            <p:nvPr/>
          </p:nvSpPr>
          <p:spPr>
            <a:xfrm>
              <a:off x="0" y="0"/>
              <a:ext cx="6528816" cy="548640"/>
            </a:xfrm>
            <a:custGeom>
              <a:avLst/>
              <a:gdLst/>
              <a:ahLst/>
              <a:cxnLst/>
              <a:rect l="l" t="t" r="r" b="b"/>
              <a:pathLst>
                <a:path w="6528816" h="548640">
                  <a:moveTo>
                    <a:pt x="0" y="0"/>
                  </a:moveTo>
                  <a:lnTo>
                    <a:pt x="6528816" y="0"/>
                  </a:lnTo>
                  <a:lnTo>
                    <a:pt x="6528816" y="548640"/>
                  </a:lnTo>
                  <a:lnTo>
                    <a:pt x="0" y="548640"/>
                  </a:lnTo>
                  <a:close/>
                </a:path>
              </a:pathLst>
            </a:custGeom>
            <a:blipFill>
              <a:blip r:embed="rId3">
                <a:alphaModFix amt="0"/>
              </a:blip>
              <a:stretch>
                <a:fillRect t="-181871" b="-181871"/>
              </a:stretch>
            </a:blipFill>
          </p:spPr>
          <p:txBody>
            <a:bodyPr/>
            <a:lstStyle/>
            <a:p>
              <a:endParaRPr lang="en-GB"/>
            </a:p>
          </p:txBody>
        </p:sp>
        <p:sp>
          <p:nvSpPr>
            <p:cNvPr id="25" name="TextBox 25">
              <a:extLst>
                <a:ext uri="{FF2B5EF4-FFF2-40B4-BE49-F238E27FC236}">
                  <a16:creationId xmlns:a16="http://schemas.microsoft.com/office/drawing/2014/main" id="{AE62D0D4-BB6A-0213-EB6B-7505DB71A3E7}"/>
                </a:ext>
              </a:extLst>
            </p:cNvPr>
            <p:cNvSpPr txBox="1"/>
            <p:nvPr/>
          </p:nvSpPr>
          <p:spPr>
            <a:xfrm>
              <a:off x="20820" y="226455"/>
              <a:ext cx="6528816" cy="548640"/>
            </a:xfrm>
            <a:prstGeom prst="rect">
              <a:avLst/>
            </a:prstGeom>
          </p:spPr>
          <p:txBody>
            <a:bodyPr lIns="0" tIns="0" rIns="0" bIns="0" rtlCol="0" anchor="ctr"/>
            <a:lstStyle/>
            <a:p>
              <a:r>
                <a:rPr lang="en-GB" sz="2800" b="1"/>
                <a:t>What we </a:t>
              </a:r>
              <a:r>
                <a:rPr lang="en-GB" sz="3600" b="1"/>
                <a:t>achieved</a:t>
              </a:r>
              <a:endParaRPr lang="en-GB" sz="2800" b="1"/>
            </a:p>
          </p:txBody>
        </p:sp>
      </p:grpSp>
      <p:grpSp>
        <p:nvGrpSpPr>
          <p:cNvPr id="26" name="Group 26">
            <a:extLst>
              <a:ext uri="{FF2B5EF4-FFF2-40B4-BE49-F238E27FC236}">
                <a16:creationId xmlns:a16="http://schemas.microsoft.com/office/drawing/2014/main" id="{86593B81-4829-6B6B-EF62-282E76280E97}"/>
              </a:ext>
            </a:extLst>
          </p:cNvPr>
          <p:cNvGrpSpPr/>
          <p:nvPr/>
        </p:nvGrpSpPr>
        <p:grpSpPr>
          <a:xfrm>
            <a:off x="6504407" y="2035283"/>
            <a:ext cx="5231130" cy="6739890"/>
            <a:chOff x="0" y="0"/>
            <a:chExt cx="6974840" cy="8986520"/>
          </a:xfrm>
        </p:grpSpPr>
        <p:sp>
          <p:nvSpPr>
            <p:cNvPr id="27" name="Freeform 27">
              <a:extLst>
                <a:ext uri="{FF2B5EF4-FFF2-40B4-BE49-F238E27FC236}">
                  <a16:creationId xmlns:a16="http://schemas.microsoft.com/office/drawing/2014/main" id="{EE6872FF-A504-8BCC-9AF9-52E5CD1E6126}"/>
                </a:ext>
              </a:extLst>
            </p:cNvPr>
            <p:cNvSpPr/>
            <p:nvPr/>
          </p:nvSpPr>
          <p:spPr>
            <a:xfrm>
              <a:off x="12700" y="12700"/>
              <a:ext cx="6949440" cy="8961120"/>
            </a:xfrm>
            <a:custGeom>
              <a:avLst/>
              <a:gdLst/>
              <a:ahLst/>
              <a:cxnLst/>
              <a:rect l="l" t="t" r="r" b="b"/>
              <a:pathLst>
                <a:path w="6949440" h="8961120">
                  <a:moveTo>
                    <a:pt x="0" y="146431"/>
                  </a:moveTo>
                  <a:cubicBezTo>
                    <a:pt x="0" y="65532"/>
                    <a:pt x="65532" y="0"/>
                    <a:pt x="146304" y="0"/>
                  </a:cubicBezTo>
                  <a:lnTo>
                    <a:pt x="6803136" y="0"/>
                  </a:lnTo>
                  <a:cubicBezTo>
                    <a:pt x="6883908" y="0"/>
                    <a:pt x="6949440" y="65532"/>
                    <a:pt x="6949440" y="146431"/>
                  </a:cubicBezTo>
                  <a:lnTo>
                    <a:pt x="6949440" y="8814689"/>
                  </a:lnTo>
                  <a:cubicBezTo>
                    <a:pt x="6949440" y="8895588"/>
                    <a:pt x="6883908" y="8961120"/>
                    <a:pt x="6803136" y="8961120"/>
                  </a:cubicBezTo>
                  <a:lnTo>
                    <a:pt x="146304" y="8961120"/>
                  </a:lnTo>
                  <a:cubicBezTo>
                    <a:pt x="65532" y="8961120"/>
                    <a:pt x="0" y="8895588"/>
                    <a:pt x="0" y="8814689"/>
                  </a:cubicBezTo>
                  <a:close/>
                </a:path>
              </a:pathLst>
            </a:custGeom>
            <a:solidFill>
              <a:srgbClr val="FFFFFF"/>
            </a:solidFill>
          </p:spPr>
          <p:txBody>
            <a:bodyPr/>
            <a:lstStyle/>
            <a:p>
              <a:endParaRPr lang="en-GB"/>
            </a:p>
          </p:txBody>
        </p:sp>
        <p:sp>
          <p:nvSpPr>
            <p:cNvPr id="28" name="Freeform 28">
              <a:extLst>
                <a:ext uri="{FF2B5EF4-FFF2-40B4-BE49-F238E27FC236}">
                  <a16:creationId xmlns:a16="http://schemas.microsoft.com/office/drawing/2014/main" id="{F88EF688-9D9D-7D78-72BB-BC2BBA2A842B}"/>
                </a:ext>
              </a:extLst>
            </p:cNvPr>
            <p:cNvSpPr/>
            <p:nvPr/>
          </p:nvSpPr>
          <p:spPr>
            <a:xfrm>
              <a:off x="0" y="0"/>
              <a:ext cx="6974840" cy="8986520"/>
            </a:xfrm>
            <a:custGeom>
              <a:avLst/>
              <a:gdLst/>
              <a:ahLst/>
              <a:cxnLst/>
              <a:rect l="l" t="t" r="r" b="b"/>
              <a:pathLst>
                <a:path w="6974840" h="8986520">
                  <a:moveTo>
                    <a:pt x="0" y="159131"/>
                  </a:moveTo>
                  <a:cubicBezTo>
                    <a:pt x="0" y="71247"/>
                    <a:pt x="71120" y="0"/>
                    <a:pt x="159004" y="0"/>
                  </a:cubicBezTo>
                  <a:lnTo>
                    <a:pt x="6815836" y="0"/>
                  </a:lnTo>
                  <a:lnTo>
                    <a:pt x="6815836" y="12700"/>
                  </a:lnTo>
                  <a:lnTo>
                    <a:pt x="6815836" y="0"/>
                  </a:lnTo>
                  <a:cubicBezTo>
                    <a:pt x="6903593" y="0"/>
                    <a:pt x="6974840" y="71247"/>
                    <a:pt x="6974840" y="159131"/>
                  </a:cubicBezTo>
                  <a:lnTo>
                    <a:pt x="6962140" y="159131"/>
                  </a:lnTo>
                  <a:lnTo>
                    <a:pt x="6974840" y="159131"/>
                  </a:lnTo>
                  <a:lnTo>
                    <a:pt x="6974840" y="8827389"/>
                  </a:lnTo>
                  <a:lnTo>
                    <a:pt x="6962140" y="8827389"/>
                  </a:lnTo>
                  <a:lnTo>
                    <a:pt x="6974840" y="8827389"/>
                  </a:lnTo>
                  <a:cubicBezTo>
                    <a:pt x="6974840" y="8915273"/>
                    <a:pt x="6903720" y="8986520"/>
                    <a:pt x="6815836" y="8986520"/>
                  </a:cubicBezTo>
                  <a:lnTo>
                    <a:pt x="6815836" y="8973820"/>
                  </a:lnTo>
                  <a:lnTo>
                    <a:pt x="6815836" y="8986520"/>
                  </a:lnTo>
                  <a:lnTo>
                    <a:pt x="159004" y="8986520"/>
                  </a:lnTo>
                  <a:lnTo>
                    <a:pt x="159004" y="8973820"/>
                  </a:lnTo>
                  <a:lnTo>
                    <a:pt x="159004" y="8986520"/>
                  </a:lnTo>
                  <a:cubicBezTo>
                    <a:pt x="71120" y="8986520"/>
                    <a:pt x="0" y="8915273"/>
                    <a:pt x="0" y="8827389"/>
                  </a:cubicBezTo>
                  <a:lnTo>
                    <a:pt x="0" y="159131"/>
                  </a:lnTo>
                  <a:lnTo>
                    <a:pt x="12700" y="159131"/>
                  </a:lnTo>
                  <a:lnTo>
                    <a:pt x="0" y="159131"/>
                  </a:lnTo>
                  <a:moveTo>
                    <a:pt x="25400" y="159131"/>
                  </a:moveTo>
                  <a:lnTo>
                    <a:pt x="25400" y="8827389"/>
                  </a:lnTo>
                  <a:lnTo>
                    <a:pt x="12700" y="8827389"/>
                  </a:lnTo>
                  <a:lnTo>
                    <a:pt x="25400" y="8827389"/>
                  </a:lnTo>
                  <a:cubicBezTo>
                    <a:pt x="25400" y="8901303"/>
                    <a:pt x="85217" y="8961120"/>
                    <a:pt x="159004" y="8961120"/>
                  </a:cubicBezTo>
                  <a:lnTo>
                    <a:pt x="6815836" y="8961120"/>
                  </a:lnTo>
                  <a:cubicBezTo>
                    <a:pt x="6889623" y="8961120"/>
                    <a:pt x="6949440" y="8901303"/>
                    <a:pt x="6949440" y="8827389"/>
                  </a:cubicBezTo>
                  <a:lnTo>
                    <a:pt x="6949440" y="159131"/>
                  </a:lnTo>
                  <a:cubicBezTo>
                    <a:pt x="6949440" y="85217"/>
                    <a:pt x="6889623" y="25400"/>
                    <a:pt x="681583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29" name="Group 29">
            <a:extLst>
              <a:ext uri="{FF2B5EF4-FFF2-40B4-BE49-F238E27FC236}">
                <a16:creationId xmlns:a16="http://schemas.microsoft.com/office/drawing/2014/main" id="{634F8B96-9E5C-C5E1-7629-53C4AA6E7096}"/>
              </a:ext>
            </a:extLst>
          </p:cNvPr>
          <p:cNvGrpSpPr/>
          <p:nvPr/>
        </p:nvGrpSpPr>
        <p:grpSpPr>
          <a:xfrm>
            <a:off x="6504407" y="2035283"/>
            <a:ext cx="183642" cy="6739890"/>
            <a:chOff x="0" y="0"/>
            <a:chExt cx="244856" cy="8986520"/>
          </a:xfrm>
        </p:grpSpPr>
        <p:sp>
          <p:nvSpPr>
            <p:cNvPr id="30" name="Freeform 30">
              <a:extLst>
                <a:ext uri="{FF2B5EF4-FFF2-40B4-BE49-F238E27FC236}">
                  <a16:creationId xmlns:a16="http://schemas.microsoft.com/office/drawing/2014/main" id="{77D2900F-D380-AE15-803C-C2A75AC60ADA}"/>
                </a:ext>
              </a:extLst>
            </p:cNvPr>
            <p:cNvSpPr/>
            <p:nvPr/>
          </p:nvSpPr>
          <p:spPr>
            <a:xfrm>
              <a:off x="12700" y="12700"/>
              <a:ext cx="219456" cy="8961120"/>
            </a:xfrm>
            <a:custGeom>
              <a:avLst/>
              <a:gdLst/>
              <a:ahLst/>
              <a:cxnLst/>
              <a:rect l="l" t="t" r="r" b="b"/>
              <a:pathLst>
                <a:path w="219456" h="8961120">
                  <a:moveTo>
                    <a:pt x="0" y="0"/>
                  </a:moveTo>
                  <a:lnTo>
                    <a:pt x="219456" y="0"/>
                  </a:lnTo>
                  <a:lnTo>
                    <a:pt x="219456" y="8961120"/>
                  </a:lnTo>
                  <a:lnTo>
                    <a:pt x="0" y="8961120"/>
                  </a:lnTo>
                  <a:close/>
                </a:path>
              </a:pathLst>
            </a:custGeom>
            <a:solidFill>
              <a:srgbClr val="D87E2A"/>
            </a:solidFill>
          </p:spPr>
          <p:txBody>
            <a:bodyPr/>
            <a:lstStyle/>
            <a:p>
              <a:endParaRPr lang="en-GB"/>
            </a:p>
          </p:txBody>
        </p:sp>
        <p:sp>
          <p:nvSpPr>
            <p:cNvPr id="31" name="Freeform 31">
              <a:extLst>
                <a:ext uri="{FF2B5EF4-FFF2-40B4-BE49-F238E27FC236}">
                  <a16:creationId xmlns:a16="http://schemas.microsoft.com/office/drawing/2014/main" id="{AA3FC541-7A75-21B0-4D54-C00BFF052B27}"/>
                </a:ext>
              </a:extLst>
            </p:cNvPr>
            <p:cNvSpPr/>
            <p:nvPr/>
          </p:nvSpPr>
          <p:spPr>
            <a:xfrm>
              <a:off x="0" y="0"/>
              <a:ext cx="244856" cy="8986520"/>
            </a:xfrm>
            <a:custGeom>
              <a:avLst/>
              <a:gdLst/>
              <a:ahLst/>
              <a:cxnLst/>
              <a:rect l="l" t="t" r="r" b="b"/>
              <a:pathLst>
                <a:path w="244856" h="8986520">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D87E2A"/>
            </a:solidFill>
          </p:spPr>
          <p:txBody>
            <a:bodyPr/>
            <a:lstStyle/>
            <a:p>
              <a:endParaRPr lang="en-GB"/>
            </a:p>
          </p:txBody>
        </p:sp>
      </p:grpSp>
      <p:grpSp>
        <p:nvGrpSpPr>
          <p:cNvPr id="32" name="Group 32">
            <a:extLst>
              <a:ext uri="{FF2B5EF4-FFF2-40B4-BE49-F238E27FC236}">
                <a16:creationId xmlns:a16="http://schemas.microsoft.com/office/drawing/2014/main" id="{2F83B73C-5E95-F819-4D2E-8803A2AE04C9}"/>
              </a:ext>
            </a:extLst>
          </p:cNvPr>
          <p:cNvGrpSpPr/>
          <p:nvPr/>
        </p:nvGrpSpPr>
        <p:grpSpPr>
          <a:xfrm>
            <a:off x="6815684" y="2181968"/>
            <a:ext cx="4951476" cy="890767"/>
            <a:chOff x="0" y="0"/>
            <a:chExt cx="6601968" cy="1187688"/>
          </a:xfrm>
        </p:grpSpPr>
        <p:sp>
          <p:nvSpPr>
            <p:cNvPr id="33" name="Freeform 33">
              <a:extLst>
                <a:ext uri="{FF2B5EF4-FFF2-40B4-BE49-F238E27FC236}">
                  <a16:creationId xmlns:a16="http://schemas.microsoft.com/office/drawing/2014/main" id="{FABAB7EF-3649-3AA9-D391-25ED8F996532}"/>
                </a:ext>
              </a:extLst>
            </p:cNvPr>
            <p:cNvSpPr/>
            <p:nvPr/>
          </p:nvSpPr>
          <p:spPr>
            <a:xfrm>
              <a:off x="0" y="0"/>
              <a:ext cx="6437376" cy="1141871"/>
            </a:xfrm>
            <a:custGeom>
              <a:avLst/>
              <a:gdLst/>
              <a:ahLst/>
              <a:cxnLst/>
              <a:rect l="l" t="t" r="r" b="b"/>
              <a:pathLst>
                <a:path w="6437376" h="1141871">
                  <a:moveTo>
                    <a:pt x="0" y="0"/>
                  </a:moveTo>
                  <a:lnTo>
                    <a:pt x="6437376" y="0"/>
                  </a:lnTo>
                  <a:lnTo>
                    <a:pt x="6437376" y="1141871"/>
                  </a:lnTo>
                  <a:lnTo>
                    <a:pt x="0" y="1141871"/>
                  </a:lnTo>
                  <a:close/>
                </a:path>
              </a:pathLst>
            </a:custGeom>
            <a:blipFill>
              <a:blip r:embed="rId3">
                <a:alphaModFix amt="0"/>
              </a:blip>
              <a:stretch>
                <a:fillRect t="-85824" b="-33871"/>
              </a:stretch>
            </a:blipFill>
          </p:spPr>
          <p:txBody>
            <a:bodyPr/>
            <a:lstStyle/>
            <a:p>
              <a:endParaRPr lang="en-GB"/>
            </a:p>
          </p:txBody>
        </p:sp>
        <p:sp>
          <p:nvSpPr>
            <p:cNvPr id="34" name="TextBox 34">
              <a:extLst>
                <a:ext uri="{FF2B5EF4-FFF2-40B4-BE49-F238E27FC236}">
                  <a16:creationId xmlns:a16="http://schemas.microsoft.com/office/drawing/2014/main" id="{E3A64B44-964E-C0E6-4366-97616498A795}"/>
                </a:ext>
              </a:extLst>
            </p:cNvPr>
            <p:cNvSpPr txBox="1"/>
            <p:nvPr/>
          </p:nvSpPr>
          <p:spPr>
            <a:xfrm>
              <a:off x="164592" y="45817"/>
              <a:ext cx="6437376" cy="1141871"/>
            </a:xfrm>
            <a:prstGeom prst="rect">
              <a:avLst/>
            </a:prstGeom>
          </p:spPr>
          <p:txBody>
            <a:bodyPr lIns="0" tIns="0" rIns="0" bIns="0" rtlCol="0" anchor="ctr"/>
            <a:lstStyle/>
            <a:p>
              <a:r>
                <a:rPr lang="en-GB" sz="3600" b="1"/>
                <a:t>Current limitations</a:t>
              </a:r>
            </a:p>
          </p:txBody>
        </p:sp>
      </p:grpSp>
      <p:grpSp>
        <p:nvGrpSpPr>
          <p:cNvPr id="36" name="Group 36">
            <a:extLst>
              <a:ext uri="{FF2B5EF4-FFF2-40B4-BE49-F238E27FC236}">
                <a16:creationId xmlns:a16="http://schemas.microsoft.com/office/drawing/2014/main" id="{846C2D4A-AFC1-40B2-ABB2-10E75D6B049B}"/>
              </a:ext>
            </a:extLst>
          </p:cNvPr>
          <p:cNvGrpSpPr/>
          <p:nvPr/>
        </p:nvGrpSpPr>
        <p:grpSpPr>
          <a:xfrm>
            <a:off x="12239344" y="2044808"/>
            <a:ext cx="5299710" cy="6739890"/>
            <a:chOff x="0" y="0"/>
            <a:chExt cx="7066280" cy="8986520"/>
          </a:xfrm>
        </p:grpSpPr>
        <p:sp>
          <p:nvSpPr>
            <p:cNvPr id="37" name="Freeform 37">
              <a:extLst>
                <a:ext uri="{FF2B5EF4-FFF2-40B4-BE49-F238E27FC236}">
                  <a16:creationId xmlns:a16="http://schemas.microsoft.com/office/drawing/2014/main" id="{D70B166F-27B3-ABFB-A860-F0A3C91F8374}"/>
                </a:ext>
              </a:extLst>
            </p:cNvPr>
            <p:cNvSpPr/>
            <p:nvPr/>
          </p:nvSpPr>
          <p:spPr>
            <a:xfrm>
              <a:off x="12700" y="12700"/>
              <a:ext cx="7040880" cy="8961120"/>
            </a:xfrm>
            <a:custGeom>
              <a:avLst/>
              <a:gdLst/>
              <a:ahLst/>
              <a:cxnLst/>
              <a:rect l="l" t="t" r="r" b="b"/>
              <a:pathLst>
                <a:path w="7040880" h="8961120">
                  <a:moveTo>
                    <a:pt x="0" y="146431"/>
                  </a:moveTo>
                  <a:cubicBezTo>
                    <a:pt x="0" y="65532"/>
                    <a:pt x="65532" y="0"/>
                    <a:pt x="146304" y="0"/>
                  </a:cubicBezTo>
                  <a:lnTo>
                    <a:pt x="6894576" y="0"/>
                  </a:lnTo>
                  <a:cubicBezTo>
                    <a:pt x="6975348" y="0"/>
                    <a:pt x="7040880" y="65532"/>
                    <a:pt x="7040880" y="146431"/>
                  </a:cubicBezTo>
                  <a:lnTo>
                    <a:pt x="7040880" y="8814689"/>
                  </a:lnTo>
                  <a:cubicBezTo>
                    <a:pt x="7040880" y="8895588"/>
                    <a:pt x="6975348" y="8961120"/>
                    <a:pt x="6894576" y="8961120"/>
                  </a:cubicBezTo>
                  <a:lnTo>
                    <a:pt x="146304" y="8961120"/>
                  </a:lnTo>
                  <a:cubicBezTo>
                    <a:pt x="65532" y="8961120"/>
                    <a:pt x="0" y="8895588"/>
                    <a:pt x="0" y="8814689"/>
                  </a:cubicBezTo>
                  <a:close/>
                </a:path>
              </a:pathLst>
            </a:custGeom>
            <a:solidFill>
              <a:srgbClr val="FFFFFF"/>
            </a:solidFill>
          </p:spPr>
          <p:txBody>
            <a:bodyPr/>
            <a:lstStyle/>
            <a:p>
              <a:endParaRPr lang="en-GB"/>
            </a:p>
          </p:txBody>
        </p:sp>
        <p:sp>
          <p:nvSpPr>
            <p:cNvPr id="38" name="Freeform 38">
              <a:extLst>
                <a:ext uri="{FF2B5EF4-FFF2-40B4-BE49-F238E27FC236}">
                  <a16:creationId xmlns:a16="http://schemas.microsoft.com/office/drawing/2014/main" id="{AEE780F0-EF9B-4D64-8189-C2A122F84D15}"/>
                </a:ext>
              </a:extLst>
            </p:cNvPr>
            <p:cNvSpPr/>
            <p:nvPr/>
          </p:nvSpPr>
          <p:spPr>
            <a:xfrm>
              <a:off x="0" y="0"/>
              <a:ext cx="7066280" cy="8986520"/>
            </a:xfrm>
            <a:custGeom>
              <a:avLst/>
              <a:gdLst/>
              <a:ahLst/>
              <a:cxnLst/>
              <a:rect l="l" t="t" r="r" b="b"/>
              <a:pathLst>
                <a:path w="7066280" h="8986520">
                  <a:moveTo>
                    <a:pt x="0" y="159131"/>
                  </a:moveTo>
                  <a:cubicBezTo>
                    <a:pt x="0" y="71247"/>
                    <a:pt x="71120" y="0"/>
                    <a:pt x="159004" y="0"/>
                  </a:cubicBezTo>
                  <a:lnTo>
                    <a:pt x="6907276" y="0"/>
                  </a:lnTo>
                  <a:lnTo>
                    <a:pt x="6907276" y="12700"/>
                  </a:lnTo>
                  <a:lnTo>
                    <a:pt x="6907276" y="0"/>
                  </a:lnTo>
                  <a:cubicBezTo>
                    <a:pt x="6995160" y="0"/>
                    <a:pt x="7066280" y="71247"/>
                    <a:pt x="7066280" y="159131"/>
                  </a:cubicBezTo>
                  <a:lnTo>
                    <a:pt x="7053580" y="159131"/>
                  </a:lnTo>
                  <a:lnTo>
                    <a:pt x="7066280" y="159131"/>
                  </a:lnTo>
                  <a:lnTo>
                    <a:pt x="7066280" y="8827389"/>
                  </a:lnTo>
                  <a:lnTo>
                    <a:pt x="7053580" y="8827389"/>
                  </a:lnTo>
                  <a:lnTo>
                    <a:pt x="7066280" y="8827389"/>
                  </a:lnTo>
                  <a:cubicBezTo>
                    <a:pt x="7066280" y="8915273"/>
                    <a:pt x="6995160" y="8986520"/>
                    <a:pt x="6907276" y="8986520"/>
                  </a:cubicBezTo>
                  <a:lnTo>
                    <a:pt x="6907276" y="8973820"/>
                  </a:lnTo>
                  <a:lnTo>
                    <a:pt x="6907276" y="8986520"/>
                  </a:lnTo>
                  <a:lnTo>
                    <a:pt x="159004" y="8986520"/>
                  </a:lnTo>
                  <a:lnTo>
                    <a:pt x="159004" y="8973820"/>
                  </a:lnTo>
                  <a:lnTo>
                    <a:pt x="159004" y="8986520"/>
                  </a:lnTo>
                  <a:cubicBezTo>
                    <a:pt x="71120" y="8986520"/>
                    <a:pt x="0" y="8915273"/>
                    <a:pt x="0" y="8827389"/>
                  </a:cubicBezTo>
                  <a:lnTo>
                    <a:pt x="0" y="159131"/>
                  </a:lnTo>
                  <a:lnTo>
                    <a:pt x="12700" y="159131"/>
                  </a:lnTo>
                  <a:lnTo>
                    <a:pt x="0" y="159131"/>
                  </a:lnTo>
                  <a:moveTo>
                    <a:pt x="25400" y="159131"/>
                  </a:moveTo>
                  <a:lnTo>
                    <a:pt x="25400" y="8827389"/>
                  </a:lnTo>
                  <a:lnTo>
                    <a:pt x="12700" y="8827389"/>
                  </a:lnTo>
                  <a:lnTo>
                    <a:pt x="25400" y="8827389"/>
                  </a:lnTo>
                  <a:cubicBezTo>
                    <a:pt x="25400" y="8901303"/>
                    <a:pt x="85217" y="8961120"/>
                    <a:pt x="159004" y="8961120"/>
                  </a:cubicBezTo>
                  <a:lnTo>
                    <a:pt x="6907276" y="8961120"/>
                  </a:lnTo>
                  <a:cubicBezTo>
                    <a:pt x="6981063" y="8961120"/>
                    <a:pt x="7040880" y="8901303"/>
                    <a:pt x="7040880" y="8827389"/>
                  </a:cubicBezTo>
                  <a:lnTo>
                    <a:pt x="7040880" y="159131"/>
                  </a:lnTo>
                  <a:cubicBezTo>
                    <a:pt x="7040880" y="85217"/>
                    <a:pt x="6981063" y="25400"/>
                    <a:pt x="6907276" y="25400"/>
                  </a:cubicBezTo>
                  <a:lnTo>
                    <a:pt x="159004" y="25400"/>
                  </a:lnTo>
                  <a:lnTo>
                    <a:pt x="159004" y="12700"/>
                  </a:lnTo>
                  <a:lnTo>
                    <a:pt x="159004" y="25400"/>
                  </a:lnTo>
                  <a:cubicBezTo>
                    <a:pt x="85217" y="25400"/>
                    <a:pt x="25400" y="85217"/>
                    <a:pt x="25400" y="159131"/>
                  </a:cubicBezTo>
                  <a:close/>
                </a:path>
              </a:pathLst>
            </a:custGeom>
            <a:solidFill>
              <a:srgbClr val="D6DEE8"/>
            </a:solidFill>
          </p:spPr>
          <p:txBody>
            <a:bodyPr/>
            <a:lstStyle/>
            <a:p>
              <a:endParaRPr lang="en-GB"/>
            </a:p>
          </p:txBody>
        </p:sp>
      </p:grpSp>
      <p:grpSp>
        <p:nvGrpSpPr>
          <p:cNvPr id="39" name="Group 39">
            <a:extLst>
              <a:ext uri="{FF2B5EF4-FFF2-40B4-BE49-F238E27FC236}">
                <a16:creationId xmlns:a16="http://schemas.microsoft.com/office/drawing/2014/main" id="{1EAF292B-B1DB-6C78-7937-2C060112CFED}"/>
              </a:ext>
            </a:extLst>
          </p:cNvPr>
          <p:cNvGrpSpPr/>
          <p:nvPr/>
        </p:nvGrpSpPr>
        <p:grpSpPr>
          <a:xfrm>
            <a:off x="754380" y="2063394"/>
            <a:ext cx="183642" cy="6739890"/>
            <a:chOff x="0" y="0"/>
            <a:chExt cx="244856" cy="8986520"/>
          </a:xfrm>
        </p:grpSpPr>
        <p:sp>
          <p:nvSpPr>
            <p:cNvPr id="40" name="Freeform 40">
              <a:extLst>
                <a:ext uri="{FF2B5EF4-FFF2-40B4-BE49-F238E27FC236}">
                  <a16:creationId xmlns:a16="http://schemas.microsoft.com/office/drawing/2014/main" id="{CEB8AC1E-3972-1734-9092-C4648D7583A6}"/>
                </a:ext>
              </a:extLst>
            </p:cNvPr>
            <p:cNvSpPr/>
            <p:nvPr/>
          </p:nvSpPr>
          <p:spPr>
            <a:xfrm>
              <a:off x="12700" y="12700"/>
              <a:ext cx="219456" cy="8961120"/>
            </a:xfrm>
            <a:custGeom>
              <a:avLst/>
              <a:gdLst/>
              <a:ahLst/>
              <a:cxnLst/>
              <a:rect l="l" t="t" r="r" b="b"/>
              <a:pathLst>
                <a:path w="219456" h="8961120">
                  <a:moveTo>
                    <a:pt x="0" y="0"/>
                  </a:moveTo>
                  <a:lnTo>
                    <a:pt x="219456" y="0"/>
                  </a:lnTo>
                  <a:lnTo>
                    <a:pt x="219456" y="8961120"/>
                  </a:lnTo>
                  <a:lnTo>
                    <a:pt x="0" y="8961120"/>
                  </a:lnTo>
                  <a:close/>
                </a:path>
              </a:pathLst>
            </a:custGeom>
            <a:solidFill>
              <a:srgbClr val="2F7F79"/>
            </a:solidFill>
          </p:spPr>
          <p:txBody>
            <a:bodyPr/>
            <a:lstStyle/>
            <a:p>
              <a:endParaRPr lang="en-GB"/>
            </a:p>
          </p:txBody>
        </p:sp>
        <p:sp>
          <p:nvSpPr>
            <p:cNvPr id="41" name="Freeform 41">
              <a:extLst>
                <a:ext uri="{FF2B5EF4-FFF2-40B4-BE49-F238E27FC236}">
                  <a16:creationId xmlns:a16="http://schemas.microsoft.com/office/drawing/2014/main" id="{29D81E97-A5CF-BE28-8639-B15096BB904E}"/>
                </a:ext>
              </a:extLst>
            </p:cNvPr>
            <p:cNvSpPr/>
            <p:nvPr/>
          </p:nvSpPr>
          <p:spPr>
            <a:xfrm>
              <a:off x="0" y="0"/>
              <a:ext cx="244856" cy="8986520"/>
            </a:xfrm>
            <a:custGeom>
              <a:avLst/>
              <a:gdLst/>
              <a:ahLst/>
              <a:cxnLst/>
              <a:rect l="l" t="t" r="r" b="b"/>
              <a:pathLst>
                <a:path w="244856" h="8986520">
                  <a:moveTo>
                    <a:pt x="12700" y="0"/>
                  </a:moveTo>
                  <a:lnTo>
                    <a:pt x="232156" y="0"/>
                  </a:lnTo>
                  <a:cubicBezTo>
                    <a:pt x="239141" y="0"/>
                    <a:pt x="244856" y="5715"/>
                    <a:pt x="244856" y="12700"/>
                  </a:cubicBezTo>
                  <a:lnTo>
                    <a:pt x="244856" y="8973820"/>
                  </a:lnTo>
                  <a:cubicBezTo>
                    <a:pt x="244856" y="8980805"/>
                    <a:pt x="239141" y="8986520"/>
                    <a:pt x="232156" y="8986520"/>
                  </a:cubicBezTo>
                  <a:lnTo>
                    <a:pt x="12700" y="8986520"/>
                  </a:lnTo>
                  <a:cubicBezTo>
                    <a:pt x="5715" y="8986520"/>
                    <a:pt x="0" y="8980805"/>
                    <a:pt x="0" y="8973820"/>
                  </a:cubicBezTo>
                  <a:lnTo>
                    <a:pt x="0" y="12700"/>
                  </a:lnTo>
                  <a:cubicBezTo>
                    <a:pt x="0" y="5715"/>
                    <a:pt x="5715" y="0"/>
                    <a:pt x="12700" y="0"/>
                  </a:cubicBezTo>
                  <a:moveTo>
                    <a:pt x="12700" y="25400"/>
                  </a:moveTo>
                  <a:lnTo>
                    <a:pt x="12700" y="12700"/>
                  </a:lnTo>
                  <a:lnTo>
                    <a:pt x="25400" y="12700"/>
                  </a:lnTo>
                  <a:lnTo>
                    <a:pt x="25400" y="8973820"/>
                  </a:lnTo>
                  <a:lnTo>
                    <a:pt x="12700" y="8973820"/>
                  </a:lnTo>
                  <a:lnTo>
                    <a:pt x="12700" y="8961120"/>
                  </a:lnTo>
                  <a:lnTo>
                    <a:pt x="232156" y="8961120"/>
                  </a:lnTo>
                  <a:lnTo>
                    <a:pt x="232156" y="8973820"/>
                  </a:lnTo>
                  <a:lnTo>
                    <a:pt x="219456" y="8973820"/>
                  </a:lnTo>
                  <a:lnTo>
                    <a:pt x="219456" y="12700"/>
                  </a:lnTo>
                  <a:lnTo>
                    <a:pt x="232156" y="12700"/>
                  </a:lnTo>
                  <a:lnTo>
                    <a:pt x="232156" y="25400"/>
                  </a:lnTo>
                  <a:lnTo>
                    <a:pt x="12700" y="25400"/>
                  </a:lnTo>
                  <a:close/>
                </a:path>
              </a:pathLst>
            </a:custGeom>
            <a:solidFill>
              <a:srgbClr val="2F7F79"/>
            </a:solidFill>
          </p:spPr>
          <p:txBody>
            <a:bodyPr/>
            <a:lstStyle/>
            <a:p>
              <a:endParaRPr lang="en-GB"/>
            </a:p>
          </p:txBody>
        </p:sp>
      </p:grpSp>
      <p:grpSp>
        <p:nvGrpSpPr>
          <p:cNvPr id="42" name="Group 42">
            <a:extLst>
              <a:ext uri="{FF2B5EF4-FFF2-40B4-BE49-F238E27FC236}">
                <a16:creationId xmlns:a16="http://schemas.microsoft.com/office/drawing/2014/main" id="{017D18AE-FA10-B2AD-008D-88E99951354E}"/>
              </a:ext>
            </a:extLst>
          </p:cNvPr>
          <p:cNvGrpSpPr/>
          <p:nvPr/>
        </p:nvGrpSpPr>
        <p:grpSpPr>
          <a:xfrm>
            <a:off x="12485573" y="2061395"/>
            <a:ext cx="4981407" cy="755881"/>
            <a:chOff x="0" y="0"/>
            <a:chExt cx="6641876" cy="1007841"/>
          </a:xfrm>
        </p:grpSpPr>
        <p:sp>
          <p:nvSpPr>
            <p:cNvPr id="43" name="Freeform 43">
              <a:extLst>
                <a:ext uri="{FF2B5EF4-FFF2-40B4-BE49-F238E27FC236}">
                  <a16:creationId xmlns:a16="http://schemas.microsoft.com/office/drawing/2014/main" id="{8ABE6DAD-B3B5-3CDE-E6AE-0A623DAA3B99}"/>
                </a:ext>
              </a:extLst>
            </p:cNvPr>
            <p:cNvSpPr/>
            <p:nvPr/>
          </p:nvSpPr>
          <p:spPr>
            <a:xfrm>
              <a:off x="0" y="0"/>
              <a:ext cx="6528816" cy="548640"/>
            </a:xfrm>
            <a:custGeom>
              <a:avLst/>
              <a:gdLst/>
              <a:ahLst/>
              <a:cxnLst/>
              <a:rect l="l" t="t" r="r" b="b"/>
              <a:pathLst>
                <a:path w="6528816" h="548640">
                  <a:moveTo>
                    <a:pt x="0" y="0"/>
                  </a:moveTo>
                  <a:lnTo>
                    <a:pt x="6528816" y="0"/>
                  </a:lnTo>
                  <a:lnTo>
                    <a:pt x="6528816" y="548640"/>
                  </a:lnTo>
                  <a:lnTo>
                    <a:pt x="0" y="548640"/>
                  </a:lnTo>
                  <a:close/>
                </a:path>
              </a:pathLst>
            </a:custGeom>
            <a:blipFill>
              <a:blip r:embed="rId3">
                <a:alphaModFix amt="0"/>
              </a:blip>
              <a:stretch>
                <a:fillRect t="-181871" b="-181871"/>
              </a:stretch>
            </a:blipFill>
          </p:spPr>
          <p:txBody>
            <a:bodyPr/>
            <a:lstStyle/>
            <a:p>
              <a:endParaRPr lang="en-GB"/>
            </a:p>
          </p:txBody>
        </p:sp>
        <p:sp>
          <p:nvSpPr>
            <p:cNvPr id="44" name="TextBox 44">
              <a:extLst>
                <a:ext uri="{FF2B5EF4-FFF2-40B4-BE49-F238E27FC236}">
                  <a16:creationId xmlns:a16="http://schemas.microsoft.com/office/drawing/2014/main" id="{0ABC7581-21EF-3D66-293D-34D1F0F881C1}"/>
                </a:ext>
              </a:extLst>
            </p:cNvPr>
            <p:cNvSpPr txBox="1"/>
            <p:nvPr/>
          </p:nvSpPr>
          <p:spPr>
            <a:xfrm>
              <a:off x="113060" y="459201"/>
              <a:ext cx="6528816" cy="548640"/>
            </a:xfrm>
            <a:prstGeom prst="rect">
              <a:avLst/>
            </a:prstGeom>
          </p:spPr>
          <p:txBody>
            <a:bodyPr lIns="0" tIns="0" rIns="0" bIns="0" rtlCol="0" anchor="ctr"/>
            <a:lstStyle/>
            <a:p>
              <a:r>
                <a:rPr lang="en-GB" sz="3600" b="1"/>
                <a:t>Future improvements</a:t>
              </a:r>
            </a:p>
          </p:txBody>
        </p:sp>
      </p:grpSp>
      <p:grpSp>
        <p:nvGrpSpPr>
          <p:cNvPr id="46" name="Group 46">
            <a:extLst>
              <a:ext uri="{FF2B5EF4-FFF2-40B4-BE49-F238E27FC236}">
                <a16:creationId xmlns:a16="http://schemas.microsoft.com/office/drawing/2014/main" id="{82C1A5B3-12E6-5AB7-54FC-E0D752EA6861}"/>
              </a:ext>
            </a:extLst>
          </p:cNvPr>
          <p:cNvGrpSpPr/>
          <p:nvPr/>
        </p:nvGrpSpPr>
        <p:grpSpPr>
          <a:xfrm>
            <a:off x="17282160" y="9827228"/>
            <a:ext cx="411480" cy="226600"/>
            <a:chOff x="0" y="-9525"/>
            <a:chExt cx="548640" cy="302133"/>
          </a:xfrm>
        </p:grpSpPr>
        <p:sp>
          <p:nvSpPr>
            <p:cNvPr id="47" name="Freeform 47">
              <a:extLst>
                <a:ext uri="{FF2B5EF4-FFF2-40B4-BE49-F238E27FC236}">
                  <a16:creationId xmlns:a16="http://schemas.microsoft.com/office/drawing/2014/main" id="{FD115453-B331-5743-C6B9-1BBC42F31C66}"/>
                </a:ext>
              </a:extLst>
            </p:cNvPr>
            <p:cNvSpPr/>
            <p:nvPr/>
          </p:nvSpPr>
          <p:spPr>
            <a:xfrm>
              <a:off x="0" y="0"/>
              <a:ext cx="548640" cy="292608"/>
            </a:xfrm>
            <a:custGeom>
              <a:avLst/>
              <a:gdLst/>
              <a:ahLst/>
              <a:cxnLst/>
              <a:rect l="l" t="t" r="r" b="b"/>
              <a:pathLst>
                <a:path w="548640" h="292608">
                  <a:moveTo>
                    <a:pt x="0" y="0"/>
                  </a:moveTo>
                  <a:lnTo>
                    <a:pt x="548640" y="0"/>
                  </a:lnTo>
                  <a:lnTo>
                    <a:pt x="548640" y="292608"/>
                  </a:lnTo>
                  <a:lnTo>
                    <a:pt x="0" y="292608"/>
                  </a:lnTo>
                  <a:close/>
                </a:path>
              </a:pathLst>
            </a:custGeom>
            <a:blipFill>
              <a:blip r:embed="rId3">
                <a:alphaModFix amt="0"/>
              </a:blip>
              <a:stretch>
                <a:fillRect l="-18428" r="-18428"/>
              </a:stretch>
            </a:blipFill>
          </p:spPr>
          <p:txBody>
            <a:bodyPr/>
            <a:lstStyle/>
            <a:p>
              <a:endParaRPr lang="en-GB"/>
            </a:p>
          </p:txBody>
        </p:sp>
        <p:sp>
          <p:nvSpPr>
            <p:cNvPr id="48" name="TextBox 48">
              <a:extLst>
                <a:ext uri="{FF2B5EF4-FFF2-40B4-BE49-F238E27FC236}">
                  <a16:creationId xmlns:a16="http://schemas.microsoft.com/office/drawing/2014/main" id="{AB4E72A9-9A42-8CB0-BDFE-6D0F38D7F091}"/>
                </a:ext>
              </a:extLst>
            </p:cNvPr>
            <p:cNvSpPr txBox="1"/>
            <p:nvPr/>
          </p:nvSpPr>
          <p:spPr>
            <a:xfrm>
              <a:off x="0" y="-9525"/>
              <a:ext cx="548640" cy="302133"/>
            </a:xfrm>
            <a:prstGeom prst="rect">
              <a:avLst/>
            </a:prstGeom>
          </p:spPr>
          <p:txBody>
            <a:bodyPr lIns="0" tIns="0" rIns="0" bIns="0" rtlCol="0" anchor="ctr"/>
            <a:lstStyle/>
            <a:p>
              <a:pPr algn="r">
                <a:lnSpc>
                  <a:spcPts val="1620"/>
                </a:lnSpc>
              </a:pPr>
              <a:r>
                <a:rPr lang="en-US" altLang="zh-CN" sz="1350">
                  <a:solidFill>
                    <a:srgbClr val="667085"/>
                  </a:solidFill>
                  <a:latin typeface="Aptos"/>
                  <a:ea typeface="Aptos"/>
                  <a:cs typeface="Aptos"/>
                  <a:sym typeface="Aptos"/>
                </a:rPr>
                <a:t>18</a:t>
              </a:r>
              <a:endParaRPr lang="en-US" sz="1350">
                <a:solidFill>
                  <a:srgbClr val="667085"/>
                </a:solidFill>
                <a:latin typeface="Aptos"/>
                <a:ea typeface="Aptos"/>
                <a:cs typeface="Aptos"/>
                <a:sym typeface="Aptos"/>
              </a:endParaRPr>
            </a:p>
          </p:txBody>
        </p:sp>
      </p:grpSp>
      <p:sp>
        <p:nvSpPr>
          <p:cNvPr id="35" name="文本框 34">
            <a:extLst>
              <a:ext uri="{FF2B5EF4-FFF2-40B4-BE49-F238E27FC236}">
                <a16:creationId xmlns:a16="http://schemas.microsoft.com/office/drawing/2014/main" id="{B57941CF-2DC0-3EF9-54CD-1027AC21D3E6}"/>
              </a:ext>
            </a:extLst>
          </p:cNvPr>
          <p:cNvSpPr txBox="1"/>
          <p:nvPr/>
        </p:nvSpPr>
        <p:spPr>
          <a:xfrm>
            <a:off x="12552723" y="4804899"/>
            <a:ext cx="4667250" cy="57388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zh-CN" altLang="en-US"/>
          </a:p>
        </p:txBody>
      </p:sp>
      <p:sp>
        <p:nvSpPr>
          <p:cNvPr id="49" name="文本框 48">
            <a:extLst>
              <a:ext uri="{FF2B5EF4-FFF2-40B4-BE49-F238E27FC236}">
                <a16:creationId xmlns:a16="http://schemas.microsoft.com/office/drawing/2014/main" id="{8771A470-AE6F-3729-BCFF-9EC96174D3F3}"/>
              </a:ext>
            </a:extLst>
          </p:cNvPr>
          <p:cNvSpPr txBox="1"/>
          <p:nvPr/>
        </p:nvSpPr>
        <p:spPr>
          <a:xfrm>
            <a:off x="994333" y="3008738"/>
            <a:ext cx="4896612"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panose="020B0604020202020204" pitchFamily="34" charset="0"/>
              <a:buChar char="•"/>
            </a:pPr>
            <a:r>
              <a:rPr lang="en-GB" sz="2800"/>
              <a:t>The PID-based controller can follow straight paths reliably at low to moderate speed.</a:t>
            </a:r>
          </a:p>
          <a:p>
            <a:pPr marL="457200" indent="-457200">
              <a:buFont typeface="Arial" panose="020B0604020202020204" pitchFamily="34" charset="0"/>
              <a:buChar char="•"/>
            </a:pPr>
            <a:r>
              <a:rPr lang="en-GB" sz="2800"/>
              <a:t>The CNN model is able to classify basic road patterns such as straight lines, curves, and intersections.</a:t>
            </a:r>
          </a:p>
          <a:p>
            <a:pPr marL="457200" indent="-457200">
              <a:buFont typeface="Arial" panose="020B0604020202020204" pitchFamily="34" charset="0"/>
              <a:buChar char="•"/>
            </a:pPr>
            <a:r>
              <a:rPr lang="en-GB" sz="2800"/>
              <a:t>The combined system demonstrates the feasibility of using vision-based learning for line following in the </a:t>
            </a:r>
            <a:r>
              <a:rPr lang="en-GB" sz="2800" err="1"/>
              <a:t>Quanser</a:t>
            </a:r>
            <a:r>
              <a:rPr lang="en-GB" sz="2800"/>
              <a:t> environment.</a:t>
            </a:r>
          </a:p>
        </p:txBody>
      </p:sp>
      <p:sp>
        <p:nvSpPr>
          <p:cNvPr id="51" name="文本框 50">
            <a:extLst>
              <a:ext uri="{FF2B5EF4-FFF2-40B4-BE49-F238E27FC236}">
                <a16:creationId xmlns:a16="http://schemas.microsoft.com/office/drawing/2014/main" id="{1A057C79-DE5D-7965-4F37-378318A9EEBF}"/>
              </a:ext>
            </a:extLst>
          </p:cNvPr>
          <p:cNvSpPr txBox="1"/>
          <p:nvPr/>
        </p:nvSpPr>
        <p:spPr>
          <a:xfrm>
            <a:off x="6753497" y="2975400"/>
            <a:ext cx="4651522"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panose="020B0604020202020204" pitchFamily="34" charset="0"/>
              <a:buChar char="•"/>
            </a:pPr>
            <a:r>
              <a:rPr lang="en-GB" sz="2800"/>
              <a:t>The robot becomes unstable at higher speeds.</a:t>
            </a:r>
          </a:p>
          <a:p>
            <a:pPr marL="457200" indent="-457200">
              <a:buFont typeface="Arial" panose="020B0604020202020204" pitchFamily="34" charset="0"/>
              <a:buChar char="•"/>
            </a:pPr>
            <a:r>
              <a:rPr lang="en-GB" sz="2800"/>
              <a:t>The system reacts too late to sharp curves and crossroads.</a:t>
            </a:r>
          </a:p>
          <a:p>
            <a:pPr marL="457200" indent="-457200">
              <a:buFont typeface="Arial" panose="020B0604020202020204" pitchFamily="34" charset="0"/>
              <a:buChar char="•"/>
            </a:pPr>
            <a:r>
              <a:rPr lang="en-GB" sz="2800"/>
              <a:t>Turning behaviour still depends partly on fixed logic rather than adaptive decision-making.</a:t>
            </a:r>
          </a:p>
          <a:p>
            <a:pPr marL="457200" indent="-457200">
              <a:buFont typeface="Arial" panose="020B0604020202020204" pitchFamily="34" charset="0"/>
              <a:buChar char="•"/>
            </a:pPr>
            <a:r>
              <a:rPr lang="en-GB" sz="2800"/>
              <a:t>The dataset is imbalanced and lacks sufficient samples for complex road structures.</a:t>
            </a:r>
          </a:p>
        </p:txBody>
      </p:sp>
      <p:sp>
        <p:nvSpPr>
          <p:cNvPr id="52" name="文本框 51">
            <a:extLst>
              <a:ext uri="{FF2B5EF4-FFF2-40B4-BE49-F238E27FC236}">
                <a16:creationId xmlns:a16="http://schemas.microsoft.com/office/drawing/2014/main" id="{818F5F0B-6264-7B1D-3C6A-C53B449D0F54}"/>
              </a:ext>
            </a:extLst>
          </p:cNvPr>
          <p:cNvSpPr txBox="1"/>
          <p:nvPr/>
        </p:nvSpPr>
        <p:spPr>
          <a:xfrm>
            <a:off x="12270967" y="2934622"/>
            <a:ext cx="4896612"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panose="020B0604020202020204" pitchFamily="34" charset="0"/>
              <a:buChar char="•"/>
            </a:pPr>
            <a:r>
              <a:rPr lang="en-GB" sz="2800"/>
              <a:t>Tune PID parameters for better high-speed stability.</a:t>
            </a:r>
          </a:p>
          <a:p>
            <a:pPr marL="457200" indent="-457200">
              <a:buFont typeface="Arial" panose="020B0604020202020204" pitchFamily="34" charset="0"/>
              <a:buChar char="•"/>
            </a:pPr>
            <a:r>
              <a:rPr lang="en-GB" sz="2800"/>
              <a:t>Expand and rebalance the dataset, especially for curves and intersections.</a:t>
            </a:r>
          </a:p>
          <a:p>
            <a:pPr marL="457200" indent="-457200">
              <a:buFont typeface="Arial" panose="020B0604020202020204" pitchFamily="34" charset="0"/>
              <a:buChar char="•"/>
            </a:pPr>
            <a:r>
              <a:rPr lang="en-GB" sz="2800"/>
              <a:t>Introduce finer labels for upcoming road structures.</a:t>
            </a:r>
          </a:p>
          <a:p>
            <a:pPr marL="457200" indent="-457200">
              <a:buFont typeface="Arial" panose="020B0604020202020204" pitchFamily="34" charset="0"/>
              <a:buChar char="•"/>
            </a:pPr>
            <a:r>
              <a:rPr lang="en-GB" sz="2800"/>
              <a:t>Replace fixed turning rules with a learned decision module.</a:t>
            </a:r>
          </a:p>
          <a:p>
            <a:pPr marL="457200" indent="-457200">
              <a:buFont typeface="Arial" panose="020B0604020202020204" pitchFamily="34" charset="0"/>
              <a:buChar char="•"/>
            </a:pPr>
            <a:r>
              <a:rPr lang="en-GB" sz="2800"/>
              <a:t>Use CNN predictions to adjust both speed and steering earlier.</a:t>
            </a:r>
          </a:p>
        </p:txBody>
      </p:sp>
      <p:sp>
        <p:nvSpPr>
          <p:cNvPr id="14" name="TextBox 10">
            <a:extLst>
              <a:ext uri="{FF2B5EF4-FFF2-40B4-BE49-F238E27FC236}">
                <a16:creationId xmlns:a16="http://schemas.microsoft.com/office/drawing/2014/main" id="{67813E60-F6A3-062D-F2F3-096374F114AC}"/>
              </a:ext>
            </a:extLst>
          </p:cNvPr>
          <p:cNvSpPr txBox="1"/>
          <p:nvPr/>
        </p:nvSpPr>
        <p:spPr>
          <a:xfrm>
            <a:off x="617220" y="9940529"/>
            <a:ext cx="6583680" cy="254032"/>
          </a:xfrm>
          <a:prstGeom prst="rect">
            <a:avLst/>
          </a:prstGeom>
        </p:spPr>
        <p:txBody>
          <a:bodyPr lIns="0" tIns="0" rIns="0" bIns="0" rtlCol="0" anchor="ctr"/>
          <a:lstStyle/>
          <a:p>
            <a:pPr>
              <a:lnSpc>
                <a:spcPts val="1620"/>
              </a:lnSpc>
            </a:pPr>
            <a:r>
              <a:rPr lang="en-US" sz="1350">
                <a:solidFill>
                  <a:srgbClr val="4F5B66"/>
                </a:solidFill>
                <a:latin typeface="Aptos"/>
                <a:ea typeface="Aptos"/>
                <a:cs typeface="Aptos"/>
                <a:sym typeface="Aptos"/>
              </a:rPr>
              <a:t>ENG5337 Advanced </a:t>
            </a:r>
            <a:r>
              <a:rPr lang="en-US" sz="1350">
                <a:solidFill>
                  <a:srgbClr val="4F5B66"/>
                </a:solidFill>
                <a:latin typeface="Aptos"/>
                <a:sym typeface="Aptos"/>
              </a:rPr>
              <a:t>Artificial Intelligence</a:t>
            </a:r>
            <a:r>
              <a:rPr lang="zh-CN" altLang="en-US" sz="1350">
                <a:solidFill>
                  <a:srgbClr val="4F5B66"/>
                </a:solidFill>
                <a:latin typeface="Aptos"/>
                <a:sym typeface="Aptos"/>
              </a:rPr>
              <a:t> </a:t>
            </a:r>
            <a:r>
              <a:rPr lang="en-GB" sz="1350">
                <a:solidFill>
                  <a:srgbClr val="4F5B66"/>
                </a:solidFill>
                <a:latin typeface="Aptos"/>
              </a:rPr>
              <a:t>&amp; Machine Learning 5</a:t>
            </a:r>
          </a:p>
          <a:p>
            <a:pPr algn="l">
              <a:lnSpc>
                <a:spcPts val="1620"/>
              </a:lnSpc>
            </a:pPr>
            <a:endParaRPr lang="en-US" sz="1350">
              <a:solidFill>
                <a:srgbClr val="4F5B66"/>
              </a:solidFill>
              <a:latin typeface="Aptos"/>
              <a:ea typeface="Aptos"/>
              <a:cs typeface="Aptos"/>
              <a:sym typeface="Aptos"/>
            </a:endParaRPr>
          </a:p>
        </p:txBody>
      </p:sp>
    </p:spTree>
    <p:extLst>
      <p:ext uri="{BB962C8B-B14F-4D97-AF65-F5344CB8AC3E}">
        <p14:creationId xmlns:p14="http://schemas.microsoft.com/office/powerpoint/2010/main" val="2712722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649BB3DED62147A5E639437D023D97" ma:contentTypeVersion="10" ma:contentTypeDescription="Create a new document." ma:contentTypeScope="" ma:versionID="0b0fff0aeb21dc86798fd58f3a23ef70">
  <xsd:schema xmlns:xsd="http://www.w3.org/2001/XMLSchema" xmlns:xs="http://www.w3.org/2001/XMLSchema" xmlns:p="http://schemas.microsoft.com/office/2006/metadata/properties" xmlns:ns2="51ef27c4-f046-4939-b111-4347b29e2271" xmlns:ns3="854cd026-84da-465f-b23d-878deea4fef3" targetNamespace="http://schemas.microsoft.com/office/2006/metadata/properties" ma:root="true" ma:fieldsID="f9fe796e6352f4c23fe4ed78963cd9ba" ns2:_="" ns3:_="">
    <xsd:import namespace="51ef27c4-f046-4939-b111-4347b29e2271"/>
    <xsd:import namespace="854cd026-84da-465f-b23d-878deea4fe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ef27c4-f046-4939-b111-4347b29e22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306b285-ac2c-4225-b56d-e54690cf9c9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54cd026-84da-465f-b23d-878deea4fef3"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9fc16be7-9575-47fb-911c-a77405a255e1}" ma:internalName="TaxCatchAll" ma:showField="CatchAllData" ma:web="854cd026-84da-465f-b23d-878deea4fe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54cd026-84da-465f-b23d-878deea4fef3" xsi:nil="true"/>
    <lcf76f155ced4ddcb4097134ff3c332f xmlns="51ef27c4-f046-4939-b111-4347b29e22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57776BB-2FF4-4C49-A517-37B471DB9FB1}">
  <ds:schemaRefs>
    <ds:schemaRef ds:uri="http://schemas.microsoft.com/sharepoint/v3/contenttype/forms"/>
  </ds:schemaRefs>
</ds:datastoreItem>
</file>

<file path=customXml/itemProps2.xml><?xml version="1.0" encoding="utf-8"?>
<ds:datastoreItem xmlns:ds="http://schemas.openxmlformats.org/officeDocument/2006/customXml" ds:itemID="{2B0444EB-6A8D-4FC0-977A-AE67BD09AF16}">
  <ds:schemaRefs>
    <ds:schemaRef ds:uri="51ef27c4-f046-4939-b111-4347b29e2271"/>
    <ds:schemaRef ds:uri="854cd026-84da-465f-b23d-878deea4fef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7911E4-77EC-475C-B08F-A32AA886CE6E}">
  <ds:schemaRefs>
    <ds:schemaRef ds:uri="51ef27c4-f046-4939-b111-4347b29e2271"/>
    <ds:schemaRef ds:uri="854cd026-84da-465f-b23d-878deea4fef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18</Slides>
  <Notes>18</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AI5_B_presentation.pptx</dc:title>
  <cp:revision>1</cp:revision>
  <dcterms:created xsi:type="dcterms:W3CDTF">2006-08-16T00:00:00Z</dcterms:created>
  <dcterms:modified xsi:type="dcterms:W3CDTF">2026-03-26T09:34:55Z</dcterms:modified>
  <dc:identifier>DAHDumYF_bw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0x01010026649BB3DED62147A5E639437D023D97</vt:lpwstr>
  </property>
  <property fmtid="{D5CDD505-2E9C-101B-9397-08002B2CF9AE}" pid="3" name="MediaServiceImageTags">
    <vt:lpwstr/>
  </property>
</Properties>
</file>